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ns3="http://schemas.microsoft.com/office/powerpoint/2010/main" xmlns:ns4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1"/>
  </p:notesMasterIdLst>
  <p:handoutMasterIdLst>
    <p:handoutMasterId r:id="rId362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66" r:id="rId13"/>
    <p:sldId id="2147483264" r:id="rId14"/>
    <p:sldId id="2147483267" r:id="rId15"/>
    <p:sldId id="2147483575" r:id="rId16"/>
    <p:sldId id="2147483325" r:id="rId17"/>
    <p:sldId id="2147483304" r:id="rId18"/>
    <p:sldId id="2147483569" r:id="rId19"/>
    <p:sldId id="2147483306" r:id="rId20"/>
    <p:sldId id="2147483566" r:id="rId21"/>
    <p:sldId id="2147483337" r:id="rId22"/>
    <p:sldId id="2147483341" r:id="rId23"/>
    <p:sldId id="2147483342" r:id="rId24"/>
    <p:sldId id="2147483343" r:id="rId25"/>
    <p:sldId id="2147483311" r:id="rId26"/>
    <p:sldId id="2147483202" r:id="rId27"/>
    <p:sldId id="2147483203" r:id="rId28"/>
    <p:sldId id="2147483210" r:id="rId29"/>
    <p:sldId id="576" r:id="rId30"/>
    <p:sldId id="2147483262" r:id="rId31"/>
    <p:sldId id="377" r:id="rId32"/>
    <p:sldId id="378" r:id="rId33"/>
    <p:sldId id="2147483556" r:id="rId34"/>
    <p:sldId id="2147483548" r:id="rId35"/>
    <p:sldId id="2147483555" r:id="rId36"/>
    <p:sldId id="2147483552" r:id="rId37"/>
    <p:sldId id="2147483545" r:id="rId38"/>
    <p:sldId id="2147483193" r:id="rId39"/>
    <p:sldId id="2147483546" r:id="rId40"/>
    <p:sldId id="2147483328" r:id="rId41"/>
    <p:sldId id="2147483399" r:id="rId42"/>
    <p:sldId id="2147483554" r:id="rId43"/>
    <p:sldId id="2147483189" r:id="rId44"/>
    <p:sldId id="2147483557" r:id="rId45"/>
    <p:sldId id="2147483222" r:id="rId46"/>
    <p:sldId id="2147483224" r:id="rId47"/>
    <p:sldId id="2147483561" r:id="rId48"/>
    <p:sldId id="2147483578" r:id="rId49"/>
    <p:sldId id="2147483223" r:id="rId50"/>
    <p:sldId id="2147483583" r:id="rId51"/>
    <p:sldId id="2147483584" r:id="rId52"/>
    <p:sldId id="2147483585" r:id="rId53"/>
    <p:sldId id="341" r:id="rId54"/>
    <p:sldId id="336" r:id="rId55"/>
    <p:sldId id="337" r:id="rId56"/>
    <p:sldId id="344" r:id="rId57"/>
    <p:sldId id="332" r:id="rId58"/>
    <p:sldId id="2147483589" r:id="rId59"/>
    <p:sldId id="2147483588" r:id="rId60"/>
    <p:sldId id="2147483592" r:id="rId61"/>
    <p:sldId id="2147483593" r:id="rId62"/>
    <p:sldId id="2147483627" r:id="rId63"/>
    <p:sldId id="2147483628" r:id="rId64"/>
    <p:sldId id="2147483629" r:id="rId65"/>
    <p:sldId id="2147483639" r:id="rId66"/>
    <p:sldId id="256" r:id="rId67"/>
    <p:sldId id="2147483644" r:id="rId68"/>
    <p:sldId id="2147483646" r:id="rId69"/>
    <p:sldId id="258" r:id="rId70"/>
    <p:sldId id="2147483631" r:id="rId71"/>
    <p:sldId id="2147483632" r:id="rId72"/>
    <p:sldId id="370" r:id="rId73"/>
    <p:sldId id="261" r:id="rId74"/>
    <p:sldId id="266" r:id="rId75"/>
    <p:sldId id="267" r:id="rId76"/>
    <p:sldId id="268" r:id="rId77"/>
    <p:sldId id="269" r:id="rId78"/>
    <p:sldId id="270" r:id="rId79"/>
    <p:sldId id="272" r:id="rId80"/>
    <p:sldId id="273" r:id="rId81"/>
    <p:sldId id="274" r:id="rId82"/>
    <p:sldId id="275" r:id="rId83"/>
    <p:sldId id="276" r:id="rId84"/>
    <p:sldId id="2147483643" r:id="rId85"/>
    <p:sldId id="277" r:id="rId86"/>
    <p:sldId id="2147483641" r:id="rId87"/>
    <p:sldId id="2147483640" r:id="rId88"/>
    <p:sldId id="280" r:id="rId89"/>
    <p:sldId id="2147483611" r:id="rId90"/>
    <p:sldId id="2147483615" r:id="rId91"/>
    <p:sldId id="2147483613" r:id="rId92"/>
    <p:sldId id="2147483616" r:id="rId93"/>
    <p:sldId id="282" r:id="rId94"/>
    <p:sldId id="283" r:id="rId95"/>
    <p:sldId id="284" r:id="rId96"/>
    <p:sldId id="294" r:id="rId97"/>
    <p:sldId id="296" r:id="rId98"/>
    <p:sldId id="297" r:id="rId99"/>
    <p:sldId id="298" r:id="rId100"/>
    <p:sldId id="299" r:id="rId101"/>
    <p:sldId id="300" r:id="rId102"/>
    <p:sldId id="301" r:id="rId103"/>
    <p:sldId id="2147483377" r:id="rId104"/>
    <p:sldId id="313" r:id="rId105"/>
    <p:sldId id="314" r:id="rId106"/>
    <p:sldId id="315" r:id="rId107"/>
    <p:sldId id="316" r:id="rId108"/>
    <p:sldId id="317" r:id="rId109"/>
    <p:sldId id="318" r:id="rId110"/>
    <p:sldId id="319" r:id="rId111"/>
    <p:sldId id="320" r:id="rId112"/>
    <p:sldId id="321" r:id="rId113"/>
    <p:sldId id="322" r:id="rId114"/>
    <p:sldId id="323" r:id="rId115"/>
    <p:sldId id="324" r:id="rId116"/>
    <p:sldId id="325" r:id="rId117"/>
    <p:sldId id="326" r:id="rId118"/>
    <p:sldId id="2147483595" r:id="rId119"/>
    <p:sldId id="328" r:id="rId120"/>
    <p:sldId id="329" r:id="rId121"/>
    <p:sldId id="2147483597" r:id="rId122"/>
    <p:sldId id="330" r:id="rId123"/>
    <p:sldId id="331" r:id="rId124"/>
    <p:sldId id="327" r:id="rId125"/>
    <p:sldId id="333" r:id="rId126"/>
    <p:sldId id="334" r:id="rId127"/>
    <p:sldId id="335" r:id="rId128"/>
    <p:sldId id="338" r:id="rId129"/>
    <p:sldId id="339" r:id="rId130"/>
    <p:sldId id="340" r:id="rId131"/>
    <p:sldId id="342" r:id="rId132"/>
    <p:sldId id="343" r:id="rId133"/>
    <p:sldId id="345" r:id="rId134"/>
    <p:sldId id="346" r:id="rId135"/>
    <p:sldId id="290" r:id="rId136"/>
    <p:sldId id="278" r:id="rId137"/>
    <p:sldId id="279" r:id="rId138"/>
    <p:sldId id="271" r:id="rId139"/>
    <p:sldId id="2147483191" r:id="rId140"/>
    <p:sldId id="281" r:id="rId141"/>
    <p:sldId id="285" r:id="rId142"/>
    <p:sldId id="286" r:id="rId143"/>
    <p:sldId id="287" r:id="rId144"/>
    <p:sldId id="288" r:id="rId145"/>
    <p:sldId id="289" r:id="rId146"/>
    <p:sldId id="291" r:id="rId147"/>
    <p:sldId id="292" r:id="rId148"/>
    <p:sldId id="293" r:id="rId149"/>
    <p:sldId id="295" r:id="rId150"/>
    <p:sldId id="2147483621" r:id="rId151"/>
    <p:sldId id="2147483622" r:id="rId152"/>
    <p:sldId id="302" r:id="rId153"/>
    <p:sldId id="303" r:id="rId154"/>
    <p:sldId id="304" r:id="rId155"/>
    <p:sldId id="305" r:id="rId156"/>
    <p:sldId id="306" r:id="rId157"/>
    <p:sldId id="307" r:id="rId158"/>
    <p:sldId id="308" r:id="rId159"/>
    <p:sldId id="309" r:id="rId160"/>
    <p:sldId id="310" r:id="rId161"/>
    <p:sldId id="311" r:id="rId162"/>
    <p:sldId id="31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371" r:id="rId187"/>
    <p:sldId id="372" r:id="rId188"/>
    <p:sldId id="373" r:id="rId189"/>
    <p:sldId id="374" r:id="rId190"/>
    <p:sldId id="375" r:id="rId191"/>
    <p:sldId id="376" r:id="rId192"/>
    <p:sldId id="379" r:id="rId193"/>
    <p:sldId id="380" r:id="rId194"/>
    <p:sldId id="381" r:id="rId195"/>
    <p:sldId id="382" r:id="rId196"/>
    <p:sldId id="383" r:id="rId197"/>
    <p:sldId id="384" r:id="rId198"/>
    <p:sldId id="385" r:id="rId199"/>
    <p:sldId id="386" r:id="rId200"/>
    <p:sldId id="387" r:id="rId201"/>
    <p:sldId id="388" r:id="rId202"/>
    <p:sldId id="389" r:id="rId203"/>
    <p:sldId id="2147483634" r:id="rId204"/>
    <p:sldId id="390" r:id="rId205"/>
    <p:sldId id="2147483630" r:id="rId206"/>
    <p:sldId id="391" r:id="rId207"/>
    <p:sldId id="392" r:id="rId208"/>
    <p:sldId id="393" r:id="rId209"/>
    <p:sldId id="2147483623" r:id="rId210"/>
    <p:sldId id="2147483624" r:id="rId211"/>
    <p:sldId id="2147483625" r:id="rId212"/>
    <p:sldId id="2147483633" r:id="rId213"/>
    <p:sldId id="394" r:id="rId214"/>
    <p:sldId id="395" r:id="rId215"/>
    <p:sldId id="396" r:id="rId216"/>
    <p:sldId id="397" r:id="rId217"/>
    <p:sldId id="398" r:id="rId218"/>
    <p:sldId id="399" r:id="rId219"/>
    <p:sldId id="400" r:id="rId220"/>
    <p:sldId id="401" r:id="rId221"/>
    <p:sldId id="402" r:id="rId222"/>
    <p:sldId id="403" r:id="rId223"/>
    <p:sldId id="404" r:id="rId224"/>
    <p:sldId id="2147483635" r:id="rId225"/>
    <p:sldId id="2147483642" r:id="rId226"/>
    <p:sldId id="405" r:id="rId227"/>
    <p:sldId id="406" r:id="rId228"/>
    <p:sldId id="407" r:id="rId229"/>
    <p:sldId id="408" r:id="rId230"/>
    <p:sldId id="2147483645" r:id="rId231"/>
    <p:sldId id="2147483636" r:id="rId232"/>
    <p:sldId id="409" r:id="rId233"/>
    <p:sldId id="410" r:id="rId234"/>
    <p:sldId id="411" r:id="rId235"/>
    <p:sldId id="412" r:id="rId236"/>
    <p:sldId id="2147483637" r:id="rId237"/>
    <p:sldId id="413" r:id="rId238"/>
    <p:sldId id="414" r:id="rId239"/>
    <p:sldId id="415" r:id="rId240"/>
    <p:sldId id="416" r:id="rId241"/>
    <p:sldId id="417" r:id="rId242"/>
    <p:sldId id="418" r:id="rId243"/>
    <p:sldId id="419" r:id="rId244"/>
    <p:sldId id="420" r:id="rId245"/>
    <p:sldId id="421" r:id="rId246"/>
    <p:sldId id="422" r:id="rId247"/>
    <p:sldId id="423" r:id="rId248"/>
    <p:sldId id="424" r:id="rId249"/>
    <p:sldId id="425" r:id="rId250"/>
    <p:sldId id="2147483614" r:id="rId251"/>
    <p:sldId id="2147483626" r:id="rId252"/>
    <p:sldId id="426" r:id="rId253"/>
    <p:sldId id="427" r:id="rId254"/>
    <p:sldId id="428" r:id="rId255"/>
    <p:sldId id="429" r:id="rId256"/>
    <p:sldId id="430" r:id="rId257"/>
    <p:sldId id="2147483619" r:id="rId258"/>
    <p:sldId id="431" r:id="rId259"/>
    <p:sldId id="432" r:id="rId260"/>
    <p:sldId id="433" r:id="rId261"/>
    <p:sldId id="434" r:id="rId262"/>
    <p:sldId id="2147483617" r:id="rId263"/>
    <p:sldId id="435" r:id="rId264"/>
    <p:sldId id="2147483612" r:id="rId265"/>
    <p:sldId id="436" r:id="rId266"/>
    <p:sldId id="437" r:id="rId267"/>
    <p:sldId id="438" r:id="rId268"/>
    <p:sldId id="439" r:id="rId269"/>
    <p:sldId id="440" r:id="rId270"/>
    <p:sldId id="441" r:id="rId271"/>
    <p:sldId id="2147483598" r:id="rId272"/>
    <p:sldId id="442" r:id="rId273"/>
    <p:sldId id="2147483610" r:id="rId274"/>
    <p:sldId id="443" r:id="rId275"/>
    <p:sldId id="444" r:id="rId276"/>
    <p:sldId id="445" r:id="rId277"/>
    <p:sldId id="446" r:id="rId278"/>
    <p:sldId id="447" r:id="rId279"/>
    <p:sldId id="448" r:id="rId280"/>
    <p:sldId id="449" r:id="rId281"/>
    <p:sldId id="450" r:id="rId282"/>
    <p:sldId id="451" r:id="rId283"/>
    <p:sldId id="2147483603" r:id="rId284"/>
    <p:sldId id="452" r:id="rId285"/>
    <p:sldId id="453" r:id="rId286"/>
    <p:sldId id="454" r:id="rId287"/>
    <p:sldId id="455" r:id="rId288"/>
    <p:sldId id="2147483596" r:id="rId289"/>
    <p:sldId id="456" r:id="rId290"/>
    <p:sldId id="457" r:id="rId291"/>
    <p:sldId id="458" r:id="rId292"/>
    <p:sldId id="459" r:id="rId293"/>
    <p:sldId id="460" r:id="rId294"/>
    <p:sldId id="2147483599" r:id="rId295"/>
    <p:sldId id="2147483600" r:id="rId296"/>
    <p:sldId id="2147483601" r:id="rId297"/>
    <p:sldId id="461" r:id="rId298"/>
    <p:sldId id="462" r:id="rId299"/>
    <p:sldId id="463" r:id="rId300"/>
    <p:sldId id="464" r:id="rId301"/>
    <p:sldId id="465" r:id="rId302"/>
    <p:sldId id="466" r:id="rId303"/>
    <p:sldId id="467" r:id="rId304"/>
    <p:sldId id="468" r:id="rId305"/>
    <p:sldId id="469" r:id="rId306"/>
    <p:sldId id="470" r:id="rId307"/>
    <p:sldId id="471" r:id="rId308"/>
    <p:sldId id="472" r:id="rId309"/>
    <p:sldId id="473" r:id="rId310"/>
    <p:sldId id="474" r:id="rId311"/>
    <p:sldId id="475" r:id="rId312"/>
    <p:sldId id="476" r:id="rId313"/>
    <p:sldId id="477" r:id="rId314"/>
    <p:sldId id="478" r:id="rId315"/>
    <p:sldId id="479" r:id="rId316"/>
    <p:sldId id="480" r:id="rId317"/>
    <p:sldId id="481" r:id="rId318"/>
    <p:sldId id="482" r:id="rId319"/>
    <p:sldId id="483" r:id="rId320"/>
    <p:sldId id="484" r:id="rId321"/>
    <p:sldId id="485" r:id="rId322"/>
    <p:sldId id="486" r:id="rId323"/>
    <p:sldId id="487" r:id="rId324"/>
    <p:sldId id="488" r:id="rId325"/>
    <p:sldId id="489" r:id="rId326"/>
    <p:sldId id="490" r:id="rId327"/>
    <p:sldId id="491" r:id="rId328"/>
    <p:sldId id="492" r:id="rId329"/>
    <p:sldId id="493" r:id="rId330"/>
    <p:sldId id="494" r:id="rId331"/>
    <p:sldId id="495" r:id="rId332"/>
    <p:sldId id="496" r:id="rId333"/>
    <p:sldId id="497" r:id="rId334"/>
    <p:sldId id="498" r:id="rId335"/>
    <p:sldId id="499" r:id="rId336"/>
    <p:sldId id="500" r:id="rId337"/>
    <p:sldId id="501" r:id="rId338"/>
    <p:sldId id="502" r:id="rId339"/>
    <p:sldId id="503" r:id="rId340"/>
    <p:sldId id="504" r:id="rId341"/>
    <p:sldId id="505" r:id="rId342"/>
    <p:sldId id="506" r:id="rId343"/>
    <p:sldId id="507" r:id="rId344"/>
    <p:sldId id="508" r:id="rId345"/>
    <p:sldId id="509" r:id="rId346"/>
    <p:sldId id="510" r:id="rId347"/>
    <p:sldId id="511" r:id="rId348"/>
    <p:sldId id="512" r:id="rId349"/>
    <p:sldId id="513" r:id="rId350"/>
    <p:sldId id="514" r:id="rId351"/>
    <p:sldId id="515" r:id="rId352"/>
    <p:sldId id="257" r:id="rId353"/>
    <p:sldId id="5849" r:id="rId354"/>
    <p:sldId id="5851" r:id="rId355"/>
    <p:sldId id="5852" r:id="rId356"/>
    <p:sldId id="5854" r:id="rId357"/>
    <p:sldId id="5856" r:id="rId358"/>
    <p:sldId id="5858" r:id="rId359"/>
    <p:sldId id="5860" r:id="rId360"/>
  </p:sldIdLst>
  <p:sectionLst>
    <p:section id="256" name="01_カバー・タイトルページ"/>
    <p:section id="257" name="02_エグゼクティブサマリー"/>
    <p:section id="258" name="04_データ分析・現状把握"/>
    <p:section id="259" name="05_ケーススタディ・事例紹介"/>
    <p:section id="260" name="08_詳細説明・補足"/>
  </p:sectionLst>
  <p:sldSz cx="12192000" cy="6858000"/>
  <p:notesSz cx="6858000" cy="9144000"/>
  <p:custDataLst>
    <p:tags r:id="rId363"/>
  </p:custDataLst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ns3:sectionLst>
        <ns3:section name="既定のセクション" id="{D90C0FF0-51AA-45E8-8BF0-03CED0DF343C}">
          <ns3:sldIdLst>
            <ns3:sldId id="2147483186"/>
            <ns3:sldId id="2147483197"/>
            <ns3:sldId id="2147483573"/>
            <ns3:sldId id="2147483272"/>
            <ns3:sldId id="2147483195"/>
            <ns3:sldId id="2147483196"/>
            <ns3:sldId id="2147483280"/>
            <ns3:sldId id="2147483278"/>
            <ns3:sldId id="2147483266"/>
            <ns3:sldId id="2147483264"/>
            <ns3:sldId id="2147483267"/>
            <ns3:sldId id="2147483575"/>
            <ns3:sldId id="2147483325"/>
            <ns3:sldId id="2147483304"/>
            <ns3:sldId id="2147483569"/>
            <ns3:sldId id="2147483306"/>
            <ns3:sldId id="2147483566"/>
            <ns3:sldId id="2147483337"/>
            <ns3:sldId id="2147483341"/>
            <ns3:sldId id="2147483342"/>
            <ns3:sldId id="2147483343"/>
            <ns3:sldId id="2147483311"/>
            <ns3:sldId id="2147483202"/>
            <ns3:sldId id="2147483203"/>
            <ns3:sldId id="2147483210"/>
            <ns3:sldId id="576"/>
            <ns3:sldId id="2147483262"/>
            <ns3:sldId id="377"/>
            <ns3:sldId id="378"/>
            <ns3:sldId id="2147483556"/>
            <ns3:sldId id="2147483548"/>
            <ns3:sldId id="2147483555"/>
            <ns3:sldId id="2147483552"/>
            <ns3:sldId id="2147483545"/>
            <ns3:sldId id="2147483193"/>
            <ns3:sldId id="2147483546"/>
            <ns3:sldId id="2147483328"/>
            <ns3:sldId id="2147483399"/>
            <ns3:sldId id="2147483554"/>
            <ns3:sldId id="2147483189"/>
            <ns3:sldId id="2147483557"/>
            <ns3:sldId id="2147483222"/>
            <ns3:sldId id="2147483224"/>
          </ns3:sldIdLst>
        </ns3:section>
        <ns3:section name="DXテーマサマリ" id="{B9020E0A-8297-4C35-BE4C-0B7B9DE651F7}">
          <ns3:sldIdLst>
            <ns3:sldId id="2147483561"/>
            <ns3:sldId id="2147483578"/>
            <ns3:sldId id="2147483223"/>
            <ns3:sldId id="2147483583"/>
            <ns3:sldId id="2147483584"/>
            <ns3:sldId id="2147483585"/>
            <ns3:sldId id="341"/>
            <ns3:sldId id="336"/>
            <ns3:sldId id="337"/>
            <ns3:sldId id="344"/>
            <ns3:sldId id="332"/>
            <ns3:sldId id="2147483589"/>
            <ns3:sldId id="2147483588"/>
            <ns3:sldId id="2147483592"/>
            <ns3:sldId id="2147483593"/>
          </ns3:sldIdLst>
        </ns3:section>
        <ns3:section name="マルウェア対策" id="{5EF40D2E-61BC-4EBC-9161-E409C8AF864A}">
          <ns3:sldIdLst>
            <ns3:sldId id="2147483627"/>
            <ns3:sldId id="2147483628"/>
            <ns3:sldId id="2147483629"/>
            <ns3:sldId id="2147483639"/>
            <ns3:sldId id="256"/>
            <ns3:sldId id="2147483644"/>
            <ns3:sldId id="2147483646"/>
            <ns3:sldId id="258"/>
            <ns3:sldId id="2147483631"/>
            <ns3:sldId id="2147483632"/>
            <ns3:sldId id="370"/>
            <ns3:sldId id="261"/>
            <ns3:sldId id="266"/>
            <ns3:sldId id="267"/>
            <ns3:sldId id="268"/>
            <ns3:sldId id="269"/>
            <ns3:sldId id="270"/>
            <ns3:sldId id="272"/>
            <ns3:sldId id="273"/>
            <ns3:sldId id="274"/>
            <ns3:sldId id="275"/>
            <ns3:sldId id="276"/>
            <ns3:sldId id="2147483643"/>
            <ns3:sldId id="277"/>
            <ns3:sldId id="2147483641"/>
            <ns3:sldId id="2147483640"/>
            <ns3:sldId id="280"/>
            <ns3:sldId id="2147483611"/>
            <ns3:sldId id="2147483615"/>
            <ns3:sldId id="2147483613"/>
            <ns3:sldId id="2147483616"/>
            <ns3:sldId id="282"/>
            <ns3:sldId id="283"/>
            <ns3:sldId id="284"/>
            <ns3:sldId id="294"/>
            <ns3:sldId id="296"/>
            <ns3:sldId id="297"/>
            <ns3:sldId id="298"/>
            <ns3:sldId id="299"/>
            <ns3:sldId id="300"/>
            <ns3:sldId id="301"/>
            <ns3:sldId id="2147483377"/>
            <ns3:sldId id="313"/>
            <ns3:sldId id="314"/>
            <ns3:sldId id="315"/>
            <ns3:sldId id="316"/>
            <ns3:sldId id="317"/>
            <ns3:sldId id="318"/>
            <ns3:sldId id="319"/>
            <ns3:sldId id="320"/>
            <ns3:sldId id="321"/>
            <ns3:sldId id="322"/>
            <ns3:sldId id="323"/>
            <ns3:sldId id="324"/>
            <ns3:sldId id="325"/>
            <ns3:sldId id="326"/>
            <ns3:sldId id="2147483595"/>
            <ns3:sldId id="328"/>
            <ns3:sldId id="329"/>
            <ns3:sldId id="2147483597"/>
            <ns3:sldId id="330"/>
            <ns3:sldId id="331"/>
            <ns3:sldId id="327"/>
            <ns3:sldId id="333"/>
            <ns3:sldId id="334"/>
            <ns3:sldId id="335"/>
            <ns3:sldId id="338"/>
            <ns3:sldId id="339"/>
            <ns3:sldId id="340"/>
            <ns3:sldId id="342"/>
            <ns3:sldId id="343"/>
            <ns3:sldId id="345"/>
            <ns3:sldId id="346"/>
          </ns3:sldIdLst>
        </ns3:section>
        <ns3:section name="新組織" id="{231A6674-301A-4B0B-8B1D-7835A20ADF0B}">
          <ns3:sldIdLst>
            <ns3:sldId id="290"/>
            <ns3:sldId id="278"/>
            <ns3:sldId id="279"/>
            <ns3:sldId id="271"/>
            <ns3:sldId id="2147483191"/>
            <ns3:sldId id="281"/>
            <ns3:sldId id="285"/>
            <ns3:sldId id="286"/>
            <ns3:sldId id="287"/>
            <ns3:sldId id="288"/>
            <ns3:sldId id="289"/>
            <ns3:sldId id="291"/>
            <ns3:sldId id="292"/>
            <ns3:sldId id="293"/>
            <ns3:sldId id="295"/>
            <ns3:sldId id="2147483621"/>
            <ns3:sldId id="2147483622"/>
            <ns3:sldId id="302"/>
            <ns3:sldId id="303"/>
            <ns3:sldId id="304"/>
            <ns3:sldId id="305"/>
            <ns3:sldId id="306"/>
            <ns3:sldId id="307"/>
            <ns3:sldId id="308"/>
            <ns3:sldId id="309"/>
            <ns3:sldId id="310"/>
            <ns3:sldId id="311"/>
            <ns3:sldId id="312"/>
            <ns3:sldId id="347"/>
            <ns3:sldId id="348"/>
            <ns3:sldId id="349"/>
            <ns3:sldId id="350"/>
            <ns3:sldId id="351"/>
            <ns3:sldId id="352"/>
            <ns3:sldId id="353"/>
            <ns3:sldId id="354"/>
            <ns3:sldId id="355"/>
            <ns3:sldId id="356"/>
            <ns3:sldId id="357"/>
            <ns3:sldId id="358"/>
            <ns3:sldId id="359"/>
            <ns3:sldId id="360"/>
            <ns3:sldId id="361"/>
            <ns3:sldId id="362"/>
            <ns3:sldId id="363"/>
            <ns3:sldId id="364"/>
            <ns3:sldId id="365"/>
            <ns3:sldId id="366"/>
            <ns3:sldId id="367"/>
            <ns3:sldId id="368"/>
            <ns3:sldId id="369"/>
            <ns3:sldId id="371"/>
            <ns3:sldId id="372"/>
            <ns3:sldId id="373"/>
            <ns3:sldId id="374"/>
            <ns3:sldId id="375"/>
            <ns3:sldId id="376"/>
            <ns3:sldId id="379"/>
            <ns3:sldId id="380"/>
            <ns3:sldId id="381"/>
            <ns3:sldId id="382"/>
            <ns3:sldId id="383"/>
            <ns3:sldId id="384"/>
            <ns3:sldId id="385"/>
            <ns3:sldId id="386"/>
            <ns3:sldId id="387"/>
            <ns3:sldId id="388"/>
            <ns3:sldId id="389"/>
            <ns3:sldId id="2147483634"/>
            <ns3:sldId id="390"/>
            <ns3:sldId id="2147483630"/>
            <ns3:sldId id="391"/>
            <ns3:sldId id="392"/>
            <ns3:sldId id="393"/>
            <ns3:sldId id="2147483623"/>
            <ns3:sldId id="2147483624"/>
            <ns3:sldId id="2147483625"/>
            <ns3:sldId id="2147483633"/>
            <ns3:sldId id="394"/>
            <ns3:sldId id="395"/>
            <ns3:sldId id="396"/>
            <ns3:sldId id="397"/>
            <ns3:sldId id="398"/>
            <ns3:sldId id="399"/>
            <ns3:sldId id="400"/>
            <ns3:sldId id="401"/>
            <ns3:sldId id="402"/>
            <ns3:sldId id="403"/>
            <ns3:sldId id="404"/>
            <ns3:sldId id="2147483635"/>
            <ns3:sldId id="2147483642"/>
            <ns3:sldId id="405"/>
            <ns3:sldId id="406"/>
            <ns3:sldId id="407"/>
            <ns3:sldId id="408"/>
            <ns3:sldId id="2147483645"/>
            <ns3:sldId id="2147483636"/>
            <ns3:sldId id="409"/>
            <ns3:sldId id="410"/>
            <ns3:sldId id="411"/>
            <ns3:sldId id="412"/>
            <ns3:sldId id="2147483637"/>
            <ns3:sldId id="413"/>
            <ns3:sldId id="414"/>
            <ns3:sldId id="415"/>
            <ns3:sldId id="416"/>
            <ns3:sldId id="417"/>
            <ns3:sldId id="418"/>
            <ns3:sldId id="419"/>
            <ns3:sldId id="420"/>
            <ns3:sldId id="421"/>
            <ns3:sldId id="422"/>
            <ns3:sldId id="423"/>
            <ns3:sldId id="424"/>
            <ns3:sldId id="425"/>
            <ns3:sldId id="2147483614"/>
            <ns3:sldId id="2147483626"/>
            <ns3:sldId id="426"/>
            <ns3:sldId id="427"/>
            <ns3:sldId id="428"/>
            <ns3:sldId id="429"/>
            <ns3:sldId id="430"/>
            <ns3:sldId id="2147483619"/>
            <ns3:sldId id="431"/>
            <ns3:sldId id="432"/>
            <ns3:sldId id="433"/>
            <ns3:sldId id="434"/>
            <ns3:sldId id="2147483617"/>
            <ns3:sldId id="435"/>
            <ns3:sldId id="2147483612"/>
            <ns3:sldId id="436"/>
            <ns3:sldId id="437"/>
            <ns3:sldId id="438"/>
            <ns3:sldId id="439"/>
            <ns3:sldId id="440"/>
            <ns3:sldId id="441"/>
            <ns3:sldId id="2147483598"/>
            <ns3:sldId id="442"/>
            <ns3:sldId id="2147483610"/>
            <ns3:sldId id="443"/>
            <ns3:sldId id="444"/>
            <ns3:sldId id="445"/>
            <ns3:sldId id="446"/>
            <ns3:sldId id="447"/>
            <ns3:sldId id="448"/>
            <ns3:sldId id="449"/>
            <ns3:sldId id="450"/>
            <ns3:sldId id="451"/>
            <ns3:sldId id="2147483603"/>
            <ns3:sldId id="452"/>
            <ns3:sldId id="453"/>
            <ns3:sldId id="454"/>
            <ns3:sldId id="455"/>
            <ns3:sldId id="2147483596"/>
            <ns3:sldId id="456"/>
            <ns3:sldId id="457"/>
            <ns3:sldId id="458"/>
            <ns3:sldId id="459"/>
            <ns3:sldId id="460"/>
            <ns3:sldId id="2147483599"/>
            <ns3:sldId id="2147483600"/>
            <ns3:sldId id="2147483601"/>
            <ns3:sldId id="461"/>
            <ns3:sldId id="462"/>
            <ns3:sldId id="463"/>
            <ns3:sldId id="464"/>
            <ns3:sldId id="465"/>
            <ns3:sldId id="466"/>
            <ns3:sldId id="467"/>
            <ns3:sldId id="468"/>
            <ns3:sldId id="469"/>
            <ns3:sldId id="470"/>
            <ns3:sldId id="471"/>
            <ns3:sldId id="472"/>
            <ns3:sldId id="473"/>
            <ns3:sldId id="474"/>
            <ns3:sldId id="475"/>
            <ns3:sldId id="476"/>
            <ns3:sldId id="477"/>
            <ns3:sldId id="478"/>
            <ns3:sldId id="479"/>
            <ns3:sldId id="480"/>
            <ns3:sldId id="481"/>
            <ns3:sldId id="482"/>
            <ns3:sldId id="483"/>
            <ns3:sldId id="484"/>
            <ns3:sldId id="485"/>
            <ns3:sldId id="486"/>
            <ns3:sldId id="487"/>
            <ns3:sldId id="488"/>
            <ns3:sldId id="489"/>
            <ns3:sldId id="490"/>
            <ns3:sldId id="491"/>
            <ns3:sldId id="492"/>
            <ns3:sldId id="493"/>
            <ns3:sldId id="494"/>
            <ns3:sldId id="495"/>
            <ns3:sldId id="496"/>
            <ns3:sldId id="497"/>
            <ns3:sldId id="498"/>
            <ns3:sldId id="499"/>
            <ns3:sldId id="500"/>
            <ns3:sldId id="501"/>
            <ns3:sldId id="502"/>
            <ns3:sldId id="503"/>
            <ns3:sldId id="504"/>
            <ns3:sldId id="505"/>
            <ns3:sldId id="506"/>
            <ns3:sldId id="507"/>
            <ns3:sldId id="508"/>
            <ns3:sldId id="509"/>
            <ns3:sldId id="510"/>
            <ns3:sldId id="511"/>
            <ns3:sldId id="512"/>
            <ns3:sldId id="513"/>
            <ns3:sldId id="514"/>
            <ns3:sldId id="515"/>
          </ns3:sldIdLst>
        </ns3:section>
        <ns3:section name="参考" id="{36EAACEA-9D19-4230-8F5B-2C66447B25E5}">
          <ns3:sldIdLst>
            <ns3:sldId id="257"/>
            <ns3:sldId id="5849"/>
            <ns3:sldId id="5851"/>
            <ns3:sldId id="5852"/>
            <ns3:sldId id="5854"/>
            <ns3:sldId id="5856"/>
            <ns3:sldId id="5858"/>
            <ns3:sldId id="5860"/>
          </ns3:sldIdLst>
        </ns3:section>
      </ns3:sectionLst>
    </p:ext>
    <p:ext uri="{EFAFB233-063F-42B5-8137-9DF3F51BA10A}">
      <ns4:sldGuideLst>
        <ns4:guide id="1" orient="horz" pos="2160" userDrawn="1">
          <ns4:clr>
            <a:srgbClr val="A4A3A4"/>
          </ns4:clr>
        </ns4:guide>
        <ns4:guide id="2" pos="3840" userDrawn="1">
          <ns4:clr>
            <a:srgbClr val="A4A3A4"/>
          </ns4:clr>
        </ns4:guide>
      </ns4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79" d="100"/>
          <a:sy n="79" d="100"/>
        </p:scale>
        <p:origin x="638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heme" Target="theme/theme1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notesMaster" Target="notesMasters/notes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handoutMaster" Target="handoutMasters/handout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presProps" Target="pres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viewProps" Target="viewProps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tableStyles" Target="tableStyles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301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1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18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26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356723509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100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69232775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04043198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ns2:creationId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93281997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356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26700</TotalTime>
  <Words>151113</Words>
  <Application>Microsoft Office PowerPoint</Application>
  <PresentationFormat>ワイド画面</PresentationFormat>
  <Paragraphs>23021</Paragraphs>
  <Slides>356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356</vt:i4>
      </vt:variant>
    </vt:vector>
  </HeadingPairs>
  <TitlesOfParts>
    <vt:vector size="376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XXXX</vt:lpstr>
      <vt:lpstr>XXXX</vt:lpstr>
      <vt:lpstr>XXXX</vt:lpstr>
      <vt:lpstr>レガシーシステムの統廃合：取組の目的・イメージ</vt:lpstr>
      <vt:lpstr>XXXX</vt:lpstr>
      <vt:lpstr>XXXX</vt:lpstr>
      <vt:lpstr>解決策の検討</vt:lpstr>
      <vt:lpstr>全社収益管理最適化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モノづくりDX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(XX/XX)</vt:lpstr>
      <vt:lpstr>全社方針の理解と目標・機能設定 (XX/XX)</vt:lpstr>
      <vt:lpstr>今後の取組に関するご協力のお願い</vt:lpstr>
      <vt:lpstr>DX銘柄を獲得する意義</vt:lpstr>
      <vt:lpstr>XX.解像度が高いテーマのXのイメージ (経営管理 / グローバル連携)</vt:lpstr>
      <vt:lpstr>会議効率化の観点 部門集約意見から整理</vt:lpstr>
      <vt:lpstr>XXX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概要 本取り組みの位置づけ</vt:lpstr>
      <vt:lpstr>取り組みの概要</vt:lpstr>
      <vt:lpstr>需要予測の考え方</vt:lpstr>
      <vt:lpstr>需要予測の考え方</vt:lpstr>
      <vt:lpstr>XXXX</vt:lpstr>
      <vt:lpstr>運用開始時点のBI可視化状況 XXX</vt:lpstr>
      <vt:lpstr>PowerPoint プレゼンテーション</vt:lpstr>
      <vt:lpstr>FYXX支援内容 デジタル戦略部</vt:lpstr>
      <vt:lpstr>FYXX支援内容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サマリ</vt:lpstr>
      <vt:lpstr>PowerPoint プレゼンテーション</vt:lpstr>
      <vt:lpstr>XX.振り返り  XX.XX XXXX年評価実績 (コストダウン・撤退のみ)</vt:lpstr>
      <vt:lpstr>【月次管理】経営管理プロセスに紐づく関連ダッシュボート定義</vt:lpstr>
      <vt:lpstr>【月次管理】XX/XXリリース時の課題と解決の方向性 (案)</vt:lpstr>
      <vt:lpstr>工場生産形態と費用分類</vt:lpstr>
      <vt:lpstr>各社の生産体制 : 定量的比較</vt:lpstr>
      <vt:lpstr>XX. 生産体制・効率の定量比較とインサイト 比較テーブル : XXラインあたりの生産効率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期中評価時_案件評価(XX/XX)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XX/XX: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PEST/XXC分析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(XXonXX情報より) </vt:lpstr>
      <vt:lpstr>デジ戦課題と解決の方向性 (XXonXX情報より)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XX. 目標展開ツリー : デジタル戦略部から各層への垂直統合</vt:lpstr>
      <vt:lpstr>XX.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XXonXXのポイント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デジ戦課題と解決の方向性 (XXonXX情報より)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XXテーマ別 進捗と効果見込み (XXXX年XX月時点) </vt:lpstr>
      <vt:lpstr>エグゼクティブサマリー</vt:lpstr>
      <vt:lpstr>XX. 振り返り｜前回までに明らかになった課題と打ち手 前回 (XX月) までの振り返り : XXつの課題と、合意した打ち手</vt:lpstr>
      <vt:lpstr>XX. 振り返り｜参考：先進企業の動向 (XXXX年) 先進企業は「全社員の底上げ」と「現場での開発・課題設定」を制度で加速している</vt:lpstr>
      <vt:lpstr>XX. 振り返り｜用語の定義 本資料で使う主な用語 ― XXつの視点で整理</vt:lpstr>
      <vt:lpstr>XX. 振り返り｜前回合意事項の進捗 前回 (XX月) に合意したXX施策の進捗</vt:lpstr>
      <vt:lpstr>XX. 振り返り｜育成戦略の全体像 (再掲) 育成は「PL改善」に接続する投資 ― XX層×施策×KPI</vt:lpstr>
      <vt:lpstr>XX. 上期の成果①｜スキルチェック 重点XXロールの充足状況 ― 「誰を育てるか」が部門ごとに見える状態に</vt:lpstr>
      <vt:lpstr>XX. 上期の成果②｜重点育成プログラム 知識習得×実践のXX本柱 ― 修了ではなく「現場実装」を成果として測る</vt:lpstr>
      <vt:lpstr>XX. 上期の成果③｜全社員の生成AI活用 生成AI活用は「個人の効率化」から「チーム・部門の変革」へ</vt:lpstr>
      <vt:lpstr>XX. 下期の重点とご協力のお願い 下期は「検証 → XX年度の資源配分判断」の半期 ― XX点のご協力をお願いしたい</vt:lpstr>
      <vt:lpstr>XXXX</vt:lpstr>
      <vt:lpstr>XXXX</vt:lpstr>
      <vt:lpstr>XXXX</vt:lpstr>
      <vt:lpstr>XXXX</vt:lpstr>
      <vt:lpstr>XXXX</vt:lpstr>
      <vt:lpstr>XXの重点テーマ進捗サマリ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XXつをXXつに集め、人材データを一元化する</vt:lpstr>
      <vt:lpstr>人事DX　長期：人事戦略KPI × DX施策（XXrd STAGE） 長期 人的資本経営 ― 業務ごとのKPIを人材データで測り施策を打つ</vt:lpstr>
      <vt:lpstr>工場DX (OHC : 省人化とXXXX年拠点構想)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PhaseXX〜XX : 旧基幹の廃止 ･ 集約 ･ 移行 統廃合の中身 ― 何を、どの順番で、どこへ移すか</vt:lpstr>
      <vt:lpstr>個別テーマ進捗　レガシーシステムの統廃合 第XX層 : ITインフラ基盤 (クラウド移行 ･ IDaaS ･ サイバーレジリエンス) </vt:lpstr>
      <vt:lpstr>個別テーマ進捗　COXX排出量の可視化 ･ 精緻化 (SSBJ対応) 全体像 何をしているか ― 非財務情報を「決算と同じ品質」で出せる会社に</vt:lpstr>
      <vt:lpstr>COXX排出量の可視化 ･ 精緻化 (SSBJ対応) StepXX : 非財務情報管理プラットフォーム 仕組みの変化 ― Excel手集計から、証跡のそろった統合基盤へ</vt:lpstr>
      <vt:lpstr>ライオンDX戦略ディスカッション XXXX年XX月XX日 (比較基準 : XXXX年XX月XX日)</vt:lpstr>
      <vt:lpstr>XX</vt:lpstr>
      <vt:lpstr>XX</vt:lpstr>
      <vt:lpstr>XX</vt:lpstr>
      <vt:lpstr>XX</vt:lpstr>
      <vt:lpstr>長期要件・与件の全体構造 『XXXX年目指す成果』に接続するKGI-KPIロジックツリー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(XX階層での対比)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XX月→XX月 更新報告</vt:lpstr>
      <vt:lpstr>真因と解決策</vt:lpstr>
      <vt:lpstr>XXつの変革テーマ × XXつの重点施策 (AXX〜DXX) </vt:lpstr>
      <vt:lpstr>Howの全体構造 ― XXつの経営テーマへのMECE接続</vt:lpstr>
      <vt:lpstr>出口 マーケティング・営業DXの姿 (Before → After)</vt:lpstr>
      <vt:lpstr>マイルストーン (FYXX–FYXX)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すべての作業を「XXつの問い」に順番にかける</vt:lpstr>
      <vt:lpstr>XXXX年構想との整合</vt:lpstr>
      <vt:lpstr>予算管理チャネル 投稿ルール  判定・対応フローチャート</vt:lpstr>
      <vt:lpstr>ステップXX 自社で作り続けるべきものは何か</vt:lpstr>
      <vt:lpstr>ステップXX それをどこで作るか</vt:lpstr>
      <vt:lpstr>ステップXX : XXXX年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XX. (海外) 海外経営情報自動収集の進捗状況 システムアセスメント / 業務GAP (As-Is / To-Be) 計画 / 見通</vt:lpstr>
      <vt:lpstr>XX. (海外) 海外経営情報自動収集の進捗状況 可視化可能データ項目 (QDL)</vt:lpstr>
      <vt:lpstr>XX.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XX.振り返り 選定したシステムアーキテクチャ</vt:lpstr>
      <vt:lpstr>XX.今後の進め方とスケジュール 選定したシステムアーキテクチャ＆実行プロジェクト</vt:lpstr>
      <vt:lpstr>XX.要件定義フェーズ概要 対象業務スコープ/システム分担の決定方針</vt:lpstr>
      <vt:lpstr>XX.推進体制と役割、会議体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(XX/XX)</vt:lpstr>
      <vt:lpstr>選定結果フィードバック (XX/XX)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人件費・外注費実績モニタリング（XX/XX）</vt:lpstr>
      <vt:lpstr>人件費・外注費実績モニタリング（XX/XX）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非財務情報管理プラットフォーム構築における「XXつの難所プロセス」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PEST/XXC分析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XX/XX: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はCR更新～革新までXXステップを踏む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58</cp:revision>
  <dcterms:created xsi:type="dcterms:W3CDTF">2024-12-27T03:42:11Z</dcterms:created>
  <dcterms:modified xsi:type="dcterms:W3CDTF">2026-09-28T12:28:18Z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
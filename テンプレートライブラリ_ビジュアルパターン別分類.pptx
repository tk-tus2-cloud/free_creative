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ns3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0"/>
  </p:notesMasterIdLst>
  <p:handoutMasterIdLst>
    <p:handoutMasterId r:id="rId361"/>
  </p:handoutMasterIdLst>
  <p:sldIdLst>
    <p:sldId id="2147483197" r:id="rId5"/>
    <p:sldId id="2147483573" r:id="rId6"/>
    <p:sldId id="2147483272" r:id="rId7"/>
    <p:sldId id="2147483195" r:id="rId8"/>
    <p:sldId id="2147483196" r:id="rId9"/>
    <p:sldId id="2147483280" r:id="rId10"/>
    <p:sldId id="2147483278" r:id="rId11"/>
    <p:sldId id="2147483266" r:id="rId12"/>
    <p:sldId id="2147483264" r:id="rId13"/>
    <p:sldId id="2147483267" r:id="rId14"/>
    <p:sldId id="2147483575" r:id="rId15"/>
    <p:sldId id="2147483325" r:id="rId16"/>
    <p:sldId id="2147483304" r:id="rId17"/>
    <p:sldId id="2147483569" r:id="rId18"/>
    <p:sldId id="2147483306" r:id="rId19"/>
    <p:sldId id="2147483566" r:id="rId20"/>
    <p:sldId id="2147483337" r:id="rId21"/>
    <p:sldId id="2147483341" r:id="rId22"/>
    <p:sldId id="2147483342" r:id="rId23"/>
    <p:sldId id="2147483343" r:id="rId24"/>
    <p:sldId id="2147483311" r:id="rId25"/>
    <p:sldId id="2147483202" r:id="rId26"/>
    <p:sldId id="2147483203" r:id="rId27"/>
    <p:sldId id="2147483210" r:id="rId28"/>
    <p:sldId id="576" r:id="rId29"/>
    <p:sldId id="2147483262" r:id="rId30"/>
    <p:sldId id="377" r:id="rId31"/>
    <p:sldId id="378" r:id="rId32"/>
    <p:sldId id="2147483556" r:id="rId33"/>
    <p:sldId id="2147483548" r:id="rId34"/>
    <p:sldId id="2147483555" r:id="rId35"/>
    <p:sldId id="2147483552" r:id="rId36"/>
    <p:sldId id="2147483545" r:id="rId37"/>
    <p:sldId id="2147483193" r:id="rId38"/>
    <p:sldId id="2147483546" r:id="rId39"/>
    <p:sldId id="2147483328" r:id="rId40"/>
    <p:sldId id="2147483399" r:id="rId41"/>
    <p:sldId id="2147483554" r:id="rId42"/>
    <p:sldId id="2147483189" r:id="rId43"/>
    <p:sldId id="2147483557" r:id="rId44"/>
    <p:sldId id="2147483222" r:id="rId45"/>
    <p:sldId id="2147483224" r:id="rId46"/>
    <p:sldId id="2147483561" r:id="rId47"/>
    <p:sldId id="2147483578" r:id="rId48"/>
    <p:sldId id="2147483223" r:id="rId49"/>
    <p:sldId id="2147483583" r:id="rId50"/>
    <p:sldId id="2147483584" r:id="rId51"/>
    <p:sldId id="2147483585" r:id="rId52"/>
    <p:sldId id="341" r:id="rId53"/>
    <p:sldId id="336" r:id="rId54"/>
    <p:sldId id="337" r:id="rId55"/>
    <p:sldId id="344" r:id="rId56"/>
    <p:sldId id="332" r:id="rId57"/>
    <p:sldId id="2147483589" r:id="rId58"/>
    <p:sldId id="2147483588" r:id="rId59"/>
    <p:sldId id="2147483592" r:id="rId60"/>
    <p:sldId id="2147483593" r:id="rId61"/>
    <p:sldId id="2147483627" r:id="rId62"/>
    <p:sldId id="2147483628" r:id="rId63"/>
    <p:sldId id="2147483629" r:id="rId64"/>
    <p:sldId id="2147483639" r:id="rId65"/>
    <p:sldId id="256" r:id="rId66"/>
    <p:sldId id="2147483644" r:id="rId67"/>
    <p:sldId id="2147483646" r:id="rId68"/>
    <p:sldId id="258" r:id="rId69"/>
    <p:sldId id="2147483631" r:id="rId70"/>
    <p:sldId id="2147483632" r:id="rId71"/>
    <p:sldId id="370" r:id="rId72"/>
    <p:sldId id="261" r:id="rId73"/>
    <p:sldId id="266" r:id="rId74"/>
    <p:sldId id="267" r:id="rId75"/>
    <p:sldId id="268" r:id="rId76"/>
    <p:sldId id="269" r:id="rId77"/>
    <p:sldId id="270" r:id="rId78"/>
    <p:sldId id="272" r:id="rId79"/>
    <p:sldId id="273" r:id="rId80"/>
    <p:sldId id="274" r:id="rId81"/>
    <p:sldId id="275" r:id="rId82"/>
    <p:sldId id="276" r:id="rId83"/>
    <p:sldId id="2147483643" r:id="rId84"/>
    <p:sldId id="277" r:id="rId85"/>
    <p:sldId id="2147483641" r:id="rId86"/>
    <p:sldId id="2147483640" r:id="rId87"/>
    <p:sldId id="280" r:id="rId88"/>
    <p:sldId id="2147483611" r:id="rId89"/>
    <p:sldId id="2147483615" r:id="rId90"/>
    <p:sldId id="2147483613" r:id="rId91"/>
    <p:sldId id="2147483616" r:id="rId92"/>
    <p:sldId id="282" r:id="rId93"/>
    <p:sldId id="283" r:id="rId94"/>
    <p:sldId id="284" r:id="rId95"/>
    <p:sldId id="294" r:id="rId96"/>
    <p:sldId id="296" r:id="rId97"/>
    <p:sldId id="297" r:id="rId98"/>
    <p:sldId id="298" r:id="rId99"/>
    <p:sldId id="299" r:id="rId100"/>
    <p:sldId id="300" r:id="rId101"/>
    <p:sldId id="301" r:id="rId102"/>
    <p:sldId id="2147483377" r:id="rId103"/>
    <p:sldId id="313" r:id="rId104"/>
    <p:sldId id="314" r:id="rId105"/>
    <p:sldId id="315" r:id="rId106"/>
    <p:sldId id="316" r:id="rId107"/>
    <p:sldId id="317" r:id="rId108"/>
    <p:sldId id="318" r:id="rId109"/>
    <p:sldId id="319" r:id="rId110"/>
    <p:sldId id="320" r:id="rId111"/>
    <p:sldId id="321" r:id="rId112"/>
    <p:sldId id="322" r:id="rId113"/>
    <p:sldId id="323" r:id="rId114"/>
    <p:sldId id="324" r:id="rId115"/>
    <p:sldId id="325" r:id="rId116"/>
    <p:sldId id="326" r:id="rId117"/>
    <p:sldId id="2147483595" r:id="rId118"/>
    <p:sldId id="328" r:id="rId119"/>
    <p:sldId id="329" r:id="rId120"/>
    <p:sldId id="2147483597" r:id="rId121"/>
    <p:sldId id="330" r:id="rId122"/>
    <p:sldId id="331" r:id="rId123"/>
    <p:sldId id="327" r:id="rId124"/>
    <p:sldId id="333" r:id="rId125"/>
    <p:sldId id="334" r:id="rId126"/>
    <p:sldId id="335" r:id="rId127"/>
    <p:sldId id="338" r:id="rId128"/>
    <p:sldId id="339" r:id="rId129"/>
    <p:sldId id="340" r:id="rId130"/>
    <p:sldId id="342" r:id="rId131"/>
    <p:sldId id="343" r:id="rId132"/>
    <p:sldId id="345" r:id="rId133"/>
    <p:sldId id="346" r:id="rId134"/>
    <p:sldId id="290" r:id="rId135"/>
    <p:sldId id="278" r:id="rId136"/>
    <p:sldId id="279" r:id="rId137"/>
    <p:sldId id="271" r:id="rId138"/>
    <p:sldId id="2147483191" r:id="rId139"/>
    <p:sldId id="281" r:id="rId140"/>
    <p:sldId id="285" r:id="rId141"/>
    <p:sldId id="286" r:id="rId142"/>
    <p:sldId id="287" r:id="rId143"/>
    <p:sldId id="288" r:id="rId144"/>
    <p:sldId id="289" r:id="rId145"/>
    <p:sldId id="291" r:id="rId146"/>
    <p:sldId id="292" r:id="rId147"/>
    <p:sldId id="293" r:id="rId148"/>
    <p:sldId id="295" r:id="rId149"/>
    <p:sldId id="2147483621" r:id="rId150"/>
    <p:sldId id="2147483622" r:id="rId151"/>
    <p:sldId id="302" r:id="rId152"/>
    <p:sldId id="303" r:id="rId153"/>
    <p:sldId id="304" r:id="rId154"/>
    <p:sldId id="305" r:id="rId155"/>
    <p:sldId id="306" r:id="rId156"/>
    <p:sldId id="307" r:id="rId157"/>
    <p:sldId id="308" r:id="rId158"/>
    <p:sldId id="309" r:id="rId159"/>
    <p:sldId id="310" r:id="rId160"/>
    <p:sldId id="311" r:id="rId161"/>
    <p:sldId id="312" r:id="rId162"/>
    <p:sldId id="347" r:id="rId163"/>
    <p:sldId id="348" r:id="rId164"/>
    <p:sldId id="349" r:id="rId165"/>
    <p:sldId id="350" r:id="rId166"/>
    <p:sldId id="351" r:id="rId167"/>
    <p:sldId id="352" r:id="rId168"/>
    <p:sldId id="353" r:id="rId169"/>
    <p:sldId id="354" r:id="rId170"/>
    <p:sldId id="355" r:id="rId171"/>
    <p:sldId id="356" r:id="rId172"/>
    <p:sldId id="357" r:id="rId173"/>
    <p:sldId id="358" r:id="rId174"/>
    <p:sldId id="359" r:id="rId175"/>
    <p:sldId id="360" r:id="rId176"/>
    <p:sldId id="361" r:id="rId177"/>
    <p:sldId id="362" r:id="rId178"/>
    <p:sldId id="363" r:id="rId179"/>
    <p:sldId id="364" r:id="rId180"/>
    <p:sldId id="365" r:id="rId181"/>
    <p:sldId id="366" r:id="rId182"/>
    <p:sldId id="367" r:id="rId183"/>
    <p:sldId id="368" r:id="rId184"/>
    <p:sldId id="369" r:id="rId185"/>
    <p:sldId id="371" r:id="rId186"/>
    <p:sldId id="372" r:id="rId187"/>
    <p:sldId id="373" r:id="rId188"/>
    <p:sldId id="374" r:id="rId189"/>
    <p:sldId id="375" r:id="rId190"/>
    <p:sldId id="376" r:id="rId191"/>
    <p:sldId id="379" r:id="rId192"/>
    <p:sldId id="380" r:id="rId193"/>
    <p:sldId id="381" r:id="rId194"/>
    <p:sldId id="382" r:id="rId195"/>
    <p:sldId id="383" r:id="rId196"/>
    <p:sldId id="384" r:id="rId197"/>
    <p:sldId id="385" r:id="rId198"/>
    <p:sldId id="386" r:id="rId199"/>
    <p:sldId id="387" r:id="rId200"/>
    <p:sldId id="388" r:id="rId201"/>
    <p:sldId id="389" r:id="rId202"/>
    <p:sldId id="2147483634" r:id="rId203"/>
    <p:sldId id="390" r:id="rId204"/>
    <p:sldId id="2147483630" r:id="rId205"/>
    <p:sldId id="391" r:id="rId206"/>
    <p:sldId id="392" r:id="rId207"/>
    <p:sldId id="393" r:id="rId208"/>
    <p:sldId id="2147483623" r:id="rId209"/>
    <p:sldId id="2147483624" r:id="rId210"/>
    <p:sldId id="2147483625" r:id="rId211"/>
    <p:sldId id="2147483633" r:id="rId212"/>
    <p:sldId id="394" r:id="rId213"/>
    <p:sldId id="395" r:id="rId214"/>
    <p:sldId id="396" r:id="rId215"/>
    <p:sldId id="397" r:id="rId216"/>
    <p:sldId id="398" r:id="rId217"/>
    <p:sldId id="399" r:id="rId218"/>
    <p:sldId id="400" r:id="rId219"/>
    <p:sldId id="401" r:id="rId220"/>
    <p:sldId id="402" r:id="rId221"/>
    <p:sldId id="403" r:id="rId222"/>
    <p:sldId id="404" r:id="rId223"/>
    <p:sldId id="2147483635" r:id="rId224"/>
    <p:sldId id="2147483642" r:id="rId225"/>
    <p:sldId id="405" r:id="rId226"/>
    <p:sldId id="406" r:id="rId227"/>
    <p:sldId id="407" r:id="rId228"/>
    <p:sldId id="408" r:id="rId229"/>
    <p:sldId id="2147483645" r:id="rId230"/>
    <p:sldId id="2147483636" r:id="rId231"/>
    <p:sldId id="409" r:id="rId232"/>
    <p:sldId id="410" r:id="rId233"/>
    <p:sldId id="411" r:id="rId234"/>
    <p:sldId id="412" r:id="rId235"/>
    <p:sldId id="2147483637" r:id="rId236"/>
    <p:sldId id="413" r:id="rId237"/>
    <p:sldId id="414" r:id="rId238"/>
    <p:sldId id="415" r:id="rId239"/>
    <p:sldId id="416" r:id="rId240"/>
    <p:sldId id="417" r:id="rId241"/>
    <p:sldId id="418" r:id="rId242"/>
    <p:sldId id="419" r:id="rId243"/>
    <p:sldId id="420" r:id="rId244"/>
    <p:sldId id="421" r:id="rId245"/>
    <p:sldId id="422" r:id="rId246"/>
    <p:sldId id="423" r:id="rId247"/>
    <p:sldId id="424" r:id="rId248"/>
    <p:sldId id="425" r:id="rId249"/>
    <p:sldId id="2147483614" r:id="rId250"/>
    <p:sldId id="2147483626" r:id="rId251"/>
    <p:sldId id="426" r:id="rId252"/>
    <p:sldId id="427" r:id="rId253"/>
    <p:sldId id="428" r:id="rId254"/>
    <p:sldId id="429" r:id="rId255"/>
    <p:sldId id="430" r:id="rId256"/>
    <p:sldId id="2147483619" r:id="rId257"/>
    <p:sldId id="431" r:id="rId258"/>
    <p:sldId id="432" r:id="rId259"/>
    <p:sldId id="433" r:id="rId260"/>
    <p:sldId id="434" r:id="rId261"/>
    <p:sldId id="2147483617" r:id="rId262"/>
    <p:sldId id="435" r:id="rId263"/>
    <p:sldId id="2147483612" r:id="rId264"/>
    <p:sldId id="436" r:id="rId265"/>
    <p:sldId id="437" r:id="rId266"/>
    <p:sldId id="438" r:id="rId267"/>
    <p:sldId id="439" r:id="rId268"/>
    <p:sldId id="440" r:id="rId269"/>
    <p:sldId id="441" r:id="rId270"/>
    <p:sldId id="2147483598" r:id="rId271"/>
    <p:sldId id="442" r:id="rId272"/>
    <p:sldId id="2147483610" r:id="rId273"/>
    <p:sldId id="443" r:id="rId274"/>
    <p:sldId id="444" r:id="rId275"/>
    <p:sldId id="445" r:id="rId276"/>
    <p:sldId id="446" r:id="rId277"/>
    <p:sldId id="447" r:id="rId278"/>
    <p:sldId id="448" r:id="rId279"/>
    <p:sldId id="449" r:id="rId280"/>
    <p:sldId id="450" r:id="rId281"/>
    <p:sldId id="451" r:id="rId282"/>
    <p:sldId id="2147483603" r:id="rId283"/>
    <p:sldId id="452" r:id="rId284"/>
    <p:sldId id="453" r:id="rId285"/>
    <p:sldId id="454" r:id="rId286"/>
    <p:sldId id="455" r:id="rId287"/>
    <p:sldId id="2147483596" r:id="rId288"/>
    <p:sldId id="456" r:id="rId289"/>
    <p:sldId id="457" r:id="rId290"/>
    <p:sldId id="458" r:id="rId291"/>
    <p:sldId id="459" r:id="rId292"/>
    <p:sldId id="460" r:id="rId293"/>
    <p:sldId id="2147483599" r:id="rId294"/>
    <p:sldId id="2147483600" r:id="rId295"/>
    <p:sldId id="2147483601" r:id="rId296"/>
    <p:sldId id="461" r:id="rId297"/>
    <p:sldId id="462" r:id="rId298"/>
    <p:sldId id="463" r:id="rId299"/>
    <p:sldId id="464" r:id="rId300"/>
    <p:sldId id="465" r:id="rId301"/>
    <p:sldId id="466" r:id="rId302"/>
    <p:sldId id="467" r:id="rId303"/>
    <p:sldId id="468" r:id="rId304"/>
    <p:sldId id="469" r:id="rId305"/>
    <p:sldId id="470" r:id="rId306"/>
    <p:sldId id="471" r:id="rId307"/>
    <p:sldId id="472" r:id="rId308"/>
    <p:sldId id="473" r:id="rId309"/>
    <p:sldId id="474" r:id="rId310"/>
    <p:sldId id="475" r:id="rId311"/>
    <p:sldId id="476" r:id="rId312"/>
    <p:sldId id="477" r:id="rId313"/>
    <p:sldId id="478" r:id="rId314"/>
    <p:sldId id="479" r:id="rId315"/>
    <p:sldId id="480" r:id="rId316"/>
    <p:sldId id="481" r:id="rId317"/>
    <p:sldId id="482" r:id="rId318"/>
    <p:sldId id="483" r:id="rId319"/>
    <p:sldId id="484" r:id="rId320"/>
    <p:sldId id="485" r:id="rId321"/>
    <p:sldId id="486" r:id="rId322"/>
    <p:sldId id="487" r:id="rId323"/>
    <p:sldId id="488" r:id="rId324"/>
    <p:sldId id="489" r:id="rId325"/>
    <p:sldId id="490" r:id="rId326"/>
    <p:sldId id="491" r:id="rId327"/>
    <p:sldId id="492" r:id="rId328"/>
    <p:sldId id="493" r:id="rId329"/>
    <p:sldId id="494" r:id="rId330"/>
    <p:sldId id="495" r:id="rId331"/>
    <p:sldId id="496" r:id="rId332"/>
    <p:sldId id="497" r:id="rId333"/>
    <p:sldId id="498" r:id="rId334"/>
    <p:sldId id="499" r:id="rId335"/>
    <p:sldId id="500" r:id="rId336"/>
    <p:sldId id="501" r:id="rId337"/>
    <p:sldId id="502" r:id="rId338"/>
    <p:sldId id="503" r:id="rId339"/>
    <p:sldId id="504" r:id="rId340"/>
    <p:sldId id="505" r:id="rId341"/>
    <p:sldId id="506" r:id="rId342"/>
    <p:sldId id="507" r:id="rId343"/>
    <p:sldId id="508" r:id="rId344"/>
    <p:sldId id="509" r:id="rId345"/>
    <p:sldId id="510" r:id="rId346"/>
    <p:sldId id="511" r:id="rId347"/>
    <p:sldId id="512" r:id="rId348"/>
    <p:sldId id="513" r:id="rId349"/>
    <p:sldId id="514" r:id="rId350"/>
    <p:sldId id="515" r:id="rId351"/>
    <p:sldId id="257" r:id="rId352"/>
    <p:sldId id="5849" r:id="rId353"/>
    <p:sldId id="5851" r:id="rId354"/>
    <p:sldId id="5852" r:id="rId355"/>
    <p:sldId id="5854" r:id="rId356"/>
    <p:sldId id="5856" r:id="rId357"/>
    <p:sldId id="5858" r:id="rId358"/>
    <p:sldId id="5860" r:id="rId359"/>
  </p:sldIdLst>
  <p:sldSz cx="12192000" cy="6858000"/>
  <p:notesSz cx="6858000" cy="9144000"/>
  <p:custDataLst>
    <p:tags r:id="rId362"/>
  </p:custDataLst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ns3:sldGuideLst>
        <ns3:guide id="1" orient="horz" pos="2160" userDrawn="1">
          <ns3:clr>
            <a:srgbClr val="A4A3A4"/>
          </ns3:clr>
        </ns3:guide>
        <ns3:guide id="2" pos="3840" userDrawn="1">
          <ns3:clr>
            <a:srgbClr val="A4A3A4"/>
          </ns3:clr>
        </ns3:guide>
      </ns3:sldGuideLst>
    </p:ext>
  </p:extLst>
  <p:sectionLst>
    <p:section name="01_タイトル・見出し型" id="1314250674">
      <p:sldIdLst>
        <p:sldId id="2147483262" r:id="rId30"/>
        <p:sldId id="378" r:id="rId32"/>
        <p:sldId id="2147483328" r:id="rId40"/>
        <p:sldId id="2147483189" r:id="rId43"/>
        <p:sldId id="337" r:id="rId55"/>
        <p:sldId id="2147483644" r:id="rId67"/>
        <p:sldId id="273" r:id="rId80"/>
        <p:sldId id="330" r:id="rId122"/>
        <p:sldId id="333" r:id="rId125"/>
        <p:sldId id="290" r:id="rId135"/>
        <p:sldId id="2147483191" r:id="rId139"/>
        <p:sldId id="281" r:id="rId140"/>
        <p:sldId id="287" r:id="rId143"/>
        <p:sldId id="288" r:id="rId144"/>
        <p:sldId id="304" r:id="rId154"/>
        <p:sldId id="309" r:id="rId159"/>
        <p:sldId id="347" r:id="rId163"/>
        <p:sldId id="357" r:id="rId173"/>
        <p:sldId id="363" r:id="rId179"/>
        <p:sldId id="364" r:id="rId180"/>
        <p:sldId id="366" r:id="rId182"/>
        <p:sldId id="504" r:id="rId340"/>
        <p:sldId id="506" r:id="rId342"/>
        <p:sldId id="257" r:id="rId352"/>
        <p:sldId id="5856" r:id="rId357"/>
      </p:sldIdLst>
    </p:section>
    <p:section name="02_プロセス・フロー型" id="1932043213">
      <p:sldIdLst>
        <p:sldId id="2147483573" r:id="rId6"/>
        <p:sldId id="2147483272" r:id="rId7"/>
        <p:sldId id="2147483195" r:id="rId8"/>
        <p:sldId id="2147483280" r:id="rId10"/>
        <p:sldId id="2147483266" r:id="rId12"/>
        <p:sldId id="2147483264" r:id="rId13"/>
        <p:sldId id="2147483267" r:id="rId14"/>
        <p:sldId id="2147483575" r:id="rId15"/>
        <p:sldId id="2147483569" r:id="rId18"/>
        <p:sldId id="2147483341" r:id="rId22"/>
        <p:sldId id="2147483202" r:id="rId26"/>
        <p:sldId id="576" r:id="rId29"/>
        <p:sldId id="377" r:id="rId31"/>
        <p:sldId id="2147483548" r:id="rId34"/>
        <p:sldId id="2147483555" r:id="rId35"/>
        <p:sldId id="2147483552" r:id="rId36"/>
        <p:sldId id="2147483546" r:id="rId39"/>
        <p:sldId id="2147483399" r:id="rId41"/>
        <p:sldId id="2147483554" r:id="rId42"/>
        <p:sldId id="2147483224" r:id="rId46"/>
        <p:sldId id="2147483578" r:id="rId48"/>
        <p:sldId id="344" r:id="rId56"/>
        <p:sldId id="2147483589" r:id="rId58"/>
        <p:sldId id="2147483588" r:id="rId59"/>
        <p:sldId id="2147483627" r:id="rId62"/>
        <p:sldId id="2147483629" r:id="rId64"/>
        <p:sldId id="2147483639" r:id="rId65"/>
        <p:sldId id="256" r:id="rId66"/>
        <p:sldId id="2147483646" r:id="rId68"/>
        <p:sldId id="2147483631" r:id="rId70"/>
        <p:sldId id="261" r:id="rId73"/>
        <p:sldId id="266" r:id="rId74"/>
        <p:sldId id="268" r:id="rId76"/>
        <p:sldId id="269" r:id="rId77"/>
        <p:sldId id="2147483611" r:id="rId89"/>
        <p:sldId id="2147483615" r:id="rId90"/>
        <p:sldId id="2147483613" r:id="rId91"/>
        <p:sldId id="283" r:id="rId94"/>
        <p:sldId id="284" r:id="rId95"/>
        <p:sldId id="294" r:id="rId96"/>
        <p:sldId id="299" r:id="rId100"/>
        <p:sldId id="313" r:id="rId104"/>
        <p:sldId id="314" r:id="rId105"/>
        <p:sldId id="315" r:id="rId106"/>
        <p:sldId id="316" r:id="rId107"/>
        <p:sldId id="318" r:id="rId109"/>
        <p:sldId id="319" r:id="rId110"/>
        <p:sldId id="320" r:id="rId111"/>
        <p:sldId id="321" r:id="rId112"/>
        <p:sldId id="322" r:id="rId113"/>
        <p:sldId id="324" r:id="rId115"/>
        <p:sldId id="326" r:id="rId117"/>
        <p:sldId id="2147483595" r:id="rId118"/>
        <p:sldId id="328" r:id="rId119"/>
        <p:sldId id="2147483597" r:id="rId121"/>
        <p:sldId id="331" r:id="rId123"/>
        <p:sldId id="327" r:id="rId124"/>
        <p:sldId id="335" r:id="rId127"/>
        <p:sldId id="339" r:id="rId129"/>
        <p:sldId id="340" r:id="rId130"/>
        <p:sldId id="343" r:id="rId132"/>
        <p:sldId id="278" r:id="rId136"/>
        <p:sldId id="271" r:id="rId138"/>
        <p:sldId id="286" r:id="rId142"/>
        <p:sldId id="289" r:id="rId145"/>
        <p:sldId id="291" r:id="rId146"/>
        <p:sldId id="292" r:id="rId147"/>
        <p:sldId id="295" r:id="rId149"/>
        <p:sldId id="2147483622" r:id="rId151"/>
        <p:sldId id="303" r:id="rId153"/>
        <p:sldId id="312" r:id="rId162"/>
        <p:sldId id="350" r:id="rId166"/>
        <p:sldId id="353" r:id="rId169"/>
        <p:sldId id="354" r:id="rId170"/>
        <p:sldId id="355" r:id="rId171"/>
        <p:sldId id="359" r:id="rId175"/>
        <p:sldId id="360" r:id="rId176"/>
        <p:sldId id="362" r:id="rId178"/>
        <p:sldId id="365" r:id="rId181"/>
        <p:sldId id="367" r:id="rId183"/>
        <p:sldId id="368" r:id="rId184"/>
        <p:sldId id="371" r:id="rId186"/>
        <p:sldId id="376" r:id="rId191"/>
        <p:sldId id="380" r:id="rId193"/>
        <p:sldId id="382" r:id="rId195"/>
        <p:sldId id="384" r:id="rId197"/>
        <p:sldId id="385" r:id="rId198"/>
        <p:sldId id="386" r:id="rId199"/>
        <p:sldId id="387" r:id="rId200"/>
        <p:sldId id="388" r:id="rId201"/>
        <p:sldId id="390" r:id="rId204"/>
        <p:sldId id="391" r:id="rId206"/>
        <p:sldId id="392" r:id="rId207"/>
        <p:sldId id="2147483624" r:id="rId210"/>
        <p:sldId id="394" r:id="rId213"/>
        <p:sldId id="395" r:id="rId214"/>
        <p:sldId id="396" r:id="rId215"/>
        <p:sldId id="397" r:id="rId216"/>
        <p:sldId id="399" r:id="rId218"/>
        <p:sldId id="2147483636" r:id="rId231"/>
        <p:sldId id="412" r:id="rId235"/>
        <p:sldId id="417" r:id="rId241"/>
        <p:sldId id="421" r:id="rId245"/>
        <p:sldId id="422" r:id="rId246"/>
        <p:sldId id="2147483614" r:id="rId250"/>
        <p:sldId id="428" r:id="rId254"/>
        <p:sldId id="429" r:id="rId255"/>
        <p:sldId id="430" r:id="rId256"/>
        <p:sldId id="431" r:id="rId258"/>
        <p:sldId id="433" r:id="rId260"/>
        <p:sldId id="435" r:id="rId263"/>
        <p:sldId id="2147483610" r:id="rId273"/>
        <p:sldId id="444" r:id="rId275"/>
        <p:sldId id="448" r:id="rId279"/>
        <p:sldId id="451" r:id="rId282"/>
        <p:sldId id="453" r:id="rId285"/>
        <p:sldId id="454" r:id="rId286"/>
        <p:sldId id="455" r:id="rId287"/>
        <p:sldId id="2147483599" r:id="rId294"/>
        <p:sldId id="461" r:id="rId297"/>
        <p:sldId id="468" r:id="rId304"/>
        <p:sldId id="470" r:id="rId306"/>
        <p:sldId id="482" r:id="rId318"/>
        <p:sldId id="483" r:id="rId319"/>
        <p:sldId id="484" r:id="rId320"/>
        <p:sldId id="487" r:id="rId323"/>
        <p:sldId id="489" r:id="rId325"/>
        <p:sldId id="491" r:id="rId327"/>
        <p:sldId id="492" r:id="rId328"/>
        <p:sldId id="495" r:id="rId331"/>
        <p:sldId id="498" r:id="rId334"/>
        <p:sldId id="500" r:id="rId336"/>
        <p:sldId id="501" r:id="rId337"/>
        <p:sldId id="503" r:id="rId339"/>
        <p:sldId id="507" r:id="rId343"/>
        <p:sldId id="508" r:id="rId344"/>
        <p:sldId id="510" r:id="rId346"/>
        <p:sldId id="511" r:id="rId347"/>
        <p:sldId id="5852" r:id="rId355"/>
        <p:sldId id="5860" r:id="rId359"/>
      </p:sldIdLst>
    </p:section>
    <p:section name="04_データ・グラフ型" id="150998273">
      <p:sldIdLst>
        <p:sldId id="2147483342" r:id="rId23"/>
        <p:sldId id="2147483343" r:id="rId24"/>
        <p:sldId id="2147483556" r:id="rId33"/>
        <p:sldId id="2147483545" r:id="rId37"/>
        <p:sldId id="2147483584" r:id="rId51"/>
        <p:sldId id="2147483628" r:id="rId63"/>
        <p:sldId id="2147483632" r:id="rId71"/>
        <p:sldId id="2147483643" r:id="rId84"/>
        <p:sldId id="277" r:id="rId85"/>
        <p:sldId id="2147483641" r:id="rId86"/>
        <p:sldId id="280" r:id="rId88"/>
        <p:sldId id="282" r:id="rId93"/>
        <p:sldId id="297" r:id="rId98"/>
        <p:sldId id="279" r:id="rId137"/>
        <p:sldId id="349" r:id="rId165"/>
        <p:sldId id="351" r:id="rId167"/>
        <p:sldId id="352" r:id="rId168"/>
        <p:sldId id="358" r:id="rId174"/>
        <p:sldId id="375" r:id="rId190"/>
        <p:sldId id="2147483625" r:id="rId211"/>
        <p:sldId id="403" r:id="rId222"/>
        <p:sldId id="409" r:id="rId232"/>
        <p:sldId id="2147483619" r:id="rId257"/>
        <p:sldId id="432" r:id="rId259"/>
        <p:sldId id="2147483603" r:id="rId283"/>
        <p:sldId id="465" r:id="rId301"/>
        <p:sldId id="471" r:id="rId307"/>
        <p:sldId id="472" r:id="rId308"/>
        <p:sldId id="474" r:id="rId310"/>
        <p:sldId id="475" r:id="rId311"/>
        <p:sldId id="476" r:id="rId312"/>
        <p:sldId id="5849" r:id="rId353"/>
      </p:sldIdLst>
    </p:section>
    <p:section name="05_イメージ中心型" id="2091405105">
      <p:sldIdLst>
        <p:sldId id="2147483196" r:id="rId9"/>
        <p:sldId id="2147483325" r:id="rId16"/>
        <p:sldId id="2147483566" r:id="rId20"/>
        <p:sldId id="2147483337" r:id="rId21"/>
        <p:sldId id="2147483193" r:id="rId38"/>
        <p:sldId id="2147483222" r:id="rId45"/>
        <p:sldId id="2147483561" r:id="rId47"/>
        <p:sldId id="341" r:id="rId53"/>
        <p:sldId id="332" r:id="rId57"/>
        <p:sldId id="258" r:id="rId69"/>
        <p:sldId id="370" r:id="rId72"/>
        <p:sldId id="275" r:id="rId82"/>
        <p:sldId id="2147483640" r:id="rId87"/>
        <p:sldId id="298" r:id="rId99"/>
        <p:sldId id="300" r:id="rId101"/>
        <p:sldId id="301" r:id="rId102"/>
        <p:sldId id="2147483377" r:id="rId103"/>
        <p:sldId id="346" r:id="rId134"/>
        <p:sldId id="285" r:id="rId141"/>
        <p:sldId id="2147483621" r:id="rId150"/>
        <p:sldId id="311" r:id="rId161"/>
        <p:sldId id="348" r:id="rId164"/>
        <p:sldId id="361" r:id="rId177"/>
        <p:sldId id="379" r:id="rId192"/>
        <p:sldId id="2147483642" r:id="rId225"/>
        <p:sldId id="405" r:id="rId226"/>
        <p:sldId id="406" r:id="rId227"/>
        <p:sldId id="411" r:id="rId234"/>
        <p:sldId id="437" r:id="rId266"/>
        <p:sldId id="450" r:id="rId281"/>
        <p:sldId id="452" r:id="rId284"/>
        <p:sldId id="458" r:id="rId291"/>
        <p:sldId id="469" r:id="rId305"/>
        <p:sldId id="479" r:id="rId315"/>
        <p:sldId id="486" r:id="rId322"/>
        <p:sldId id="490" r:id="rId326"/>
        <p:sldId id="514" r:id="rId350"/>
        <p:sldId id="515" r:id="rId351"/>
        <p:sldId id="5851" r:id="rId354"/>
      </p:sldIdLst>
    </p:section>
    <p:section name="06_テキスト・説明型" id="1971643612">
      <p:sldIdLst>
        <p:sldId id="2147483197" r:id="rId5"/>
        <p:sldId id="2147483278" r:id="rId11"/>
        <p:sldId id="2147483616" r:id="rId92"/>
        <p:sldId id="356" r:id="rId172"/>
        <p:sldId id="415" r:id="rId239"/>
        <p:sldId id="416" r:id="rId240"/>
        <p:sldId id="434" r:id="rId261"/>
        <p:sldId id="446" r:id="rId277"/>
        <p:sldId id="2147483596" r:id="rId288"/>
        <p:sldId id="466" r:id="rId302"/>
        <p:sldId id="478" r:id="rId314"/>
      </p:sldIdLst>
    </p:section>
    <p:section name="07_インフォグラフィック型" id="1708258283">
      <p:sldIdLst>
        <p:sldId id="2147483304" r:id="rId17"/>
        <p:sldId id="2147483306" r:id="rId19"/>
        <p:sldId id="2147483311" r:id="rId25"/>
        <p:sldId id="2147483203" r:id="rId27"/>
        <p:sldId id="2147483210" r:id="rId28"/>
        <p:sldId id="2147483557" r:id="rId44"/>
        <p:sldId id="2147483223" r:id="rId49"/>
        <p:sldId id="2147483583" r:id="rId50"/>
        <p:sldId id="2147483585" r:id="rId52"/>
        <p:sldId id="336" r:id="rId54"/>
        <p:sldId id="2147483592" r:id="rId60"/>
        <p:sldId id="2147483593" r:id="rId61"/>
        <p:sldId id="267" r:id="rId75"/>
        <p:sldId id="270" r:id="rId78"/>
        <p:sldId id="272" r:id="rId79"/>
        <p:sldId id="274" r:id="rId81"/>
        <p:sldId id="276" r:id="rId83"/>
        <p:sldId id="296" r:id="rId97"/>
        <p:sldId id="317" r:id="rId108"/>
        <p:sldId id="323" r:id="rId114"/>
        <p:sldId id="325" r:id="rId116"/>
        <p:sldId id="329" r:id="rId120"/>
        <p:sldId id="334" r:id="rId126"/>
        <p:sldId id="338" r:id="rId128"/>
        <p:sldId id="342" r:id="rId131"/>
        <p:sldId id="345" r:id="rId133"/>
        <p:sldId id="293" r:id="rId148"/>
        <p:sldId id="302" r:id="rId152"/>
        <p:sldId id="305" r:id="rId155"/>
        <p:sldId id="306" r:id="rId156"/>
        <p:sldId id="307" r:id="rId157"/>
        <p:sldId id="308" r:id="rId158"/>
        <p:sldId id="310" r:id="rId160"/>
        <p:sldId id="369" r:id="rId185"/>
        <p:sldId id="372" r:id="rId187"/>
        <p:sldId id="373" r:id="rId188"/>
        <p:sldId id="374" r:id="rId189"/>
        <p:sldId id="381" r:id="rId194"/>
        <p:sldId id="383" r:id="rId196"/>
        <p:sldId id="389" r:id="rId202"/>
        <p:sldId id="2147483634" r:id="rId203"/>
        <p:sldId id="2147483630" r:id="rId205"/>
        <p:sldId id="393" r:id="rId208"/>
        <p:sldId id="2147483623" r:id="rId209"/>
        <p:sldId id="2147483633" r:id="rId212"/>
        <p:sldId id="398" r:id="rId217"/>
        <p:sldId id="400" r:id="rId219"/>
        <p:sldId id="401" r:id="rId220"/>
        <p:sldId id="402" r:id="rId221"/>
        <p:sldId id="404" r:id="rId223"/>
        <p:sldId id="2147483635" r:id="rId224"/>
        <p:sldId id="407" r:id="rId228"/>
        <p:sldId id="408" r:id="rId229"/>
        <p:sldId id="2147483645" r:id="rId230"/>
        <p:sldId id="410" r:id="rId233"/>
        <p:sldId id="2147483637" r:id="rId236"/>
        <p:sldId id="413" r:id="rId237"/>
        <p:sldId id="414" r:id="rId238"/>
        <p:sldId id="418" r:id="rId242"/>
        <p:sldId id="419" r:id="rId243"/>
        <p:sldId id="420" r:id="rId244"/>
        <p:sldId id="423" r:id="rId247"/>
        <p:sldId id="424" r:id="rId248"/>
        <p:sldId id="425" r:id="rId249"/>
        <p:sldId id="2147483626" r:id="rId251"/>
        <p:sldId id="426" r:id="rId252"/>
        <p:sldId id="427" r:id="rId253"/>
        <p:sldId id="2147483617" r:id="rId262"/>
        <p:sldId id="2147483612" r:id="rId264"/>
        <p:sldId id="436" r:id="rId265"/>
        <p:sldId id="438" r:id="rId267"/>
        <p:sldId id="439" r:id="rId268"/>
        <p:sldId id="440" r:id="rId269"/>
        <p:sldId id="441" r:id="rId270"/>
        <p:sldId id="2147483598" r:id="rId271"/>
        <p:sldId id="442" r:id="rId272"/>
        <p:sldId id="443" r:id="rId274"/>
        <p:sldId id="445" r:id="rId276"/>
        <p:sldId id="447" r:id="rId278"/>
        <p:sldId id="449" r:id="rId280"/>
        <p:sldId id="456" r:id="rId289"/>
        <p:sldId id="457" r:id="rId290"/>
        <p:sldId id="459" r:id="rId292"/>
        <p:sldId id="460" r:id="rId293"/>
        <p:sldId id="2147483600" r:id="rId295"/>
        <p:sldId id="2147483601" r:id="rId296"/>
        <p:sldId id="462" r:id="rId298"/>
        <p:sldId id="463" r:id="rId299"/>
        <p:sldId id="464" r:id="rId300"/>
        <p:sldId id="467" r:id="rId303"/>
        <p:sldId id="473" r:id="rId309"/>
        <p:sldId id="477" r:id="rId313"/>
        <p:sldId id="480" r:id="rId316"/>
        <p:sldId id="481" r:id="rId317"/>
        <p:sldId id="485" r:id="rId321"/>
        <p:sldId id="488" r:id="rId324"/>
        <p:sldId id="493" r:id="rId329"/>
        <p:sldId id="494" r:id="rId330"/>
        <p:sldId id="496" r:id="rId332"/>
        <p:sldId id="497" r:id="rId333"/>
        <p:sldId id="499" r:id="rId335"/>
        <p:sldId id="502" r:id="rId338"/>
        <p:sldId id="505" r:id="rId341"/>
        <p:sldId id="509" r:id="rId345"/>
        <p:sldId id="512" r:id="rId348"/>
        <p:sldId id="513" r:id="rId349"/>
        <p:sldId id="5854" r:id="rId356"/>
        <p:sldId id="5858" r:id="rId358"/>
      </p:sldIdLst>
    </p:section>
  </p:section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69" d="100"/>
          <a:sy n="69" d="100"/>
        </p:scale>
        <p:origin x="86" y="283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ableStyles" Target="tableStyles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handoutMaster" Target="handoutMasters/handout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tags" Target="tags/tag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presProps" Target="presProps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viewProps" Target="view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theme" Target="theme/theme1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25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67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300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7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0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a16:creationId xmlns:a16="http://schemas.microsoft.com/office/drawing/2014/main"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a16:creationId xmlns:a16="http://schemas.microsoft.com/office/drawing/2014/main"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a16:creationId xmlns:a16="http://schemas.microsoft.com/office/drawing/2014/main"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a16:creationId xmlns:a16="http://schemas.microsoft.com/office/drawing/2014/main"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a16:creationId xmlns:a16="http://schemas.microsoft.com/office/drawing/2014/main"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a16:creationId xmlns:a16="http://schemas.microsoft.com/office/drawing/2014/main"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a16:creationId xmlns:a16="http://schemas.microsoft.com/office/drawing/2014/main"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a16:creationId xmlns:a16="http://schemas.microsoft.com/office/drawing/2014/main"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a16:creationId xmlns:a16="http://schemas.microsoft.com/office/drawing/2014/main"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a16:creationId xmlns:a16="http://schemas.microsoft.com/office/drawing/2014/main"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a16:creationId xmlns:a16="http://schemas.microsoft.com/office/drawing/2014/main"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a16:creationId xmlns:a16="http://schemas.microsoft.com/office/drawing/2014/main"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a16:creationId xmlns:a16="http://schemas.microsoft.com/office/drawing/2014/main"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a16:creationId xmlns:a16="http://schemas.microsoft.com/office/drawing/2014/main"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a16:creationId xmlns:a16="http://schemas.microsoft.com/office/drawing/2014/main"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a16:creationId xmlns:a16="http://schemas.microsoft.com/office/drawing/2014/main"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a16:creationId xmlns:a16="http://schemas.microsoft.com/office/drawing/2014/main"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a16:creationId xmlns:a16="http://schemas.microsoft.com/office/drawing/2014/main"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a16:creationId xmlns:a16="http://schemas.microsoft.com/office/drawing/2014/main"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a16:creationId xmlns:a16="http://schemas.microsoft.com/office/drawing/2014/main"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a16:creationId xmlns:a16="http://schemas.microsoft.com/office/drawing/2014/main"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a16:creationId xmlns:a16="http://schemas.microsoft.com/office/drawing/2014/main"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a16:creationId xmlns:a16="http://schemas.microsoft.com/office/drawing/2014/main"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a16:creationId xmlns:a16="http://schemas.microsoft.com/office/drawing/2014/main"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a16:creationId xmlns:a16="http://schemas.microsoft.com/office/drawing/2014/main"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a16:creationId xmlns:a16="http://schemas.microsoft.com/office/drawing/2014/main"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a16:creationId xmlns:a16="http://schemas.microsoft.com/office/drawing/2014/main"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a16:creationId xmlns:a16="http://schemas.microsoft.com/office/drawing/2014/main"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780219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a16:creationId xmlns:a16="http://schemas.microsoft.com/office/drawing/2014/main"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a16:creationId xmlns:a16="http://schemas.microsoft.com/office/drawing/2014/main"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a16:creationId xmlns:a16="http://schemas.microsoft.com/office/drawing/2014/main"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a16:creationId xmlns:a16="http://schemas.microsoft.com/office/drawing/2014/main"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a16:creationId xmlns:a16="http://schemas.microsoft.com/office/drawing/2014/main"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a16:creationId xmlns:a16="http://schemas.microsoft.com/office/drawing/2014/main"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a16:creationId xmlns:a16="http://schemas.microsoft.com/office/drawing/2014/main"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a16:creationId xmlns:a16="http://schemas.microsoft.com/office/drawing/2014/main"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a16:creationId xmlns:a16="http://schemas.microsoft.com/office/drawing/2014/main"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a16:creationId xmlns:a16="http://schemas.microsoft.com/office/drawing/2014/main"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a16:creationId xmlns:a16="http://schemas.microsoft.com/office/drawing/2014/main"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a16:creationId xmlns:a16="http://schemas.microsoft.com/office/drawing/2014/main"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a16:creationId xmlns:a16="http://schemas.microsoft.com/office/drawing/2014/main"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a16:creationId xmlns:a16="http://schemas.microsoft.com/office/drawing/2014/main"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a16:creationId xmlns:a16="http://schemas.microsoft.com/office/drawing/2014/main"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a16:creationId xmlns:a16="http://schemas.microsoft.com/office/drawing/2014/main"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a16:creationId xmlns:a16="http://schemas.microsoft.com/office/drawing/2014/main"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a16:creationId xmlns:a16="http://schemas.microsoft.com/office/drawing/2014/main"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a16:creationId xmlns:a16="http://schemas.microsoft.com/office/drawing/2014/main"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a16:creationId xmlns:a16="http://schemas.microsoft.com/office/drawing/2014/main"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a16:creationId xmlns:a16="http://schemas.microsoft.com/office/drawing/2014/main"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a16:creationId xmlns:a16="http://schemas.microsoft.com/office/drawing/2014/main"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a16:creationId xmlns:a16="http://schemas.microsoft.com/office/drawing/2014/main"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a16:creationId xmlns:a16="http://schemas.microsoft.com/office/drawing/2014/main"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a16:creationId xmlns:a16="http://schemas.microsoft.com/office/drawing/2014/main"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a16:creationId xmlns:a16="http://schemas.microsoft.com/office/drawing/2014/main"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a16:creationId xmlns:a16="http://schemas.microsoft.com/office/drawing/2014/main"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a16:creationId xmlns:a16="http://schemas.microsoft.com/office/drawing/2014/main"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a16:creationId xmlns:a16="http://schemas.microsoft.com/office/drawing/2014/main"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a16:creationId xmlns:a16="http://schemas.microsoft.com/office/drawing/2014/main"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a16:creationId xmlns:a16="http://schemas.microsoft.com/office/drawing/2014/main"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a16:creationId xmlns:a16="http://schemas.microsoft.com/office/drawing/2014/main"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a16:creationId xmlns:a16="http://schemas.microsoft.com/office/drawing/2014/main"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a16:creationId xmlns:a16="http://schemas.microsoft.com/office/drawing/2014/main"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a16:creationId xmlns:a16="http://schemas.microsoft.com/office/drawing/2014/main"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a16:creationId xmlns:a16="http://schemas.microsoft.com/office/drawing/2014/main"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a16:creationId xmlns:a16="http://schemas.microsoft.com/office/drawing/2014/main"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a16:creationId xmlns:a16="http://schemas.microsoft.com/office/drawing/2014/main"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a16:creationId xmlns:a16="http://schemas.microsoft.com/office/drawing/2014/main"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a16:creationId xmlns:a16="http://schemas.microsoft.com/office/drawing/2014/main"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a16:creationId xmlns:a16="http://schemas.microsoft.com/office/drawing/2014/main"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a16:creationId xmlns:a16="http://schemas.microsoft.com/office/drawing/2014/main"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a16:creationId xmlns:a16="http://schemas.microsoft.com/office/drawing/2014/main"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a16:creationId xmlns:a16="http://schemas.microsoft.com/office/drawing/2014/main"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a16:creationId xmlns:a16="http://schemas.microsoft.com/office/drawing/2014/main"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a16:creationId xmlns:a16="http://schemas.microsoft.com/office/drawing/2014/main"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a16:creationId xmlns:a16="http://schemas.microsoft.com/office/drawing/2014/main"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a16:creationId xmlns:a16="http://schemas.microsoft.com/office/drawing/2014/main"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a16:creationId xmlns:a16="http://schemas.microsoft.com/office/drawing/2014/main"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a16:creationId xmlns:a16="http://schemas.microsoft.com/office/drawing/2014/main"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a16:creationId xmlns:a16="http://schemas.microsoft.com/office/drawing/2014/main"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a16:creationId xmlns:a16="http://schemas.microsoft.com/office/drawing/2014/main"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a16:creationId xmlns:a16="http://schemas.microsoft.com/office/drawing/2014/main"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a16:creationId xmlns:a16="http://schemas.microsoft.com/office/drawing/2014/main"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a16:creationId xmlns:a16="http://schemas.microsoft.com/office/drawing/2014/main"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a16:creationId xmlns:a16="http://schemas.microsoft.com/office/drawing/2014/main"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a16:creationId xmlns:a16="http://schemas.microsoft.com/office/drawing/2014/main"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a16:creationId xmlns:a16="http://schemas.microsoft.com/office/drawing/2014/main"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a16:creationId xmlns:a16="http://schemas.microsoft.com/office/drawing/2014/main"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a16:creationId xmlns:a16="http://schemas.microsoft.com/office/drawing/2014/main"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a16:creationId xmlns:a16="http://schemas.microsoft.com/office/drawing/2014/main"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a16:creationId xmlns:a16="http://schemas.microsoft.com/office/drawing/2014/main"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a16:creationId xmlns:a16="http://schemas.microsoft.com/office/drawing/2014/main"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a16:creationId xmlns:a16="http://schemas.microsoft.com/office/drawing/2014/main"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a16:creationId xmlns:a16="http://schemas.microsoft.com/office/drawing/2014/main"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a16:creationId xmlns:a16="http://schemas.microsoft.com/office/drawing/2014/main"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a16:creationId xmlns:a16="http://schemas.microsoft.com/office/drawing/2014/main"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a16:creationId xmlns:a16="http://schemas.microsoft.com/office/drawing/2014/main"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a16:creationId xmlns:a16="http://schemas.microsoft.com/office/drawing/2014/main"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a16:creationId xmlns:a16="http://schemas.microsoft.com/office/drawing/2014/main"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a16:creationId xmlns:a16="http://schemas.microsoft.com/office/drawing/2014/main"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a16:creationId xmlns:a16="http://schemas.microsoft.com/office/drawing/2014/main"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a16:creationId xmlns:a16="http://schemas.microsoft.com/office/drawing/2014/main"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a16:creationId xmlns:a16="http://schemas.microsoft.com/office/drawing/2014/main"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a16:creationId xmlns:a16="http://schemas.microsoft.com/office/drawing/2014/main"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a16:creationId xmlns:a16="http://schemas.microsoft.com/office/drawing/2014/main"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a16:creationId xmlns:a16="http://schemas.microsoft.com/office/drawing/2014/main"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a16:creationId xmlns:a16="http://schemas.microsoft.com/office/drawing/2014/main"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a16:creationId xmlns:a16="http://schemas.microsoft.com/office/drawing/2014/main"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a16:creationId xmlns:a16="http://schemas.microsoft.com/office/drawing/2014/main"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a16:creationId xmlns:a16="http://schemas.microsoft.com/office/drawing/2014/main"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a16:creationId xmlns:a16="http://schemas.microsoft.com/office/drawing/2014/main"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a16:creationId xmlns:a16="http://schemas.microsoft.com/office/drawing/2014/main"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a16:creationId xmlns:a16="http://schemas.microsoft.com/office/drawing/2014/main"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a16:creationId xmlns:a16="http://schemas.microsoft.com/office/drawing/2014/main"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a16:creationId xmlns:a16="http://schemas.microsoft.com/office/drawing/2014/main"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a16:creationId xmlns:a16="http://schemas.microsoft.com/office/drawing/2014/main"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a16:creationId xmlns:a16="http://schemas.microsoft.com/office/drawing/2014/main"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a16:creationId xmlns:a16="http://schemas.microsoft.com/office/drawing/2014/main"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a16:creationId xmlns:a16="http://schemas.microsoft.com/office/drawing/2014/main"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a16:creationId xmlns:a16="http://schemas.microsoft.com/office/drawing/2014/main"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a16:creationId xmlns:a16="http://schemas.microsoft.com/office/drawing/2014/main"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a16:creationId xmlns:a16="http://schemas.microsoft.com/office/drawing/2014/main"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a16:creationId xmlns:a16="http://schemas.microsoft.com/office/drawing/2014/main"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a16:creationId xmlns:a16="http://schemas.microsoft.com/office/drawing/2014/main"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a16:creationId xmlns:a16="http://schemas.microsoft.com/office/drawing/2014/main"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a16:creationId xmlns:a16="http://schemas.microsoft.com/office/drawing/2014/main"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a16:creationId xmlns:a16="http://schemas.microsoft.com/office/drawing/2014/main"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a16:creationId xmlns:a16="http://schemas.microsoft.com/office/drawing/2014/main"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a16:creationId xmlns:a16="http://schemas.microsoft.com/office/drawing/2014/main"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a16:creationId xmlns:a16="http://schemas.microsoft.com/office/drawing/2014/main"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a16:creationId xmlns:a16="http://schemas.microsoft.com/office/drawing/2014/main"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a16:creationId xmlns:a16="http://schemas.microsoft.com/office/drawing/2014/main"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a16:creationId xmlns:a16="http://schemas.microsoft.com/office/drawing/2014/main"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a16:creationId xmlns:a16="http://schemas.microsoft.com/office/drawing/2014/main"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a16:creationId xmlns:a16="http://schemas.microsoft.com/office/drawing/2014/main"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a16:creationId xmlns:a16="http://schemas.microsoft.com/office/drawing/2014/main"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a16:creationId xmlns:a16="http://schemas.microsoft.com/office/drawing/2014/main"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a16:creationId xmlns:a16="http://schemas.microsoft.com/office/drawing/2014/main"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a16:creationId xmlns:a16="http://schemas.microsoft.com/office/drawing/2014/main"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a16:creationId xmlns:a16="http://schemas.microsoft.com/office/drawing/2014/main"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a16:creationId xmlns:a16="http://schemas.microsoft.com/office/drawing/2014/main"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a16:creationId xmlns:a16="http://schemas.microsoft.com/office/drawing/2014/main"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a16:creationId xmlns:a16="http://schemas.microsoft.com/office/drawing/2014/main"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a16:creationId xmlns:a16="http://schemas.microsoft.com/office/drawing/2014/main"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a16:creationId xmlns:a16="http://schemas.microsoft.com/office/drawing/2014/main"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a16:creationId xmlns:a16="http://schemas.microsoft.com/office/drawing/2014/main"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a16:creationId xmlns:a16="http://schemas.microsoft.com/office/drawing/2014/main"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a16:creationId xmlns:a16="http://schemas.microsoft.com/office/drawing/2014/main"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a16:creationId xmlns:a16="http://schemas.microsoft.com/office/drawing/2014/main"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a16:creationId xmlns:a16="http://schemas.microsoft.com/office/drawing/2014/main"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866357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a16:creationId xmlns:a16="http://schemas.microsoft.com/office/drawing/2014/main"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a16:creationId xmlns:a16="http://schemas.microsoft.com/office/drawing/2014/main"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a16:creationId xmlns:a16="http://schemas.microsoft.com/office/drawing/2014/main"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a16:creationId xmlns:a16="http://schemas.microsoft.com/office/drawing/2014/main"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a16:creationId xmlns:a16="http://schemas.microsoft.com/office/drawing/2014/main"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a16:creationId xmlns:a16="http://schemas.microsoft.com/office/drawing/2014/main"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a16:creationId xmlns:a16="http://schemas.microsoft.com/office/drawing/2014/main"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a16:creationId xmlns:a16="http://schemas.microsoft.com/office/drawing/2014/main"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a16:creationId xmlns:a16="http://schemas.microsoft.com/office/drawing/2014/main"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a16:creationId xmlns:a16="http://schemas.microsoft.com/office/drawing/2014/main"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a16:creationId xmlns:a16="http://schemas.microsoft.com/office/drawing/2014/main"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a16:creationId xmlns:a16="http://schemas.microsoft.com/office/drawing/2014/main"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a16:creationId xmlns:a16="http://schemas.microsoft.com/office/drawing/2014/main"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a16:creationId xmlns:a16="http://schemas.microsoft.com/office/drawing/2014/main"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a16:creationId xmlns:a16="http://schemas.microsoft.com/office/drawing/2014/main"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a16:creationId xmlns:a16="http://schemas.microsoft.com/office/drawing/2014/main"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a16:creationId xmlns:a16="http://schemas.microsoft.com/office/drawing/2014/main"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a16:creationId xmlns:a16="http://schemas.microsoft.com/office/drawing/2014/main"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a16:creationId xmlns:a16="http://schemas.microsoft.com/office/drawing/2014/main"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a16:creationId xmlns:a16="http://schemas.microsoft.com/office/drawing/2014/main"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a16:creationId xmlns:a16="http://schemas.microsoft.com/office/drawing/2014/main"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a16:creationId xmlns:a16="http://schemas.microsoft.com/office/drawing/2014/main"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a16:creationId xmlns:a16="http://schemas.microsoft.com/office/drawing/2014/main"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a16:creationId xmlns:a16="http://schemas.microsoft.com/office/drawing/2014/main"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a16:creationId xmlns:a16="http://schemas.microsoft.com/office/drawing/2014/main"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a16:creationId xmlns:a16="http://schemas.microsoft.com/office/drawing/2014/main"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a16:creationId xmlns:a16="http://schemas.microsoft.com/office/drawing/2014/main"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a16:creationId xmlns:a16="http://schemas.microsoft.com/office/drawing/2014/main"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a16:creationId xmlns:a16="http://schemas.microsoft.com/office/drawing/2014/main"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a16:creationId xmlns:a16="http://schemas.microsoft.com/office/drawing/2014/main"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a16:creationId xmlns:a16="http://schemas.microsoft.com/office/drawing/2014/main"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a16:creationId xmlns:a16="http://schemas.microsoft.com/office/drawing/2014/main"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a16:creationId xmlns:a16="http://schemas.microsoft.com/office/drawing/2014/main"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a16:creationId xmlns:a16="http://schemas.microsoft.com/office/drawing/2014/main"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a16:creationId xmlns:a16="http://schemas.microsoft.com/office/drawing/2014/main"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a16:creationId xmlns:a16="http://schemas.microsoft.com/office/drawing/2014/main"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a16:creationId xmlns:a16="http://schemas.microsoft.com/office/drawing/2014/main"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a16:creationId xmlns:a16="http://schemas.microsoft.com/office/drawing/2014/main"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a16:creationId xmlns:a16="http://schemas.microsoft.com/office/drawing/2014/main"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a16:creationId xmlns:a16="http://schemas.microsoft.com/office/drawing/2014/main"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a16:creationId xmlns:a16="http://schemas.microsoft.com/office/drawing/2014/main"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a16:creationId xmlns:a16="http://schemas.microsoft.com/office/drawing/2014/main"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a16:creationId xmlns:a16="http://schemas.microsoft.com/office/drawing/2014/main"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a16:creationId xmlns:a16="http://schemas.microsoft.com/office/drawing/2014/main"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a16:creationId xmlns:a16="http://schemas.microsoft.com/office/drawing/2014/main"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a16:creationId xmlns:a16="http://schemas.microsoft.com/office/drawing/2014/main"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a16:creationId xmlns:a16="http://schemas.microsoft.com/office/drawing/2014/main"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a16:creationId xmlns:a16="http://schemas.microsoft.com/office/drawing/2014/main"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a16:creationId xmlns:a16="http://schemas.microsoft.com/office/drawing/2014/main"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a16:creationId xmlns:a16="http://schemas.microsoft.com/office/drawing/2014/main"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a16:creationId xmlns:a16="http://schemas.microsoft.com/office/drawing/2014/main"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a16:creationId xmlns:a16="http://schemas.microsoft.com/office/drawing/2014/main"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a16:creationId xmlns:a16="http://schemas.microsoft.com/office/drawing/2014/main"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a16:creationId xmlns:a16="http://schemas.microsoft.com/office/drawing/2014/main"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a16:creationId xmlns:a16="http://schemas.microsoft.com/office/drawing/2014/main"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a16:creationId xmlns:a16="http://schemas.microsoft.com/office/drawing/2014/main"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a16:creationId xmlns:a16="http://schemas.microsoft.com/office/drawing/2014/main"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a16:creationId xmlns:a16="http://schemas.microsoft.com/office/drawing/2014/main"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a16:creationId xmlns:a16="http://schemas.microsoft.com/office/drawing/2014/main"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a16:creationId xmlns:a16="http://schemas.microsoft.com/office/drawing/2014/main"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a16:creationId xmlns:a16="http://schemas.microsoft.com/office/drawing/2014/main"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a16:creationId xmlns:a16="http://schemas.microsoft.com/office/drawing/2014/main"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a16:creationId xmlns:a16="http://schemas.microsoft.com/office/drawing/2014/main"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a16:creationId xmlns:a16="http://schemas.microsoft.com/office/drawing/2014/main"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a16:creationId xmlns:a16="http://schemas.microsoft.com/office/drawing/2014/main"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a16:creationId xmlns:a16="http://schemas.microsoft.com/office/drawing/2014/main"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a16:creationId xmlns:a16="http://schemas.microsoft.com/office/drawing/2014/main"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a16:creationId xmlns:a16="http://schemas.microsoft.com/office/drawing/2014/main"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a16:creationId xmlns:a16="http://schemas.microsoft.com/office/drawing/2014/main"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a16:creationId xmlns:a16="http://schemas.microsoft.com/office/drawing/2014/main"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a16:creationId xmlns:a16="http://schemas.microsoft.com/office/drawing/2014/main"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813150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a16:creationId xmlns:a16="http://schemas.microsoft.com/office/drawing/2014/main"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a16:creationId xmlns:a16="http://schemas.microsoft.com/office/drawing/2014/main"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a16:creationId xmlns:a16="http://schemas.microsoft.com/office/drawing/2014/main"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a16:creationId xmlns:a16="http://schemas.microsoft.com/office/drawing/2014/main"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a16:creationId xmlns:a16="http://schemas.microsoft.com/office/drawing/2014/main"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a16:creationId xmlns:a16="http://schemas.microsoft.com/office/drawing/2014/main"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a16:creationId xmlns:a16="http://schemas.microsoft.com/office/drawing/2014/main"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a16:creationId xmlns:a16="http://schemas.microsoft.com/office/drawing/2014/main"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a16:creationId xmlns:a16="http://schemas.microsoft.com/office/drawing/2014/main"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a16:creationId xmlns:a16="http://schemas.microsoft.com/office/drawing/2014/main"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a16:creationId xmlns:a16="http://schemas.microsoft.com/office/drawing/2014/main"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a16:creationId xmlns:a16="http://schemas.microsoft.com/office/drawing/2014/main"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a16:creationId xmlns:a16="http://schemas.microsoft.com/office/drawing/2014/main"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a16:creationId xmlns:a16="http://schemas.microsoft.com/office/drawing/2014/main"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a16:creationId xmlns:a16="http://schemas.microsoft.com/office/drawing/2014/main"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a16:creationId xmlns:a16="http://schemas.microsoft.com/office/drawing/2014/main"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a16:creationId xmlns:a16="http://schemas.microsoft.com/office/drawing/2014/main"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a16:creationId xmlns:a16="http://schemas.microsoft.com/office/drawing/2014/main"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a16:creationId xmlns:a16="http://schemas.microsoft.com/office/drawing/2014/main"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a16:creationId xmlns:a16="http://schemas.microsoft.com/office/drawing/2014/main"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a16:creationId xmlns:a16="http://schemas.microsoft.com/office/drawing/2014/main"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a16:creationId xmlns:a16="http://schemas.microsoft.com/office/drawing/2014/main"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a16:creationId xmlns:a16="http://schemas.microsoft.com/office/drawing/2014/main"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a16:creationId xmlns:a16="http://schemas.microsoft.com/office/drawing/2014/main"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a16:creationId xmlns:a16="http://schemas.microsoft.com/office/drawing/2014/main"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a16:creationId xmlns:a16="http://schemas.microsoft.com/office/drawing/2014/main"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a16:creationId xmlns:a16="http://schemas.microsoft.com/office/drawing/2014/main"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a16:creationId xmlns:a16="http://schemas.microsoft.com/office/drawing/2014/main"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a16:creationId xmlns:a16="http://schemas.microsoft.com/office/drawing/2014/main"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a16:creationId xmlns:a16="http://schemas.microsoft.com/office/drawing/2014/main"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a16:creationId xmlns:a16="http://schemas.microsoft.com/office/drawing/2014/main"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a16:creationId xmlns:a16="http://schemas.microsoft.com/office/drawing/2014/main"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a16:creationId xmlns:a16="http://schemas.microsoft.com/office/drawing/2014/main"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a16:creationId xmlns:a16="http://schemas.microsoft.com/office/drawing/2014/main"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a16:creationId xmlns:a16="http://schemas.microsoft.com/office/drawing/2014/main"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a16:creationId xmlns:a16="http://schemas.microsoft.com/office/drawing/2014/main"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a16:creationId xmlns:a16="http://schemas.microsoft.com/office/drawing/2014/main"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a16:creationId xmlns:a16="http://schemas.microsoft.com/office/drawing/2014/main"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a16:creationId xmlns:a16="http://schemas.microsoft.com/office/drawing/2014/main"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a16:creationId xmlns:a16="http://schemas.microsoft.com/office/drawing/2014/main"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a16:creationId xmlns:a16="http://schemas.microsoft.com/office/drawing/2014/main"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a16:creationId xmlns:a16="http://schemas.microsoft.com/office/drawing/2014/main"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a16:creationId xmlns:a16="http://schemas.microsoft.com/office/drawing/2014/main"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a16:creationId xmlns:a16="http://schemas.microsoft.com/office/drawing/2014/main"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a16:creationId xmlns:a16="http://schemas.microsoft.com/office/drawing/2014/main"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a16:creationId xmlns:a16="http://schemas.microsoft.com/office/drawing/2014/main"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a16:creationId xmlns:a16="http://schemas.microsoft.com/office/drawing/2014/main"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a16:creationId xmlns:a16="http://schemas.microsoft.com/office/drawing/2014/main"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a16:creationId xmlns:a16="http://schemas.microsoft.com/office/drawing/2014/main"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a16:creationId xmlns:a16="http://schemas.microsoft.com/office/drawing/2014/main"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a16:creationId xmlns:a16="http://schemas.microsoft.com/office/drawing/2014/main"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a16:creationId xmlns:a16="http://schemas.microsoft.com/office/drawing/2014/main"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a16:creationId xmlns:a16="http://schemas.microsoft.com/office/drawing/2014/main"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a16:creationId xmlns:a16="http://schemas.microsoft.com/office/drawing/2014/main"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a16:creationId xmlns:a16="http://schemas.microsoft.com/office/drawing/2014/main"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a16:creationId xmlns:a16="http://schemas.microsoft.com/office/drawing/2014/main"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a16:creationId xmlns:a16="http://schemas.microsoft.com/office/drawing/2014/main"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a16:creationId xmlns:a16="http://schemas.microsoft.com/office/drawing/2014/main"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a16:creationId xmlns:a16="http://schemas.microsoft.com/office/drawing/2014/main"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a16:creationId xmlns:a16="http://schemas.microsoft.com/office/drawing/2014/main"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a16:creationId xmlns:a16="http://schemas.microsoft.com/office/drawing/2014/main"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a16:creationId xmlns:a16="http://schemas.microsoft.com/office/drawing/2014/main"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a16:creationId xmlns:a16="http://schemas.microsoft.com/office/drawing/2014/main"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a16:creationId xmlns:a16="http://schemas.microsoft.com/office/drawing/2014/main"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a16:creationId xmlns:a16="http://schemas.microsoft.com/office/drawing/2014/main"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a16:creationId xmlns:a16="http://schemas.microsoft.com/office/drawing/2014/main"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a16:creationId xmlns:a16="http://schemas.microsoft.com/office/drawing/2014/main"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a16:creationId xmlns:a16="http://schemas.microsoft.com/office/drawing/2014/main"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a16:creationId xmlns:a16="http://schemas.microsoft.com/office/drawing/2014/main"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a16:creationId xmlns:a16="http://schemas.microsoft.com/office/drawing/2014/main"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a16:creationId xmlns:a16="http://schemas.microsoft.com/office/drawing/2014/main"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a16:creationId xmlns:a16="http://schemas.microsoft.com/office/drawing/2014/main"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a16:creationId xmlns:a16="http://schemas.microsoft.com/office/drawing/2014/main"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a16:creationId xmlns:a16="http://schemas.microsoft.com/office/drawing/2014/main"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a16:creationId xmlns:a16="http://schemas.microsoft.com/office/drawing/2014/main"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a16:creationId xmlns:a16="http://schemas.microsoft.com/office/drawing/2014/main"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a16:creationId xmlns:a16="http://schemas.microsoft.com/office/drawing/2014/main"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a16:creationId xmlns:a16="http://schemas.microsoft.com/office/drawing/2014/main"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a16:creationId xmlns:a16="http://schemas.microsoft.com/office/drawing/2014/main"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a16:creationId xmlns:a16="http://schemas.microsoft.com/office/drawing/2014/main"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a16:creationId xmlns:a16="http://schemas.microsoft.com/office/drawing/2014/main"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a16:creationId xmlns:a16="http://schemas.microsoft.com/office/drawing/2014/main"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a16:creationId xmlns:a16="http://schemas.microsoft.com/office/drawing/2014/main"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a16:creationId xmlns:a16="http://schemas.microsoft.com/office/drawing/2014/main"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a16:creationId xmlns:a16="http://schemas.microsoft.com/office/drawing/2014/main"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a16:creationId xmlns:a16="http://schemas.microsoft.com/office/drawing/2014/main"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a16:creationId xmlns:a16="http://schemas.microsoft.com/office/drawing/2014/main"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a16:creationId xmlns:a16="http://schemas.microsoft.com/office/drawing/2014/main"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a16:creationId xmlns:a16="http://schemas.microsoft.com/office/drawing/2014/main"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a16:creationId xmlns:a16="http://schemas.microsoft.com/office/drawing/2014/main"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a16:creationId xmlns:a16="http://schemas.microsoft.com/office/drawing/2014/main"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a16:creationId xmlns:a16="http://schemas.microsoft.com/office/drawing/2014/main"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a16:creationId xmlns:a16="http://schemas.microsoft.com/office/drawing/2014/main"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a16:creationId xmlns:a16="http://schemas.microsoft.com/office/drawing/2014/main"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a16:creationId xmlns:a16="http://schemas.microsoft.com/office/drawing/2014/main"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a16:creationId xmlns:a16="http://schemas.microsoft.com/office/drawing/2014/main"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a16:creationId xmlns:a16="http://schemas.microsoft.com/office/drawing/2014/main"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a16:creationId xmlns:a16="http://schemas.microsoft.com/office/drawing/2014/main"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a16:creationId xmlns:a16="http://schemas.microsoft.com/office/drawing/2014/main"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a16:creationId xmlns:a16="http://schemas.microsoft.com/office/drawing/2014/main"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a16:creationId xmlns:a16="http://schemas.microsoft.com/office/drawing/2014/main"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a16:creationId xmlns:a16="http://schemas.microsoft.com/office/drawing/2014/main"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a16:creationId xmlns:a16="http://schemas.microsoft.com/office/drawing/2014/main"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a16:creationId xmlns:a16="http://schemas.microsoft.com/office/drawing/2014/main"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a16:creationId xmlns:a16="http://schemas.microsoft.com/office/drawing/2014/main"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921807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a16:creationId xmlns:a16="http://schemas.microsoft.com/office/drawing/2014/main"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a16:creationId xmlns:a16="http://schemas.microsoft.com/office/drawing/2014/main"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a16:creationId xmlns:a16="http://schemas.microsoft.com/office/drawing/2014/main"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a16:creationId xmlns:a16="http://schemas.microsoft.com/office/drawing/2014/main"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a16:creationId xmlns:a16="http://schemas.microsoft.com/office/drawing/2014/main"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a16:creationId xmlns:a16="http://schemas.microsoft.com/office/drawing/2014/main"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a16:creationId xmlns:a16="http://schemas.microsoft.com/office/drawing/2014/main"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a16:creationId xmlns:a16="http://schemas.microsoft.com/office/drawing/2014/main"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a16:creationId xmlns:a16="http://schemas.microsoft.com/office/drawing/2014/main"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a16:creationId xmlns:a16="http://schemas.microsoft.com/office/drawing/2014/main"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a16:creationId xmlns:a16="http://schemas.microsoft.com/office/drawing/2014/main"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a16:creationId xmlns:a16="http://schemas.microsoft.com/office/drawing/2014/main"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a16:creationId xmlns:a16="http://schemas.microsoft.com/office/drawing/2014/main"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886978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a16:creationId xmlns:a16="http://schemas.microsoft.com/office/drawing/2014/main"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a16:creationId xmlns:a16="http://schemas.microsoft.com/office/drawing/2014/main"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a16:creationId xmlns:a16="http://schemas.microsoft.com/office/drawing/2014/main"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a16:creationId xmlns:a16="http://schemas.microsoft.com/office/drawing/2014/main"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a16:creationId xmlns:a16="http://schemas.microsoft.com/office/drawing/2014/main"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a1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a16:creationId xmlns:a16="http://schemas.microsoft.com/office/drawing/2014/main"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bg2"/>
                          </a:solidFill>
                        </a1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a16:creationId xmlns:a16="http://schemas.microsoft.com/office/drawing/2014/main"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a16:creationId xmlns:a16="http://schemas.microsoft.com/office/drawing/2014/main"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a16:creationId xmlns:a16="http://schemas.microsoft.com/office/drawing/2014/main"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a16:creationId xmlns:a16="http://schemas.microsoft.com/office/drawing/2014/main"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a16:creationId xmlns:a16="http://schemas.microsoft.com/office/drawing/2014/main"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a1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a16:creationId xmlns:a16="http://schemas.microsoft.com/office/drawing/2014/main"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bg2"/>
                          </a:solidFill>
                        </a1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a16:creationId xmlns:a16="http://schemas.microsoft.com/office/drawing/2014/main"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a16:creationId xmlns:a16="http://schemas.microsoft.com/office/drawing/2014/main"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a16:creationId xmlns:a16="http://schemas.microsoft.com/office/drawing/2014/main"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a16:creationId xmlns:a16="http://schemas.microsoft.com/office/drawing/2014/main"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a16:creationId xmlns:a16="http://schemas.microsoft.com/office/drawing/2014/main"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a1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a16:creationId xmlns:a16="http://schemas.microsoft.com/office/drawing/2014/main"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bg2"/>
                          </a:solidFill>
                        </a1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a16:creationId xmlns:a16="http://schemas.microsoft.com/office/drawing/2014/main"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a16:creationId xmlns:a16="http://schemas.microsoft.com/office/drawing/2014/main"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a16:creationId xmlns:a16="http://schemas.microsoft.com/office/drawing/2014/main"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a16:creationId xmlns:a16="http://schemas.microsoft.com/office/drawing/2014/main"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a16:creationId xmlns:a16="http://schemas.microsoft.com/office/drawing/2014/main"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a16:creationId xmlns:a16="http://schemas.microsoft.com/office/drawing/2014/main"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a16:creationId xmlns:a16="http://schemas.microsoft.com/office/drawing/2014/main"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a16:creationId xmlns:a16="http://schemas.microsoft.com/office/drawing/2014/main"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a16:creationId xmlns:a16="http://schemas.microsoft.com/office/drawing/2014/main"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a16:creationId xmlns:a16="http://schemas.microsoft.com/office/drawing/2014/main"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a16:creationId xmlns:a16="http://schemas.microsoft.com/office/drawing/2014/main"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a16:creationId xmlns:a16="http://schemas.microsoft.com/office/drawing/2014/main"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a16:creationId xmlns:a16="http://schemas.microsoft.com/office/drawing/2014/main"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a16:creationId xmlns:a16="http://schemas.microsoft.com/office/drawing/2014/main"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a16:creationId xmlns:a16="http://schemas.microsoft.com/office/drawing/2014/main"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a16:creationId xmlns:a16="http://schemas.microsoft.com/office/drawing/2014/main"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a16:creationId xmlns:a16="http://schemas.microsoft.com/office/drawing/2014/main"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a16:creationId xmlns:a16="http://schemas.microsoft.com/office/drawing/2014/main"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a16:creationId xmlns:a16="http://schemas.microsoft.com/office/drawing/2014/main"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a16:creationId xmlns:a16="http://schemas.microsoft.com/office/drawing/2014/main"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a16:creationId xmlns:a16="http://schemas.microsoft.com/office/drawing/2014/main"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a16:creationId xmlns:a16="http://schemas.microsoft.com/office/drawing/2014/main"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a16:creationId xmlns:a16="http://schemas.microsoft.com/office/drawing/2014/main"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a16:creationId xmlns:a16="http://schemas.microsoft.com/office/drawing/2014/main"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a16:creationId xmlns:a16="http://schemas.microsoft.com/office/drawing/2014/main"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a16:creationId xmlns:a16="http://schemas.microsoft.com/office/drawing/2014/main"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a16:creationId xmlns:a16="http://schemas.microsoft.com/office/drawing/2014/main"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a16:creationId xmlns:a16="http://schemas.microsoft.com/office/drawing/2014/main"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a16:creationId xmlns:a16="http://schemas.microsoft.com/office/drawing/2014/main"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a16:creationId xmlns:a16="http://schemas.microsoft.com/office/drawing/2014/main"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a16:creationId xmlns:a16="http://schemas.microsoft.com/office/drawing/2014/main"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a16:creationId xmlns:a16="http://schemas.microsoft.com/office/drawing/2014/main"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a16:creationId xmlns:a16="http://schemas.microsoft.com/office/drawing/2014/main"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a16:creationId xmlns:a16="http://schemas.microsoft.com/office/drawing/2014/main"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a16:creationId xmlns:a16="http://schemas.microsoft.com/office/drawing/2014/main"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a16:creationId xmlns:a16="http://schemas.microsoft.com/office/drawing/2014/main"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a16:creationId xmlns:a16="http://schemas.microsoft.com/office/drawing/2014/main"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a16:creationId xmlns:a16="http://schemas.microsoft.com/office/drawing/2014/main"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a16:creationId xmlns:a16="http://schemas.microsoft.com/office/drawing/2014/main"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a16:creationId xmlns:a16="http://schemas.microsoft.com/office/drawing/2014/main"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a16:creationId xmlns:a16="http://schemas.microsoft.com/office/drawing/2014/main"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a16:creationId xmlns:a16="http://schemas.microsoft.com/office/drawing/2014/main"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a16:creationId xmlns:a16="http://schemas.microsoft.com/office/drawing/2014/main"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a16:creationId xmlns:a16="http://schemas.microsoft.com/office/drawing/2014/main"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a16:creationId xmlns:a16="http://schemas.microsoft.com/office/drawing/2014/main"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a16:creationId xmlns:a16="http://schemas.microsoft.com/office/drawing/2014/main"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a16:creationId xmlns:a16="http://schemas.microsoft.com/office/drawing/2014/main"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a16:creationId xmlns:a16="http://schemas.microsoft.com/office/drawing/2014/main"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a16:creationId xmlns:a16="http://schemas.microsoft.com/office/drawing/2014/main"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a16:creationId xmlns:a16="http://schemas.microsoft.com/office/drawing/2014/main"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a16:creationId xmlns:a16="http://schemas.microsoft.com/office/drawing/2014/main"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a16:creationId xmlns:a16="http://schemas.microsoft.com/office/drawing/2014/main"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a16:creationId xmlns:a16="http://schemas.microsoft.com/office/drawing/2014/main"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a16:creationId xmlns:a16="http://schemas.microsoft.com/office/drawing/2014/main"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a16:creationId xmlns:a16="http://schemas.microsoft.com/office/drawing/2014/main"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a16:creationId xmlns:a16="http://schemas.microsoft.com/office/drawing/2014/main"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a16:creationId xmlns:a16="http://schemas.microsoft.com/office/drawing/2014/main"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a16:creationId xmlns:a16="http://schemas.microsoft.com/office/drawing/2014/main"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a16:creationId xmlns:a16="http://schemas.microsoft.com/office/drawing/2014/main"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a16:creationId xmlns:a16="http://schemas.microsoft.com/office/drawing/2014/main"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a16:creationId xmlns:a16="http://schemas.microsoft.com/office/drawing/2014/main"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a16:creationId xmlns:a16="http://schemas.microsoft.com/office/drawing/2014/main"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a16:creationId xmlns:a16="http://schemas.microsoft.com/office/drawing/2014/main"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a16:creationId xmlns:a16="http://schemas.microsoft.com/office/drawing/2014/main"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a16:creationId xmlns:a16="http://schemas.microsoft.com/office/drawing/2014/main"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a16:creationId xmlns:a16="http://schemas.microsoft.com/office/drawing/2014/main"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a16:creationId xmlns:a16="http://schemas.microsoft.com/office/drawing/2014/main"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a16:creationId xmlns:a16="http://schemas.microsoft.com/office/drawing/2014/main"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a16:creationId xmlns:a16="http://schemas.microsoft.com/office/drawing/2014/main"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a16:creationId xmlns:a16="http://schemas.microsoft.com/office/drawing/2014/main"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a16:creationId xmlns:a16="http://schemas.microsoft.com/office/drawing/2014/main"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a16:creationId xmlns:a16="http://schemas.microsoft.com/office/drawing/2014/main"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a16:creationId xmlns:a16="http://schemas.microsoft.com/office/drawing/2014/main"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a16:creationId xmlns:a16="http://schemas.microsoft.com/office/drawing/2014/main"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a16:creationId xmlns:a16="http://schemas.microsoft.com/office/drawing/2014/main"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a16:creationId xmlns:a16="http://schemas.microsoft.com/office/drawing/2014/main"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a16:creationId xmlns:a16="http://schemas.microsoft.com/office/drawing/2014/main"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a16:creationId xmlns:a16="http://schemas.microsoft.com/office/drawing/2014/main"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a16:creationId xmlns:a16="http://schemas.microsoft.com/office/drawing/2014/main"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a16:creationId xmlns:a16="http://schemas.microsoft.com/office/drawing/2014/main"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a16:creationId xmlns:a16="http://schemas.microsoft.com/office/drawing/2014/main"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a16:creationId xmlns:a16="http://schemas.microsoft.com/office/drawing/2014/main"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a16:creationId xmlns:a16="http://schemas.microsoft.com/office/drawing/2014/main"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a16:creationId xmlns:a16="http://schemas.microsoft.com/office/drawing/2014/main"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a16:creationId xmlns:a16="http://schemas.microsoft.com/office/drawing/2014/main"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a16:creationId xmlns:a16="http://schemas.microsoft.com/office/drawing/2014/main"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a16:creationId xmlns:a16="http://schemas.microsoft.com/office/drawing/2014/main"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a16:creationId xmlns:a16="http://schemas.microsoft.com/office/drawing/2014/main"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a16:creationId xmlns:a16="http://schemas.microsoft.com/office/drawing/2014/main"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8694343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a16:creationId xmlns:a16="http://schemas.microsoft.com/office/drawing/2014/main"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a16:creationId xmlns:a16="http://schemas.microsoft.com/office/drawing/2014/main"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a16:creationId xmlns:a16="http://schemas.microsoft.com/office/drawing/2014/main"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a16:creationId xmlns:a16="http://schemas.microsoft.com/office/drawing/2014/main"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a16:creationId xmlns:a16="http://schemas.microsoft.com/office/drawing/2014/main"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a16:creationId xmlns:a16="http://schemas.microsoft.com/office/drawing/2014/main"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a16:creationId xmlns:a16="http://schemas.microsoft.com/office/drawing/2014/main"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a16:creationId xmlns:a16="http://schemas.microsoft.com/office/drawing/2014/main"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a16:creationId xmlns:a16="http://schemas.microsoft.com/office/drawing/2014/main"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a16:creationId xmlns:a16="http://schemas.microsoft.com/office/drawing/2014/main"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a16:creationId xmlns:a16="http://schemas.microsoft.com/office/drawing/2014/main"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a16:creationId xmlns:a16="http://schemas.microsoft.com/office/drawing/2014/main"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a16:creationId xmlns:a16="http://schemas.microsoft.com/office/drawing/2014/main"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a16:creationId xmlns:a16="http://schemas.microsoft.com/office/drawing/2014/main"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a16:creationId xmlns:a16="http://schemas.microsoft.com/office/drawing/2014/main"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a16:creationId xmlns:a16="http://schemas.microsoft.com/office/drawing/2014/main"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a16:creationId xmlns:a16="http://schemas.microsoft.com/office/drawing/2014/main"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a16:creationId xmlns:a16="http://schemas.microsoft.com/office/drawing/2014/main"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a16:creationId xmlns:a16="http://schemas.microsoft.com/office/drawing/2014/main"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a16:creationId xmlns:a16="http://schemas.microsoft.com/office/drawing/2014/main"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a16:creationId xmlns:a16="http://schemas.microsoft.com/office/drawing/2014/main"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a16:creationId xmlns:a16="http://schemas.microsoft.com/office/drawing/2014/main"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a16:creationId xmlns:a16="http://schemas.microsoft.com/office/drawing/2014/main"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a16:creationId xmlns:a16="http://schemas.microsoft.com/office/drawing/2014/main"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a16:creationId xmlns:a16="http://schemas.microsoft.com/office/drawing/2014/main"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a16:creationId xmlns:a16="http://schemas.microsoft.com/office/drawing/2014/main"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a16:creationId xmlns:a16="http://schemas.microsoft.com/office/drawing/2014/main"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a16:creationId xmlns:a16="http://schemas.microsoft.com/office/drawing/2014/main"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a16:creationId xmlns:a16="http://schemas.microsoft.com/office/drawing/2014/main"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a16:creationId xmlns:a16="http://schemas.microsoft.com/office/drawing/2014/main"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a16:creationId xmlns:a16="http://schemas.microsoft.com/office/drawing/2014/main"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a16:creationId xmlns:a16="http://schemas.microsoft.com/office/drawing/2014/main"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a16:creationId xmlns:a16="http://schemas.microsoft.com/office/drawing/2014/main"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a16:creationId xmlns:a16="http://schemas.microsoft.com/office/drawing/2014/main"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a16:creationId xmlns:a16="http://schemas.microsoft.com/office/drawing/2014/main"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a16:creationId xmlns:a16="http://schemas.microsoft.com/office/drawing/2014/main"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a16:creationId xmlns:a16="http://schemas.microsoft.com/office/drawing/2014/main"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a16:creationId xmlns:a16="http://schemas.microsoft.com/office/drawing/2014/main"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a16:creationId xmlns:a16="http://schemas.microsoft.com/office/drawing/2014/main"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a16:creationId xmlns:a16="http://schemas.microsoft.com/office/drawing/2014/main"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a16:creationId xmlns:a16="http://schemas.microsoft.com/office/drawing/2014/main"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a16:creationId xmlns:a16="http://schemas.microsoft.com/office/drawing/2014/main"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a16:creationId xmlns:a16="http://schemas.microsoft.com/office/drawing/2014/main"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a16:creationId xmlns:a16="http://schemas.microsoft.com/office/drawing/2014/main"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a16:creationId xmlns:a16="http://schemas.microsoft.com/office/drawing/2014/main"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a16:creationId xmlns:a16="http://schemas.microsoft.com/office/drawing/2014/main"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a16:creationId xmlns:a16="http://schemas.microsoft.com/office/drawing/2014/main"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a16:creationId xmlns:a16="http://schemas.microsoft.com/office/drawing/2014/main"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a16:creationId xmlns:a16="http://schemas.microsoft.com/office/drawing/2014/main"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a16:creationId xmlns:a16="http://schemas.microsoft.com/office/drawing/2014/main"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a16:creationId xmlns:a16="http://schemas.microsoft.com/office/drawing/2014/main"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a16:creationId xmlns:a16="http://schemas.microsoft.com/office/drawing/2014/main"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a16:creationId xmlns:a16="http://schemas.microsoft.com/office/drawing/2014/main"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a16:creationId xmlns:a16="http://schemas.microsoft.com/office/drawing/2014/main"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a16:creationId xmlns:a16="http://schemas.microsoft.com/office/drawing/2014/main"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a16:creationId xmlns:a16="http://schemas.microsoft.com/office/drawing/2014/main"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549467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a16:creationId xmlns:a16="http://schemas.microsoft.com/office/drawing/2014/main"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a16:creationId xmlns:a16="http://schemas.microsoft.com/office/drawing/2014/main"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a16:creationId xmlns:a16="http://schemas.microsoft.com/office/drawing/2014/main"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a16:creationId xmlns:a16="http://schemas.microsoft.com/office/drawing/2014/main"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a16:creationId xmlns:a16="http://schemas.microsoft.com/office/drawing/2014/main"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a16:creationId xmlns:a16="http://schemas.microsoft.com/office/drawing/2014/main"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a16:creationId xmlns:a16="http://schemas.microsoft.com/office/drawing/2014/main"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a16:creationId xmlns:a16="http://schemas.microsoft.com/office/drawing/2014/main"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a16:creationId xmlns:a16="http://schemas.microsoft.com/office/drawing/2014/main"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a16:creationId xmlns:a16="http://schemas.microsoft.com/office/drawing/2014/main"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a16:creationId xmlns:a16="http://schemas.microsoft.com/office/drawing/2014/main"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a16:creationId xmlns:a16="http://schemas.microsoft.com/office/drawing/2014/main"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a16:creationId xmlns:a16="http://schemas.microsoft.com/office/drawing/2014/main"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a16:creationId xmlns:a16="http://schemas.microsoft.com/office/drawing/2014/main"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a16:creationId xmlns:a16="http://schemas.microsoft.com/office/drawing/2014/main"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a16:creationId xmlns:a16="http://schemas.microsoft.com/office/drawing/2014/main"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a16:creationId xmlns:a16="http://schemas.microsoft.com/office/drawing/2014/main"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a16:creationId xmlns:a16="http://schemas.microsoft.com/office/drawing/2014/main"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a16:creationId xmlns:a16="http://schemas.microsoft.com/office/drawing/2014/main"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a16:creationId xmlns:a16="http://schemas.microsoft.com/office/drawing/2014/main"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a16:creationId xmlns:a16="http://schemas.microsoft.com/office/drawing/2014/main"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a16:creationId xmlns:a16="http://schemas.microsoft.com/office/drawing/2014/main"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a16:creationId xmlns:a16="http://schemas.microsoft.com/office/drawing/2014/main"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a16:creationId xmlns:a16="http://schemas.microsoft.com/office/drawing/2014/main"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a16:creationId xmlns:a16="http://schemas.microsoft.com/office/drawing/2014/main"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a16:creationId xmlns:a16="http://schemas.microsoft.com/office/drawing/2014/main"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a16:creationId xmlns:a16="http://schemas.microsoft.com/office/drawing/2014/main"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a16:creationId xmlns:a16="http://schemas.microsoft.com/office/drawing/2014/main"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a16:creationId xmlns:a16="http://schemas.microsoft.com/office/drawing/2014/main"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a16:creationId xmlns:a16="http://schemas.microsoft.com/office/drawing/2014/main"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a16:creationId xmlns:a16="http://schemas.microsoft.com/office/drawing/2014/main"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a16:creationId xmlns:a16="http://schemas.microsoft.com/office/drawing/2014/main"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a16:creationId xmlns:a16="http://schemas.microsoft.com/office/drawing/2014/main"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a16:creationId xmlns:a16="http://schemas.microsoft.com/office/drawing/2014/main"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a16:creationId xmlns:a16="http://schemas.microsoft.com/office/drawing/2014/main"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a16:creationId xmlns:a16="http://schemas.microsoft.com/office/drawing/2014/main"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a16:creationId xmlns:a16="http://schemas.microsoft.com/office/drawing/2014/main"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a16:creationId xmlns:a16="http://schemas.microsoft.com/office/drawing/2014/main"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a16:creationId xmlns:a16="http://schemas.microsoft.com/office/drawing/2014/main"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a16:creationId xmlns:a16="http://schemas.microsoft.com/office/drawing/2014/main"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a16:creationId xmlns:a16="http://schemas.microsoft.com/office/drawing/2014/main"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a16:creationId xmlns:a16="http://schemas.microsoft.com/office/drawing/2014/main"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a16:creationId xmlns:a16="http://schemas.microsoft.com/office/drawing/2014/main"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a16:creationId xmlns:a16="http://schemas.microsoft.com/office/drawing/2014/main"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a16:creationId xmlns:a16="http://schemas.microsoft.com/office/drawing/2014/main"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a16:creationId xmlns:a16="http://schemas.microsoft.com/office/drawing/2014/main"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a16:creationId xmlns:a16="http://schemas.microsoft.com/office/drawing/2014/main"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a16:creationId xmlns:a16="http://schemas.microsoft.com/office/drawing/2014/main"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a16:creationId xmlns:a16="http://schemas.microsoft.com/office/drawing/2014/main"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a16:creationId xmlns:a16="http://schemas.microsoft.com/office/drawing/2014/main"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a16:creationId xmlns:a16="http://schemas.microsoft.com/office/drawing/2014/main"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a16:creationId xmlns:a16="http://schemas.microsoft.com/office/drawing/2014/main"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a16:creationId xmlns:a16="http://schemas.microsoft.com/office/drawing/2014/main"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a16:creationId xmlns:a16="http://schemas.microsoft.com/office/drawing/2014/main"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a16:creationId xmlns:a16="http://schemas.microsoft.com/office/drawing/2014/main"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a16:creationId xmlns:a16="http://schemas.microsoft.com/office/drawing/2014/main"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a16:creationId xmlns:a16="http://schemas.microsoft.com/office/drawing/2014/main"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a16:creationId xmlns:a16="http://schemas.microsoft.com/office/drawing/2014/main"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a16:creationId xmlns:a16="http://schemas.microsoft.com/office/drawing/2014/main"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a16:creationId xmlns:a16="http://schemas.microsoft.com/office/drawing/2014/main"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a16:creationId xmlns:a16="http://schemas.microsoft.com/office/drawing/2014/main"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a16:creationId xmlns:a16="http://schemas.microsoft.com/office/drawing/2014/main"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a16:creationId xmlns:a16="http://schemas.microsoft.com/office/drawing/2014/main"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a16:creationId xmlns:a16="http://schemas.microsoft.com/office/drawing/2014/main"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a16:creationId xmlns:a16="http://schemas.microsoft.com/office/drawing/2014/main"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a16:creationId xmlns:a16="http://schemas.microsoft.com/office/drawing/2014/main"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a16:creationId xmlns:a16="http://schemas.microsoft.com/office/drawing/2014/main"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a16:creationId xmlns:a16="http://schemas.microsoft.com/office/drawing/2014/main"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a16:creationId xmlns:a16="http://schemas.microsoft.com/office/drawing/2014/main"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a16:creationId xmlns:a16="http://schemas.microsoft.com/office/drawing/2014/main"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a16:creationId xmlns:a16="http://schemas.microsoft.com/office/drawing/2014/main"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a16:creationId xmlns:a16="http://schemas.microsoft.com/office/drawing/2014/main"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a16:creationId xmlns:a16="http://schemas.microsoft.com/office/drawing/2014/main"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a16:creationId xmlns:a16="http://schemas.microsoft.com/office/drawing/2014/main"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a16:creationId xmlns:a16="http://schemas.microsoft.com/office/drawing/2014/main"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a16:creationId xmlns:a16="http://schemas.microsoft.com/office/drawing/2014/main"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a16:creationId xmlns:a16="http://schemas.microsoft.com/office/drawing/2014/main"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a16:creationId xmlns:a16="http://schemas.microsoft.com/office/drawing/2014/main"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a16:creationId xmlns:a16="http://schemas.microsoft.com/office/drawing/2014/main"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a16:creationId xmlns:a16="http://schemas.microsoft.com/office/drawing/2014/main"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a16:creationId xmlns:a16="http://schemas.microsoft.com/office/drawing/2014/main"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a16:creationId xmlns:a16="http://schemas.microsoft.com/office/drawing/2014/main"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a16:creationId xmlns:a16="http://schemas.microsoft.com/office/drawing/2014/main"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a16:creationId xmlns:a16="http://schemas.microsoft.com/office/drawing/2014/main"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a16:creationId xmlns:a16="http://schemas.microsoft.com/office/drawing/2014/main"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a16:creationId xmlns:a16="http://schemas.microsoft.com/office/drawing/2014/main"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a16:creationId xmlns:a16="http://schemas.microsoft.com/office/drawing/2014/main"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a16:creationId xmlns:a16="http://schemas.microsoft.com/office/drawing/2014/main"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a16:creationId xmlns:a16="http://schemas.microsoft.com/office/drawing/2014/main"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a16:creationId xmlns:a16="http://schemas.microsoft.com/office/drawing/2014/main"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a16:creationId xmlns:a16="http://schemas.microsoft.com/office/drawing/2014/main"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a16:creationId xmlns:a16="http://schemas.microsoft.com/office/drawing/2014/main"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a16:creationId xmlns:a16="http://schemas.microsoft.com/office/drawing/2014/main"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a16:creationId xmlns:a16="http://schemas.microsoft.com/office/drawing/2014/main"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a16:creationId xmlns:a16="http://schemas.microsoft.com/office/drawing/2014/main"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a16:creationId xmlns:a16="http://schemas.microsoft.com/office/drawing/2014/main"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a16:creationId xmlns:a16="http://schemas.microsoft.com/office/drawing/2014/main"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a16:creationId xmlns:a16="http://schemas.microsoft.com/office/drawing/2014/main"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a16:creationId xmlns:a16="http://schemas.microsoft.com/office/drawing/2014/main"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a16:creationId xmlns:a16="http://schemas.microsoft.com/office/drawing/2014/main"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a16:creationId xmlns:a16="http://schemas.microsoft.com/office/drawing/2014/main"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a16:creationId xmlns:a16="http://schemas.microsoft.com/office/drawing/2014/main"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a16:creationId xmlns:a16="http://schemas.microsoft.com/office/drawing/2014/main"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096707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a16:creationId xmlns:a16="http://schemas.microsoft.com/office/drawing/2014/main"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a16:creationId xmlns:a16="http://schemas.microsoft.com/office/drawing/2014/main"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a16:creationId xmlns:a16="http://schemas.microsoft.com/office/drawing/2014/main"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a16:creationId xmlns:a16="http://schemas.microsoft.com/office/drawing/2014/main"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a16:creationId xmlns:a16="http://schemas.microsoft.com/office/drawing/2014/main"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a16:creationId xmlns:a16="http://schemas.microsoft.com/office/drawing/2014/main"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a16:creationId xmlns:a16="http://schemas.microsoft.com/office/drawing/2014/main"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a16:creationId xmlns:a16="http://schemas.microsoft.com/office/drawing/2014/main"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a16:creationId xmlns:a16="http://schemas.microsoft.com/office/drawing/2014/main"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a16:creationId xmlns:a16="http://schemas.microsoft.com/office/drawing/2014/main"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a16:creationId xmlns:a16="http://schemas.microsoft.com/office/drawing/2014/main"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a16:creationId xmlns:a16="http://schemas.microsoft.com/office/drawing/2014/main"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a16:creationId xmlns:a16="http://schemas.microsoft.com/office/drawing/2014/main"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a16:creationId xmlns:a16="http://schemas.microsoft.com/office/drawing/2014/main"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a16:creationId xmlns:a16="http://schemas.microsoft.com/office/drawing/2014/main"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a16:creationId xmlns:a16="http://schemas.microsoft.com/office/drawing/2014/main"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a16:creationId xmlns:a16="http://schemas.microsoft.com/office/drawing/2014/main"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a16:creationId xmlns:a16="http://schemas.microsoft.com/office/drawing/2014/main"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a16:creationId xmlns:a16="http://schemas.microsoft.com/office/drawing/2014/main"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a16:creationId xmlns:a16="http://schemas.microsoft.com/office/drawing/2014/main"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a16:creationId xmlns:a16="http://schemas.microsoft.com/office/drawing/2014/main"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a16:creationId xmlns:a16="http://schemas.microsoft.com/office/drawing/2014/main"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a16:creationId xmlns:a16="http://schemas.microsoft.com/office/drawing/2014/main"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a16:creationId xmlns:a16="http://schemas.microsoft.com/office/drawing/2014/main"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a16:creationId xmlns:a16="http://schemas.microsoft.com/office/drawing/2014/main"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a16:creationId xmlns:a16="http://schemas.microsoft.com/office/drawing/2014/main"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a16:creationId xmlns:a16="http://schemas.microsoft.com/office/drawing/2014/main"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a16:creationId xmlns:a16="http://schemas.microsoft.com/office/drawing/2014/main"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a16:creationId xmlns:a16="http://schemas.microsoft.com/office/drawing/2014/main"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a16:creationId xmlns:a16="http://schemas.microsoft.com/office/drawing/2014/main"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a16:creationId xmlns:a16="http://schemas.microsoft.com/office/drawing/2014/main"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a16:creationId xmlns:a16="http://schemas.microsoft.com/office/drawing/2014/main"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a16:creationId xmlns:a16="http://schemas.microsoft.com/office/drawing/2014/main"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a16:creationId xmlns:a16="http://schemas.microsoft.com/office/drawing/2014/main"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a16:creationId xmlns:a16="http://schemas.microsoft.com/office/drawing/2014/main"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a16:creationId xmlns:a16="http://schemas.microsoft.com/office/drawing/2014/main"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a16:creationId xmlns:a16="http://schemas.microsoft.com/office/drawing/2014/main"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a16:creationId xmlns:a16="http://schemas.microsoft.com/office/drawing/2014/main"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a16:creationId xmlns:a16="http://schemas.microsoft.com/office/drawing/2014/main"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a16:creationId xmlns:a16="http://schemas.microsoft.com/office/drawing/2014/main"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a16:creationId xmlns:a16="http://schemas.microsoft.com/office/drawing/2014/main"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a16:creationId xmlns:a16="http://schemas.microsoft.com/office/drawing/2014/main"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a16:creationId xmlns:a16="http://schemas.microsoft.com/office/drawing/2014/main"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a16:creationId xmlns:a16="http://schemas.microsoft.com/office/drawing/2014/main"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a16:creationId xmlns:a16="http://schemas.microsoft.com/office/drawing/2014/main"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a16:creationId xmlns:a16="http://schemas.microsoft.com/office/drawing/2014/main"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a16:creationId xmlns:a16="http://schemas.microsoft.com/office/drawing/2014/main"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a16:creationId xmlns:a16="http://schemas.microsoft.com/office/drawing/2014/main"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a16:creationId xmlns:a16="http://schemas.microsoft.com/office/drawing/2014/main"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a16:creationId xmlns:a16="http://schemas.microsoft.com/office/drawing/2014/main"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a16:creationId xmlns:a16="http://schemas.microsoft.com/office/drawing/2014/main"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a16:creationId xmlns:a16="http://schemas.microsoft.com/office/drawing/2014/main"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a16:creationId xmlns:a16="http://schemas.microsoft.com/office/drawing/2014/main"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a16:creationId xmlns:a16="http://schemas.microsoft.com/office/drawing/2014/main"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a16:creationId xmlns:a16="http://schemas.microsoft.com/office/drawing/2014/main"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a16:creationId xmlns:a16="http://schemas.microsoft.com/office/drawing/2014/main"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a16:creationId xmlns:a16="http://schemas.microsoft.com/office/drawing/2014/main"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a16:creationId xmlns:a16="http://schemas.microsoft.com/office/drawing/2014/main"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a16:creationId xmlns:a16="http://schemas.microsoft.com/office/drawing/2014/main"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a16:creationId xmlns:a16="http://schemas.microsoft.com/office/drawing/2014/main"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a16:creationId xmlns:a16="http://schemas.microsoft.com/office/drawing/2014/main"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a16:creationId xmlns:a16="http://schemas.microsoft.com/office/drawing/2014/main"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a16:creationId xmlns:a16="http://schemas.microsoft.com/office/drawing/2014/main"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a16:creationId xmlns:a16="http://schemas.microsoft.com/office/drawing/2014/main"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a16:creationId xmlns:a16="http://schemas.microsoft.com/office/drawing/2014/main"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a16:creationId xmlns:a16="http://schemas.microsoft.com/office/drawing/2014/main"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a16:creationId xmlns:a16="http://schemas.microsoft.com/office/drawing/2014/main"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a16:creationId xmlns:a16="http://schemas.microsoft.com/office/drawing/2014/main"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a16:creationId xmlns:a16="http://schemas.microsoft.com/office/drawing/2014/main"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a16:creationId xmlns:a16="http://schemas.microsoft.com/office/drawing/2014/main"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a16:creationId xmlns:a16="http://schemas.microsoft.com/office/drawing/2014/main"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495708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a16:creationId xmlns:a16="http://schemas.microsoft.com/office/drawing/2014/main"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a16:creationId xmlns:a16="http://schemas.microsoft.com/office/drawing/2014/main"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a16:creationId xmlns:a16="http://schemas.microsoft.com/office/drawing/2014/main"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a16:creationId xmlns:a16="http://schemas.microsoft.com/office/drawing/2014/main"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a16:creationId xmlns:a16="http://schemas.microsoft.com/office/drawing/2014/main"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a16:creationId xmlns:a16="http://schemas.microsoft.com/office/drawing/2014/main"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a16:creationId xmlns:a16="http://schemas.microsoft.com/office/drawing/2014/main"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a16:creationId xmlns:a16="http://schemas.microsoft.com/office/drawing/2014/main"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a16:creationId xmlns:a16="http://schemas.microsoft.com/office/drawing/2014/main"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a16:creationId xmlns:a16="http://schemas.microsoft.com/office/drawing/2014/main"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a16:creationId xmlns:a16="http://schemas.microsoft.com/office/drawing/2014/main"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a16:creationId xmlns:a16="http://schemas.microsoft.com/office/drawing/2014/main"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a16:creationId xmlns:a16="http://schemas.microsoft.com/office/drawing/2014/main"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a16:creationId xmlns:a16="http://schemas.microsoft.com/office/drawing/2014/main"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a16:creationId xmlns:a16="http://schemas.microsoft.com/office/drawing/2014/main"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a16:creationId xmlns:a16="http://schemas.microsoft.com/office/drawing/2014/main"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a16:creationId xmlns:a16="http://schemas.microsoft.com/office/drawing/2014/main"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a16:creationId xmlns:a16="http://schemas.microsoft.com/office/drawing/2014/main"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a16:creationId xmlns:a16="http://schemas.microsoft.com/office/drawing/2014/main"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a16:creationId xmlns:a16="http://schemas.microsoft.com/office/drawing/2014/main"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a16:creationId xmlns:a16="http://schemas.microsoft.com/office/drawing/2014/main"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a16:creationId xmlns:a16="http://schemas.microsoft.com/office/drawing/2014/main"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a16:creationId xmlns:a16="http://schemas.microsoft.com/office/drawing/2014/main"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a16:creationId xmlns:a16="http://schemas.microsoft.com/office/drawing/2014/main"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a16:creationId xmlns:a16="http://schemas.microsoft.com/office/drawing/2014/main"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a16:creationId xmlns:a16="http://schemas.microsoft.com/office/drawing/2014/main"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a16:creationId xmlns:a16="http://schemas.microsoft.com/office/drawing/2014/main"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a16:creationId xmlns:a16="http://schemas.microsoft.com/office/drawing/2014/main"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a16:creationId xmlns:a16="http://schemas.microsoft.com/office/drawing/2014/main"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a16:creationId xmlns:a16="http://schemas.microsoft.com/office/drawing/2014/main"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a16:creationId xmlns:a16="http://schemas.microsoft.com/office/drawing/2014/main"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a16:creationId xmlns:a16="http://schemas.microsoft.com/office/drawing/2014/main"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a16:creationId xmlns:a16="http://schemas.microsoft.com/office/drawing/2014/main"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a16:creationId xmlns:a16="http://schemas.microsoft.com/office/drawing/2014/main"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a16:creationId xmlns:a16="http://schemas.microsoft.com/office/drawing/2014/main"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a16:creationId xmlns:a16="http://schemas.microsoft.com/office/drawing/2014/main"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a16:creationId xmlns:a16="http://schemas.microsoft.com/office/drawing/2014/main"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a16:creationId xmlns:a16="http://schemas.microsoft.com/office/drawing/2014/main"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a16:creationId xmlns:a16="http://schemas.microsoft.com/office/drawing/2014/main"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a16:creationId xmlns:a16="http://schemas.microsoft.com/office/drawing/2014/main"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a16:creationId xmlns:a16="http://schemas.microsoft.com/office/drawing/2014/main"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a16:creationId xmlns:a16="http://schemas.microsoft.com/office/drawing/2014/main"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a16:creationId xmlns:a16="http://schemas.microsoft.com/office/drawing/2014/main"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a16:creationId xmlns:a16="http://schemas.microsoft.com/office/drawing/2014/main"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a16:creationId xmlns:a16="http://schemas.microsoft.com/office/drawing/2014/main"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a16:creationId xmlns:a16="http://schemas.microsoft.com/office/drawing/2014/main"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1685647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a16:creationId xmlns:a16="http://schemas.microsoft.com/office/drawing/2014/main"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a16:creationId xmlns:a16="http://schemas.microsoft.com/office/drawing/2014/main"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a16:creationId xmlns:a16="http://schemas.microsoft.com/office/drawing/2014/main"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a16:creationId xmlns:a16="http://schemas.microsoft.com/office/drawing/2014/main"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a16:creationId xmlns:a16="http://schemas.microsoft.com/office/drawing/2014/main"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a16:creationId xmlns:a16="http://schemas.microsoft.com/office/drawing/2014/main"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a16:creationId xmlns:a16="http://schemas.microsoft.com/office/drawing/2014/main"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a16:creationId xmlns:a16="http://schemas.microsoft.com/office/drawing/2014/main"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a16:creationId xmlns:a16="http://schemas.microsoft.com/office/drawing/2014/main"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a16:creationId xmlns:a16="http://schemas.microsoft.com/office/drawing/2014/main"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a16:creationId xmlns:a16="http://schemas.microsoft.com/office/drawing/2014/main"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a16:creationId xmlns:a16="http://schemas.microsoft.com/office/drawing/2014/main"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a16:creationId xmlns:a16="http://schemas.microsoft.com/office/drawing/2014/main"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a16:creationId xmlns:a16="http://schemas.microsoft.com/office/drawing/2014/main"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a16:creationId xmlns:a16="http://schemas.microsoft.com/office/drawing/2014/main"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a16:creationId xmlns:a16="http://schemas.microsoft.com/office/drawing/2014/main"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a16:creationId xmlns:a16="http://schemas.microsoft.com/office/drawing/2014/main"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a16:creationId xmlns:a16="http://schemas.microsoft.com/office/drawing/2014/main"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a16:creationId xmlns:a16="http://schemas.microsoft.com/office/drawing/2014/main"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a16:creationId xmlns:a16="http://schemas.microsoft.com/office/drawing/2014/main"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a16:creationId xmlns:a16="http://schemas.microsoft.com/office/drawing/2014/main"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a16:creationId xmlns:a16="http://schemas.microsoft.com/office/drawing/2014/main"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a16:creationId xmlns:a16="http://schemas.microsoft.com/office/drawing/2014/main"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a16:creationId xmlns:a16="http://schemas.microsoft.com/office/drawing/2014/main"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a16:creationId xmlns:a16="http://schemas.microsoft.com/office/drawing/2014/main"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a16:creationId xmlns:a16="http://schemas.microsoft.com/office/drawing/2014/main"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a16:creationId xmlns:a16="http://schemas.microsoft.com/office/drawing/2014/main"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a16:creationId xmlns:a16="http://schemas.microsoft.com/office/drawing/2014/main"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a16:creationId xmlns:a16="http://schemas.microsoft.com/office/drawing/2014/main"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a16:creationId xmlns:a16="http://schemas.microsoft.com/office/drawing/2014/main"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a16:creationId xmlns:a16="http://schemas.microsoft.com/office/drawing/2014/main"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a16:creationId xmlns:a16="http://schemas.microsoft.com/office/drawing/2014/main"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a16:creationId xmlns:a16="http://schemas.microsoft.com/office/drawing/2014/main"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a16:creationId xmlns:a16="http://schemas.microsoft.com/office/drawing/2014/main"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a16:creationId xmlns:a16="http://schemas.microsoft.com/office/drawing/2014/main"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a16:creationId xmlns:a16="http://schemas.microsoft.com/office/drawing/2014/main"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a16:creationId xmlns:a16="http://schemas.microsoft.com/office/drawing/2014/main"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a16:creationId xmlns:a16="http://schemas.microsoft.com/office/drawing/2014/main"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a16:creationId xmlns:a16="http://schemas.microsoft.com/office/drawing/2014/main"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a16:creationId xmlns:a16="http://schemas.microsoft.com/office/drawing/2014/main"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a16:creationId xmlns:a16="http://schemas.microsoft.com/office/drawing/2014/main"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a16:creationId xmlns:a16="http://schemas.microsoft.com/office/drawing/2014/main"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a16:creationId xmlns:a16="http://schemas.microsoft.com/office/drawing/2014/main"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a16:creationId xmlns:a16="http://schemas.microsoft.com/office/drawing/2014/main"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a16:creationId xmlns:a16="http://schemas.microsoft.com/office/drawing/2014/main"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a16:creationId xmlns:a16="http://schemas.microsoft.com/office/drawing/2014/main"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a16:creationId xmlns:a16="http://schemas.microsoft.com/office/drawing/2014/main"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a16:creationId xmlns:a16="http://schemas.microsoft.com/office/drawing/2014/main"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a16:creationId xmlns:a16="http://schemas.microsoft.com/office/drawing/2014/main"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a16:creationId xmlns:a16="http://schemas.microsoft.com/office/drawing/2014/main"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a16:creationId xmlns:a16="http://schemas.microsoft.com/office/drawing/2014/main"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a16:creationId xmlns:a16="http://schemas.microsoft.com/office/drawing/2014/main"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a16:creationId xmlns:a16="http://schemas.microsoft.com/office/drawing/2014/main"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a16:creationId xmlns:a16="http://schemas.microsoft.com/office/drawing/2014/main"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a16:creationId xmlns:a16="http://schemas.microsoft.com/office/drawing/2014/main"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a16:creationId xmlns:a16="http://schemas.microsoft.com/office/drawing/2014/main"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a16:creationId xmlns:a16="http://schemas.microsoft.com/office/drawing/2014/main"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a16:creationId xmlns:a16="http://schemas.microsoft.com/office/drawing/2014/main"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a16:creationId xmlns:a16="http://schemas.microsoft.com/office/drawing/2014/main"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a16:creationId xmlns:a16="http://schemas.microsoft.com/office/drawing/2014/main"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a16:creationId xmlns:a16="http://schemas.microsoft.com/office/drawing/2014/main"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a16:creationId xmlns:a16="http://schemas.microsoft.com/office/drawing/2014/main"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a16:creationId xmlns:a16="http://schemas.microsoft.com/office/drawing/2014/main"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a16:creationId xmlns:a16="http://schemas.microsoft.com/office/drawing/2014/main"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a16:creationId xmlns:a16="http://schemas.microsoft.com/office/drawing/2014/main"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a16:creationId xmlns:a16="http://schemas.microsoft.com/office/drawing/2014/main"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a16:creationId xmlns:a16="http://schemas.microsoft.com/office/drawing/2014/main"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a16:creationId xmlns:a16="http://schemas.microsoft.com/office/drawing/2014/main"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a16:creationId xmlns:a16="http://schemas.microsoft.com/office/drawing/2014/main"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a16:creationId xmlns:a16="http://schemas.microsoft.com/office/drawing/2014/main"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a16:creationId xmlns:a16="http://schemas.microsoft.com/office/drawing/2014/main"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a16:creationId xmlns:a16="http://schemas.microsoft.com/office/drawing/2014/main"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a16:creationId xmlns:a16="http://schemas.microsoft.com/office/drawing/2014/main"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a16:creationId xmlns:a16="http://schemas.microsoft.com/office/drawing/2014/main"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a16:creationId xmlns:a16="http://schemas.microsoft.com/office/drawing/2014/main"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a16:creationId xmlns:a16="http://schemas.microsoft.com/office/drawing/2014/main"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a16:creationId xmlns:a16="http://schemas.microsoft.com/office/drawing/2014/main"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a16:creationId xmlns:a16="http://schemas.microsoft.com/office/drawing/2014/main"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a16:creationId xmlns:a16="http://schemas.microsoft.com/office/drawing/2014/main"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a16:creationId xmlns:a16="http://schemas.microsoft.com/office/drawing/2014/main"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a16:creationId xmlns:a16="http://schemas.microsoft.com/office/drawing/2014/main"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a16:creationId xmlns:a16="http://schemas.microsoft.com/office/drawing/2014/main"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a16:creationId xmlns:a16="http://schemas.microsoft.com/office/drawing/2014/main"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a16:creationId xmlns:a16="http://schemas.microsoft.com/office/drawing/2014/main"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a16:creationId xmlns:a16="http://schemas.microsoft.com/office/drawing/2014/main"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a16:creationId xmlns:a16="http://schemas.microsoft.com/office/drawing/2014/main"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a16:creationId xmlns:a16="http://schemas.microsoft.com/office/drawing/2014/main"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a16:creationId xmlns:a16="http://schemas.microsoft.com/office/drawing/2014/main"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a16:creationId xmlns:a16="http://schemas.microsoft.com/office/drawing/2014/main"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a16:creationId xmlns:a16="http://schemas.microsoft.com/office/drawing/2014/main"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a16:creationId xmlns:a16="http://schemas.microsoft.com/office/drawing/2014/main"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a16:creationId xmlns:a16="http://schemas.microsoft.com/office/drawing/2014/main"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a16:creationId xmlns:a16="http://schemas.microsoft.com/office/drawing/2014/main"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a16:creationId xmlns:a16="http://schemas.microsoft.com/office/drawing/2014/main"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a16:creationId xmlns:a16="http://schemas.microsoft.com/office/drawing/2014/main"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a16:creationId xmlns:a16="http://schemas.microsoft.com/office/drawing/2014/main"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a16:creationId xmlns:a16="http://schemas.microsoft.com/office/drawing/2014/main"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a16:creationId xmlns:a16="http://schemas.microsoft.com/office/drawing/2014/main"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a16:creationId xmlns:a16="http://schemas.microsoft.com/office/drawing/2014/main"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a16:creationId xmlns:a16="http://schemas.microsoft.com/office/drawing/2014/main"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a16:creationId xmlns:a16="http://schemas.microsoft.com/office/drawing/2014/main"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a16:creationId xmlns:a16="http://schemas.microsoft.com/office/drawing/2014/main"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a16:creationId xmlns:a16="http://schemas.microsoft.com/office/drawing/2014/main"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a16:creationId xmlns:a16="http://schemas.microsoft.com/office/drawing/2014/main"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a16:creationId xmlns:a16="http://schemas.microsoft.com/office/drawing/2014/main"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a16:creationId xmlns:a16="http://schemas.microsoft.com/office/drawing/2014/main"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a16:creationId xmlns:a16="http://schemas.microsoft.com/office/drawing/2014/main"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a16:creationId xmlns:a16="http://schemas.microsoft.com/office/drawing/2014/main"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a16:creationId xmlns:a16="http://schemas.microsoft.com/office/drawing/2014/main"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a16:creationId xmlns:a16="http://schemas.microsoft.com/office/drawing/2014/main"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a16:creationId xmlns:a16="http://schemas.microsoft.com/office/drawing/2014/main"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a16:creationId xmlns:a16="http://schemas.microsoft.com/office/drawing/2014/main"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a16:creationId xmlns:a16="http://schemas.microsoft.com/office/drawing/2014/main"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a16:creationId xmlns:a16="http://schemas.microsoft.com/office/drawing/2014/main"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a16:creationId xmlns:a16="http://schemas.microsoft.com/office/drawing/2014/main"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a16:creationId xmlns:a16="http://schemas.microsoft.com/office/drawing/2014/main"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a16:creationId xmlns:a16="http://schemas.microsoft.com/office/drawing/2014/main"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a16:creationId xmlns:a16="http://schemas.microsoft.com/office/drawing/2014/main"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a16:creationId xmlns:a16="http://schemas.microsoft.com/office/drawing/2014/main"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a16:creationId xmlns:a16="http://schemas.microsoft.com/office/drawing/2014/main"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a16:creationId xmlns:a16="http://schemas.microsoft.com/office/drawing/2014/main"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a16:creationId xmlns:a16="http://schemas.microsoft.com/office/drawing/2014/main"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a16:creationId xmlns:a16="http://schemas.microsoft.com/office/drawing/2014/main"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a16:creationId xmlns:a16="http://schemas.microsoft.com/office/drawing/2014/main"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a16:creationId xmlns:a16="http://schemas.microsoft.com/office/drawing/2014/main"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a16:creationId xmlns:a16="http://schemas.microsoft.com/office/drawing/2014/main"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a16:creationId xmlns:a16="http://schemas.microsoft.com/office/drawing/2014/main"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a16:creationId xmlns:a16="http://schemas.microsoft.com/office/drawing/2014/main"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a16:creationId xmlns:a16="http://schemas.microsoft.com/office/drawing/2014/main"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a16:creationId xmlns:a16="http://schemas.microsoft.com/office/drawing/2014/main"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a16:creationId xmlns:a16="http://schemas.microsoft.com/office/drawing/2014/main"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a16:creationId xmlns:a16="http://schemas.microsoft.com/office/drawing/2014/main"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a16:creationId xmlns:a16="http://schemas.microsoft.com/office/drawing/2014/main"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a16:creationId xmlns:a16="http://schemas.microsoft.com/office/drawing/2014/main"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a16:creationId xmlns:a16="http://schemas.microsoft.com/office/drawing/2014/main"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a16:creationId xmlns:a16="http://schemas.microsoft.com/office/drawing/2014/main"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a16:creationId xmlns:a16="http://schemas.microsoft.com/office/drawing/2014/main"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a16:creationId xmlns:a16="http://schemas.microsoft.com/office/drawing/2014/main"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a16:creationId xmlns:a16="http://schemas.microsoft.com/office/drawing/2014/main"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a16:creationId xmlns:a16="http://schemas.microsoft.com/office/drawing/2014/main"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a16:creationId xmlns:a16="http://schemas.microsoft.com/office/drawing/2014/main"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a16:creationId xmlns:a16="http://schemas.microsoft.com/office/drawing/2014/main"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a16:creationId xmlns:a16="http://schemas.microsoft.com/office/drawing/2014/main"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a16:creationId xmlns:a16="http://schemas.microsoft.com/office/drawing/2014/main"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a16:creationId xmlns:a16="http://schemas.microsoft.com/office/drawing/2014/main"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a16:creationId xmlns:a16="http://schemas.microsoft.com/office/drawing/2014/main"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a16:creationId xmlns:a16="http://schemas.microsoft.com/office/drawing/2014/main"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a16:creationId xmlns:a16="http://schemas.microsoft.com/office/drawing/2014/main"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a16:creationId xmlns:a16="http://schemas.microsoft.com/office/drawing/2014/main"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a16:creationId xmlns:a16="http://schemas.microsoft.com/office/drawing/2014/main"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a16:creationId xmlns:a16="http://schemas.microsoft.com/office/drawing/2014/main"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a16:creationId xmlns:a16="http://schemas.microsoft.com/office/drawing/2014/main"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a16:creationId xmlns:a16="http://schemas.microsoft.com/office/drawing/2014/main"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a16:creationId xmlns:a16="http://schemas.microsoft.com/office/drawing/2014/main"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a16:creationId xmlns:a16="http://schemas.microsoft.com/office/drawing/2014/main"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a16:creationId xmlns:a16="http://schemas.microsoft.com/office/drawing/2014/main"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a16:creationId xmlns:a16="http://schemas.microsoft.com/office/drawing/2014/main"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a16:creationId xmlns:a16="http://schemas.microsoft.com/office/drawing/2014/main"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a16:creationId xmlns:a16="http://schemas.microsoft.com/office/drawing/2014/main"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a16:creationId xmlns:a16="http://schemas.microsoft.com/office/drawing/2014/main"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a16:creationId xmlns:a16="http://schemas.microsoft.com/office/drawing/2014/main"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a16:creationId xmlns:a16="http://schemas.microsoft.com/office/drawing/2014/main"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a16:creationId xmlns:a16="http://schemas.microsoft.com/office/drawing/2014/main"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a16:creationId xmlns:a16="http://schemas.microsoft.com/office/drawing/2014/main"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a16:creationId xmlns:a16="http://schemas.microsoft.com/office/drawing/2014/main"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a16:creationId xmlns:a16="http://schemas.microsoft.com/office/drawing/2014/main"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a16:creationId xmlns:a16="http://schemas.microsoft.com/office/drawing/2014/main"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607258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a16:creationId xmlns:a16="http://schemas.microsoft.com/office/drawing/2014/main"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a16:creationId xmlns:a16="http://schemas.microsoft.com/office/drawing/2014/main"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a16:creationId xmlns:a16="http://schemas.microsoft.com/office/drawing/2014/main"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a16:creationId xmlns:a16="http://schemas.microsoft.com/office/drawing/2014/main"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a16:creationId xmlns:a16="http://schemas.microsoft.com/office/drawing/2014/main"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a16:creationId xmlns:a16="http://schemas.microsoft.com/office/drawing/2014/main"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a16:creationId xmlns:a16="http://schemas.microsoft.com/office/drawing/2014/main"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a16:creationId xmlns:a16="http://schemas.microsoft.com/office/drawing/2014/main"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a16:creationId xmlns:a16="http://schemas.microsoft.com/office/drawing/2014/main"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a16:creationId xmlns:a16="http://schemas.microsoft.com/office/drawing/2014/main"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a16:creationId xmlns:a16="http://schemas.microsoft.com/office/drawing/2014/main"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a16:creationId xmlns:a16="http://schemas.microsoft.com/office/drawing/2014/main"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a16:creationId xmlns:a16="http://schemas.microsoft.com/office/drawing/2014/main"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a16:creationId xmlns:a16="http://schemas.microsoft.com/office/drawing/2014/main"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a16:creationId xmlns:a16="http://schemas.microsoft.com/office/drawing/2014/main"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a16:creationId xmlns:a16="http://schemas.microsoft.com/office/drawing/2014/main"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a16:creationId xmlns:a16="http://schemas.microsoft.com/office/drawing/2014/main"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a16:creationId xmlns:a16="http://schemas.microsoft.com/office/drawing/2014/main"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a16:creationId xmlns:a16="http://schemas.microsoft.com/office/drawing/2014/main"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a16:creationId xmlns:a16="http://schemas.microsoft.com/office/drawing/2014/main"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a16:creationId xmlns:a16="http://schemas.microsoft.com/office/drawing/2014/main"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a16:creationId xmlns:a16="http://schemas.microsoft.com/office/drawing/2014/main"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a16:creationId xmlns:a16="http://schemas.microsoft.com/office/drawing/2014/main"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a16:creationId xmlns:a16="http://schemas.microsoft.com/office/drawing/2014/main"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a16:creationId xmlns:a16="http://schemas.microsoft.com/office/drawing/2014/main"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a16:creationId xmlns:a16="http://schemas.microsoft.com/office/drawing/2014/main"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101974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a16:creationId xmlns:a16="http://schemas.microsoft.com/office/drawing/2014/main"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a16:creationId xmlns:a16="http://schemas.microsoft.com/office/drawing/2014/main"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a16:creationId xmlns:a16="http://schemas.microsoft.com/office/drawing/2014/main"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a16:creationId xmlns:a16="http://schemas.microsoft.com/office/drawing/2014/main"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a16:creationId xmlns:a16="http://schemas.microsoft.com/office/drawing/2014/main"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a16:creationId xmlns:a16="http://schemas.microsoft.com/office/drawing/2014/main"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a16:creationId xmlns:a16="http://schemas.microsoft.com/office/drawing/2014/main"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a16:creationId xmlns:a16="http://schemas.microsoft.com/office/drawing/2014/main"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a16:creationId xmlns:a16="http://schemas.microsoft.com/office/drawing/2014/main"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420883773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a16:creationId xmlns:a16="http://schemas.microsoft.com/office/drawing/2014/main"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a16:creationId xmlns:a16="http://schemas.microsoft.com/office/drawing/2014/main"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a16:creationId xmlns:a16="http://schemas.microsoft.com/office/drawing/2014/main"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a16:creationId xmlns:a16="http://schemas.microsoft.com/office/drawing/2014/main"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a16:creationId xmlns:a16="http://schemas.microsoft.com/office/drawing/2014/main"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a16:creationId xmlns:a16="http://schemas.microsoft.com/office/drawing/2014/main"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a16:creationId xmlns:a16="http://schemas.microsoft.com/office/drawing/2014/main"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a16:creationId xmlns:a16="http://schemas.microsoft.com/office/drawing/2014/main"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a16:creationId xmlns:a16="http://schemas.microsoft.com/office/drawing/2014/main"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a16:creationId xmlns:a16="http://schemas.microsoft.com/office/drawing/2014/main"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a16:creationId xmlns:a16="http://schemas.microsoft.com/office/drawing/2014/main"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a16:creationId xmlns:a16="http://schemas.microsoft.com/office/drawing/2014/main"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a16:creationId xmlns:a16="http://schemas.microsoft.com/office/drawing/2014/main"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a16:creationId xmlns:a16="http://schemas.microsoft.com/office/drawing/2014/main"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a16:creationId xmlns:a16="http://schemas.microsoft.com/office/drawing/2014/main"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a16:creationId xmlns:a16="http://schemas.microsoft.com/office/drawing/2014/main"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a16:creationId xmlns:a16="http://schemas.microsoft.com/office/drawing/2014/main"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a16:creationId xmlns:a16="http://schemas.microsoft.com/office/drawing/2014/main"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a16:creationId xmlns:a16="http://schemas.microsoft.com/office/drawing/2014/main"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a16:creationId xmlns:a16="http://schemas.microsoft.com/office/drawing/2014/main"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a16:creationId xmlns:a16="http://schemas.microsoft.com/office/drawing/2014/main"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a16:creationId xmlns:a16="http://schemas.microsoft.com/office/drawing/2014/main"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a16:creationId xmlns:a16="http://schemas.microsoft.com/office/drawing/2014/main"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a16:creationId xmlns:a16="http://schemas.microsoft.com/office/drawing/2014/main"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a16:creationId xmlns:a16="http://schemas.microsoft.com/office/drawing/2014/main"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a16:creationId xmlns:a16="http://schemas.microsoft.com/office/drawing/2014/main"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a16:creationId xmlns:a16="http://schemas.microsoft.com/office/drawing/2014/main"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a16:creationId xmlns:a16="http://schemas.microsoft.com/office/drawing/2014/main"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a16:creationId xmlns:a16="http://schemas.microsoft.com/office/drawing/2014/main"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a16:creationId xmlns:a16="http://schemas.microsoft.com/office/drawing/2014/main"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a16:creationId xmlns:a16="http://schemas.microsoft.com/office/drawing/2014/main"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a16:creationId xmlns:a16="http://schemas.microsoft.com/office/drawing/2014/main"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a16:creationId xmlns:a16="http://schemas.microsoft.com/office/drawing/2014/main"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a16:creationId xmlns:a16="http://schemas.microsoft.com/office/drawing/2014/main"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a16:creationId xmlns:a16="http://schemas.microsoft.com/office/drawing/2014/main"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a16:creationId xmlns:a16="http://schemas.microsoft.com/office/drawing/2014/main"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a16:creationId xmlns:a16="http://schemas.microsoft.com/office/drawing/2014/main"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a16:creationId xmlns:a16="http://schemas.microsoft.com/office/drawing/2014/main"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a16:creationId xmlns:a16="http://schemas.microsoft.com/office/drawing/2014/main"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a16:creationId xmlns:a16="http://schemas.microsoft.com/office/drawing/2014/main"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a16:creationId xmlns:a16="http://schemas.microsoft.com/office/drawing/2014/main"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a16:creationId xmlns:a16="http://schemas.microsoft.com/office/drawing/2014/main"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a16:creationId xmlns:a16="http://schemas.microsoft.com/office/drawing/2014/main"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a16:creationId xmlns:a16="http://schemas.microsoft.com/office/drawing/2014/main"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a16:creationId xmlns:a16="http://schemas.microsoft.com/office/drawing/2014/main"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a16:creationId xmlns:a16="http://schemas.microsoft.com/office/drawing/2014/main"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a16:creationId xmlns:a16="http://schemas.microsoft.com/office/drawing/2014/main"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a16:creationId xmlns:a16="http://schemas.microsoft.com/office/drawing/2014/main"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a16:creationId xmlns:a16="http://schemas.microsoft.com/office/drawing/2014/main"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a16:creationId xmlns:a16="http://schemas.microsoft.com/office/drawing/2014/main"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a16:creationId xmlns:a16="http://schemas.microsoft.com/office/drawing/2014/main"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a16:creationId xmlns:a16="http://schemas.microsoft.com/office/drawing/2014/main"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a16:creationId xmlns:a16="http://schemas.microsoft.com/office/drawing/2014/main"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a16:creationId xmlns:a16="http://schemas.microsoft.com/office/drawing/2014/main"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a16:creationId xmlns:a16="http://schemas.microsoft.com/office/drawing/2014/main"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a16:creationId xmlns:a16="http://schemas.microsoft.com/office/drawing/2014/main"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a16:creationId xmlns:a16="http://schemas.microsoft.com/office/drawing/2014/main"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a16:creationId xmlns:a16="http://schemas.microsoft.com/office/drawing/2014/main"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a16:creationId xmlns:a16="http://schemas.microsoft.com/office/drawing/2014/main"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a16:creationId xmlns:a16="http://schemas.microsoft.com/office/drawing/2014/main"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a16:creationId xmlns:a16="http://schemas.microsoft.com/office/drawing/2014/main"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a16:creationId xmlns:a16="http://schemas.microsoft.com/office/drawing/2014/main"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a16:creationId xmlns:a16="http://schemas.microsoft.com/office/drawing/2014/main"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a16:creationId xmlns:a16="http://schemas.microsoft.com/office/drawing/2014/main"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a16:creationId xmlns:a16="http://schemas.microsoft.com/office/drawing/2014/main"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a16:creationId xmlns:a16="http://schemas.microsoft.com/office/drawing/2014/main"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a16:creationId xmlns:a16="http://schemas.microsoft.com/office/drawing/2014/main"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a16:creationId xmlns:a16="http://schemas.microsoft.com/office/drawing/2014/main"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a16:creationId xmlns:a16="http://schemas.microsoft.com/office/drawing/2014/main"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a16:creationId xmlns:a16="http://schemas.microsoft.com/office/drawing/2014/main"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a16:creationId xmlns:a16="http://schemas.microsoft.com/office/drawing/2014/main"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a16:creationId xmlns:a16="http://schemas.microsoft.com/office/drawing/2014/main"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a16:creationId xmlns:a16="http://schemas.microsoft.com/office/drawing/2014/main"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a16:creationId xmlns:a16="http://schemas.microsoft.com/office/drawing/2014/main"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a16:creationId xmlns:a16="http://schemas.microsoft.com/office/drawing/2014/main"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a16:creationId xmlns:a16="http://schemas.microsoft.com/office/drawing/2014/main"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a16:creationId xmlns:a16="http://schemas.microsoft.com/office/drawing/2014/main"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a16:creationId xmlns:a16="http://schemas.microsoft.com/office/drawing/2014/main"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a16:creationId xmlns:a16="http://schemas.microsoft.com/office/drawing/2014/main"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a16:creationId xmlns:a16="http://schemas.microsoft.com/office/drawing/2014/main"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a16:creationId xmlns:a16="http://schemas.microsoft.com/office/drawing/2014/main"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a16:creationId xmlns:a16="http://schemas.microsoft.com/office/drawing/2014/main"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a16:creationId xmlns:a16="http://schemas.microsoft.com/office/drawing/2014/main"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a16:creationId xmlns:a16="http://schemas.microsoft.com/office/drawing/2014/main"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a16:creationId xmlns:a16="http://schemas.microsoft.com/office/drawing/2014/main"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a16:creationId xmlns:a16="http://schemas.microsoft.com/office/drawing/2014/main"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a16:creationId xmlns:a16="http://schemas.microsoft.com/office/drawing/2014/main"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a16:creationId xmlns:a16="http://schemas.microsoft.com/office/drawing/2014/main"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a16:creationId xmlns:a16="http://schemas.microsoft.com/office/drawing/2014/main"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a16:creationId xmlns:a16="http://schemas.microsoft.com/office/drawing/2014/main"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a16:creationId xmlns:a16="http://schemas.microsoft.com/office/drawing/2014/main"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a16:creationId xmlns:a16="http://schemas.microsoft.com/office/drawing/2014/main"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a16:creationId xmlns:a16="http://schemas.microsoft.com/office/drawing/2014/main"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a16:creationId xmlns:a16="http://schemas.microsoft.com/office/drawing/2014/main"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a16:creationId xmlns:a16="http://schemas.microsoft.com/office/drawing/2014/main"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a16:creationId xmlns:a16="http://schemas.microsoft.com/office/drawing/2014/main"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a16:creationId xmlns:a16="http://schemas.microsoft.com/office/drawing/2014/main"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a16:creationId xmlns:a16="http://schemas.microsoft.com/office/drawing/2014/main"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a16:creationId xmlns:a16="http://schemas.microsoft.com/office/drawing/2014/main"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a16:creationId xmlns:a16="http://schemas.microsoft.com/office/drawing/2014/main"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a16:creationId xmlns:a16="http://schemas.microsoft.com/office/drawing/2014/main"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a16:creationId xmlns:a16="http://schemas.microsoft.com/office/drawing/2014/main"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a16:creationId xmlns:a16="http://schemas.microsoft.com/office/drawing/2014/main"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a16:creationId xmlns:a16="http://schemas.microsoft.com/office/drawing/2014/main"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a16:creationId xmlns:a16="http://schemas.microsoft.com/office/drawing/2014/main"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a16:creationId xmlns:a16="http://schemas.microsoft.com/office/drawing/2014/main"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a16:creationId xmlns:a16="http://schemas.microsoft.com/office/drawing/2014/main"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a16:creationId xmlns:a16="http://schemas.microsoft.com/office/drawing/2014/main"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a16:creationId xmlns:a16="http://schemas.microsoft.com/office/drawing/2014/main"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a16:creationId xmlns:a16="http://schemas.microsoft.com/office/drawing/2014/main"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a16:creationId xmlns:a16="http://schemas.microsoft.com/office/drawing/2014/main"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a16:creationId xmlns:a16="http://schemas.microsoft.com/office/drawing/2014/main"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a16:creationId xmlns:a16="http://schemas.microsoft.com/office/drawing/2014/main"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407993630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a16:creationId xmlns:a16="http://schemas.microsoft.com/office/drawing/2014/main"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a16:creationId xmlns:a16="http://schemas.microsoft.com/office/drawing/2014/main"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a16:creationId xmlns:a16="http://schemas.microsoft.com/office/drawing/2014/main"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a16:creationId xmlns:a16="http://schemas.microsoft.com/office/drawing/2014/main"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a16:creationId xmlns:a16="http://schemas.microsoft.com/office/drawing/2014/main"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a16:creationId xmlns:a16="http://schemas.microsoft.com/office/drawing/2014/main"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a16:creationId xmlns:a16="http://schemas.microsoft.com/office/drawing/2014/main"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a16:creationId xmlns:a16="http://schemas.microsoft.com/office/drawing/2014/main"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a16:creationId xmlns:a16="http://schemas.microsoft.com/office/drawing/2014/main"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a16:creationId xmlns:a16="http://schemas.microsoft.com/office/drawing/2014/main"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a16:creationId xmlns:a16="http://schemas.microsoft.com/office/drawing/2014/main"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a16:creationId xmlns:a16="http://schemas.microsoft.com/office/drawing/2014/main"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a16:creationId xmlns:a16="http://schemas.microsoft.com/office/drawing/2014/main"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a16:creationId xmlns:a16="http://schemas.microsoft.com/office/drawing/2014/main"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a16:creationId xmlns:a16="http://schemas.microsoft.com/office/drawing/2014/main"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a16:creationId xmlns:a16="http://schemas.microsoft.com/office/drawing/2014/main"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a16:creationId xmlns:a16="http://schemas.microsoft.com/office/drawing/2014/main"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a16:creationId xmlns:a16="http://schemas.microsoft.com/office/drawing/2014/main"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a16:creationId xmlns:a16="http://schemas.microsoft.com/office/drawing/2014/main"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279286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a16:creationId xmlns:a16="http://schemas.microsoft.com/office/drawing/2014/main"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a16:creationId xmlns:a16="http://schemas.microsoft.com/office/drawing/2014/main"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a16:creationId xmlns:a16="http://schemas.microsoft.com/office/drawing/2014/main"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a16:creationId xmlns:a16="http://schemas.microsoft.com/office/drawing/2014/main"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a16:creationId xmlns:a16="http://schemas.microsoft.com/office/drawing/2014/main"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a16:creationId xmlns:a16="http://schemas.microsoft.com/office/drawing/2014/main"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a16:creationId xmlns:a16="http://schemas.microsoft.com/office/drawing/2014/main"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a16:creationId xmlns:a16="http://schemas.microsoft.com/office/drawing/2014/main"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a16:creationId xmlns:a16="http://schemas.microsoft.com/office/drawing/2014/main"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a16:creationId xmlns:a16="http://schemas.microsoft.com/office/drawing/2014/main"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a16:creationId xmlns:a16="http://schemas.microsoft.com/office/drawing/2014/main"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a16:creationId xmlns:a16="http://schemas.microsoft.com/office/drawing/2014/main"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a16:creationId xmlns:a16="http://schemas.microsoft.com/office/drawing/2014/main"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a16:creationId xmlns:a16="http://schemas.microsoft.com/office/drawing/2014/main"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a16:creationId xmlns:a16="http://schemas.microsoft.com/office/drawing/2014/main"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a16:creationId xmlns:a16="http://schemas.microsoft.com/office/drawing/2014/main"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a16:creationId xmlns:a16="http://schemas.microsoft.com/office/drawing/2014/main"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a16:creationId xmlns:a16="http://schemas.microsoft.com/office/drawing/2014/main"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a16:creationId xmlns:a16="http://schemas.microsoft.com/office/drawing/2014/main"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a16:creationId xmlns:a16="http://schemas.microsoft.com/office/drawing/2014/main"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a16:creationId xmlns:a16="http://schemas.microsoft.com/office/drawing/2014/main"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a16:creationId xmlns:a16="http://schemas.microsoft.com/office/drawing/2014/main"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a16:creationId xmlns:a16="http://schemas.microsoft.com/office/drawing/2014/main"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a16:creationId xmlns:a16="http://schemas.microsoft.com/office/drawing/2014/main"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a16:creationId xmlns:a16="http://schemas.microsoft.com/office/drawing/2014/main"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5248508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17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a16:creationId xmlns:a16="http://schemas.microsoft.com/office/drawing/2014/main"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a16:creationId xmlns:a16="http://schemas.microsoft.com/office/drawing/2014/main"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a16:creationId xmlns:a16="http://schemas.microsoft.com/office/drawing/2014/main"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a16:creationId xmlns:a16="http://schemas.microsoft.com/office/drawing/2014/main"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a16:creationId xmlns:a16="http://schemas.microsoft.com/office/drawing/2014/main"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a16:creationId xmlns:a16="http://schemas.microsoft.com/office/drawing/2014/main"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a16:creationId xmlns:a16="http://schemas.microsoft.com/office/drawing/2014/main"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a16:creationId xmlns:a16="http://schemas.microsoft.com/office/drawing/2014/main"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a16:creationId xmlns:a16="http://schemas.microsoft.com/office/drawing/2014/main"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a16:creationId xmlns:a16="http://schemas.microsoft.com/office/drawing/2014/main"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a16:creationId xmlns:a16="http://schemas.microsoft.com/office/drawing/2014/main"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a16:creationId xmlns:a16="http://schemas.microsoft.com/office/drawing/2014/main"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a16:creationId xmlns:a16="http://schemas.microsoft.com/office/drawing/2014/main"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a16:creationId xmlns:a16="http://schemas.microsoft.com/office/drawing/2014/main"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a16:creationId xmlns:a16="http://schemas.microsoft.com/office/drawing/2014/main"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a16:creationId xmlns:a16="http://schemas.microsoft.com/office/drawing/2014/main"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a16:creationId xmlns:a16="http://schemas.microsoft.com/office/drawing/2014/main"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a16:creationId xmlns:a16="http://schemas.microsoft.com/office/drawing/2014/main"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a16:creationId xmlns:a16="http://schemas.microsoft.com/office/drawing/2014/main"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a16:creationId xmlns:a16="http://schemas.microsoft.com/office/drawing/2014/main"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a16:creationId xmlns:a16="http://schemas.microsoft.com/office/drawing/2014/main"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a16:creationId xmlns:a16="http://schemas.microsoft.com/office/drawing/2014/main"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a16:creationId xmlns:a16="http://schemas.microsoft.com/office/drawing/2014/main"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a16:creationId xmlns:a16="http://schemas.microsoft.com/office/drawing/2014/main"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a16:creationId xmlns:a16="http://schemas.microsoft.com/office/drawing/2014/main"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a16:creationId xmlns:a16="http://schemas.microsoft.com/office/drawing/2014/main"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a16:creationId xmlns:a16="http://schemas.microsoft.com/office/drawing/2014/main"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a16:creationId xmlns:a16="http://schemas.microsoft.com/office/drawing/2014/main"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a16:creationId xmlns:a16="http://schemas.microsoft.com/office/drawing/2014/main"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a16:creationId xmlns:a16="http://schemas.microsoft.com/office/drawing/2014/main"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a16:creationId xmlns:a16="http://schemas.microsoft.com/office/drawing/2014/main"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a16:creationId xmlns:a16="http://schemas.microsoft.com/office/drawing/2014/main"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60971292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a16:creationId xmlns:a16="http://schemas.microsoft.com/office/drawing/2014/main"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a16:creationId xmlns:a16="http://schemas.microsoft.com/office/drawing/2014/main"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a16:creationId xmlns:a16="http://schemas.microsoft.com/office/drawing/2014/main"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a16:creationId xmlns:a16="http://schemas.microsoft.com/office/drawing/2014/main"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a16:creationId xmlns:a16="http://schemas.microsoft.com/office/drawing/2014/main"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a16:creationId xmlns:a16="http://schemas.microsoft.com/office/drawing/2014/main"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a16:creationId xmlns:a16="http://schemas.microsoft.com/office/drawing/2014/main"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a16:creationId xmlns:a16="http://schemas.microsoft.com/office/drawing/2014/main"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a16:creationId xmlns:a16="http://schemas.microsoft.com/office/drawing/2014/main"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a16:creationId xmlns:a16="http://schemas.microsoft.com/office/drawing/2014/main"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a16:creationId xmlns:a16="http://schemas.microsoft.com/office/drawing/2014/main"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a16:creationId xmlns:a16="http://schemas.microsoft.com/office/drawing/2014/main"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a16:creationId xmlns:a16="http://schemas.microsoft.com/office/drawing/2014/main"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a16:creationId xmlns:a16="http://schemas.microsoft.com/office/drawing/2014/main"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a16:creationId xmlns:a16="http://schemas.microsoft.com/office/drawing/2014/main"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a16:creationId xmlns:a16="http://schemas.microsoft.com/office/drawing/2014/main"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a16:creationId xmlns:a16="http://schemas.microsoft.com/office/drawing/2014/main"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a16:creationId xmlns:a16="http://schemas.microsoft.com/office/drawing/2014/main"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a16:creationId xmlns:a16="http://schemas.microsoft.com/office/drawing/2014/main"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a16:creationId xmlns:a16="http://schemas.microsoft.com/office/drawing/2014/main"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a16:creationId xmlns:a16="http://schemas.microsoft.com/office/drawing/2014/main"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a16:creationId xmlns:a16="http://schemas.microsoft.com/office/drawing/2014/main"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a16:creationId xmlns:a16="http://schemas.microsoft.com/office/drawing/2014/main"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a16:creationId xmlns:a16="http://schemas.microsoft.com/office/drawing/2014/main"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a16:creationId xmlns:a16="http://schemas.microsoft.com/office/drawing/2014/main"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a16:creationId xmlns:a16="http://schemas.microsoft.com/office/drawing/2014/main"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a16:creationId xmlns:a16="http://schemas.microsoft.com/office/drawing/2014/main"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a16:creationId xmlns:a16="http://schemas.microsoft.com/office/drawing/2014/main"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a16:creationId xmlns:a16="http://schemas.microsoft.com/office/drawing/2014/main"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a16:creationId xmlns:a16="http://schemas.microsoft.com/office/drawing/2014/main"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a16:creationId xmlns:a16="http://schemas.microsoft.com/office/drawing/2014/main"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a16:creationId xmlns:a16="http://schemas.microsoft.com/office/drawing/2014/main"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a16:creationId xmlns:a16="http://schemas.microsoft.com/office/drawing/2014/main"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a16:creationId xmlns:a16="http://schemas.microsoft.com/office/drawing/2014/main"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a16:creationId xmlns:a16="http://schemas.microsoft.com/office/drawing/2014/main"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a16:creationId xmlns:a16="http://schemas.microsoft.com/office/drawing/2014/main"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a16:creationId xmlns:a16="http://schemas.microsoft.com/office/drawing/2014/main"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a16:creationId xmlns:a16="http://schemas.microsoft.com/office/drawing/2014/main"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a16:creationId xmlns:a16="http://schemas.microsoft.com/office/drawing/2014/main"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a16:creationId xmlns:a16="http://schemas.microsoft.com/office/drawing/2014/main"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544468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19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a16:creationId xmlns:a16="http://schemas.microsoft.com/office/drawing/2014/main"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a16:creationId xmlns:a16="http://schemas.microsoft.com/office/drawing/2014/main"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a16:creationId xmlns:a16="http://schemas.microsoft.com/office/drawing/2014/main"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a16:creationId xmlns:a16="http://schemas.microsoft.com/office/drawing/2014/main"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a16:creationId xmlns:a16="http://schemas.microsoft.com/office/drawing/2014/main"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a16:creationId xmlns:a16="http://schemas.microsoft.com/office/drawing/2014/main"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a16:creationId xmlns:a16="http://schemas.microsoft.com/office/drawing/2014/main"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a16:creationId xmlns:a16="http://schemas.microsoft.com/office/drawing/2014/main"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a16:creationId xmlns:a16="http://schemas.microsoft.com/office/drawing/2014/main"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a16:creationId xmlns:a16="http://schemas.microsoft.com/office/drawing/2014/main"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a16:creationId xmlns:a16="http://schemas.microsoft.com/office/drawing/2014/main"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a16:creationId xmlns:a16="http://schemas.microsoft.com/office/drawing/2014/main"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a16:creationId xmlns:a16="http://schemas.microsoft.com/office/drawing/2014/main"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a16:creationId xmlns:a16="http://schemas.microsoft.com/office/drawing/2014/main"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a16:creationId xmlns:a16="http://schemas.microsoft.com/office/drawing/2014/main"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a16:creationId xmlns:a16="http://schemas.microsoft.com/office/drawing/2014/main"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a16:creationId xmlns:a16="http://schemas.microsoft.com/office/drawing/2014/main"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a16:creationId xmlns:a16="http://schemas.microsoft.com/office/drawing/2014/main"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a16:creationId xmlns:a16="http://schemas.microsoft.com/office/drawing/2014/main"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a16:creationId xmlns:a16="http://schemas.microsoft.com/office/drawing/2014/main"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a16:creationId xmlns:a16="http://schemas.microsoft.com/office/drawing/2014/main"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a16:creationId xmlns:a16="http://schemas.microsoft.com/office/drawing/2014/main"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a16:creationId xmlns:a16="http://schemas.microsoft.com/office/drawing/2014/main"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a16:creationId xmlns:a16="http://schemas.microsoft.com/office/drawing/2014/main"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a16:creationId xmlns:a16="http://schemas.microsoft.com/office/drawing/2014/main"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a16:creationId xmlns:a16="http://schemas.microsoft.com/office/drawing/2014/main"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a16:creationId xmlns:a16="http://schemas.microsoft.com/office/drawing/2014/main"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a16:creationId xmlns:a16="http://schemas.microsoft.com/office/drawing/2014/main"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a16:creationId xmlns:a16="http://schemas.microsoft.com/office/drawing/2014/main"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a16:creationId xmlns:a16="http://schemas.microsoft.com/office/drawing/2014/main"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a16:creationId xmlns:a16="http://schemas.microsoft.com/office/drawing/2014/main"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a16:creationId xmlns:a16="http://schemas.microsoft.com/office/drawing/2014/main"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a16:creationId xmlns:a16="http://schemas.microsoft.com/office/drawing/2014/main"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a16:creationId xmlns:a16="http://schemas.microsoft.com/office/drawing/2014/main"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a16:creationId xmlns:a16="http://schemas.microsoft.com/office/drawing/2014/main"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a16:creationId xmlns:a16="http://schemas.microsoft.com/office/drawing/2014/main"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a16:creationId xmlns:a16="http://schemas.microsoft.com/office/drawing/2014/main"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a16:creationId xmlns:a16="http://schemas.microsoft.com/office/drawing/2014/main"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a16:creationId xmlns:a16="http://schemas.microsoft.com/office/drawing/2014/main"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a16:creationId xmlns:a16="http://schemas.microsoft.com/office/drawing/2014/main"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a16:creationId xmlns:a16="http://schemas.microsoft.com/office/drawing/2014/main"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a16:creationId xmlns:a16="http://schemas.microsoft.com/office/drawing/2014/main"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48976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a16:creationId xmlns:a16="http://schemas.microsoft.com/office/drawing/2014/main"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a16:creationId xmlns:a16="http://schemas.microsoft.com/office/drawing/2014/main"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a16:creationId xmlns:a16="http://schemas.microsoft.com/office/drawing/2014/main"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a16:creationId xmlns:a16="http://schemas.microsoft.com/office/drawing/2014/main"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a16:creationId xmlns:a16="http://schemas.microsoft.com/office/drawing/2014/main"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a16:creationId xmlns:a16="http://schemas.microsoft.com/office/drawing/2014/main"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a16:creationId xmlns:a16="http://schemas.microsoft.com/office/drawing/2014/main"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a16:creationId xmlns:a16="http://schemas.microsoft.com/office/drawing/2014/main"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a16:creationId xmlns:a16="http://schemas.microsoft.com/office/drawing/2014/main"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a16:creationId xmlns:a16="http://schemas.microsoft.com/office/drawing/2014/main"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a16:creationId xmlns:a16="http://schemas.microsoft.com/office/drawing/2014/main"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a16:creationId xmlns:a16="http://schemas.microsoft.com/office/drawing/2014/main"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a16:creationId xmlns:a16="http://schemas.microsoft.com/office/drawing/2014/main"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a16:creationId xmlns:a16="http://schemas.microsoft.com/office/drawing/2014/main"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a16:creationId xmlns:a16="http://schemas.microsoft.com/office/drawing/2014/main"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a16:creationId xmlns:a16="http://schemas.microsoft.com/office/drawing/2014/main"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a16:creationId xmlns:a16="http://schemas.microsoft.com/office/drawing/2014/main"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a16:creationId xmlns:a16="http://schemas.microsoft.com/office/drawing/2014/main"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a16:creationId xmlns:a16="http://schemas.microsoft.com/office/drawing/2014/main"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a16:creationId xmlns:a16="http://schemas.microsoft.com/office/drawing/2014/main"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a16:creationId xmlns:a16="http://schemas.microsoft.com/office/drawing/2014/main"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a16:creationId xmlns:a16="http://schemas.microsoft.com/office/drawing/2014/main"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a16:creationId xmlns:a16="http://schemas.microsoft.com/office/drawing/2014/main"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a16:creationId xmlns:a16="http://schemas.microsoft.com/office/drawing/2014/main"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a16:creationId xmlns:a16="http://schemas.microsoft.com/office/drawing/2014/main"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a16:creationId xmlns:a16="http://schemas.microsoft.com/office/drawing/2014/main"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a16:creationId xmlns:a16="http://schemas.microsoft.com/office/drawing/2014/main"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a16:creationId xmlns:a16="http://schemas.microsoft.com/office/drawing/2014/main"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a16:creationId xmlns:a16="http://schemas.microsoft.com/office/drawing/2014/main"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a16:creationId xmlns:a16="http://schemas.microsoft.com/office/drawing/2014/main"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a16:creationId xmlns:a16="http://schemas.microsoft.com/office/drawing/2014/main"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a16:creationId xmlns:a16="http://schemas.microsoft.com/office/drawing/2014/main"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a16:creationId xmlns:a16="http://schemas.microsoft.com/office/drawing/2014/main"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a16:creationId xmlns:a16="http://schemas.microsoft.com/office/drawing/2014/main"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a16:creationId xmlns:a16="http://schemas.microsoft.com/office/drawing/2014/main"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a16:creationId xmlns:a16="http://schemas.microsoft.com/office/drawing/2014/main"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a16:creationId xmlns:a16="http://schemas.microsoft.com/office/drawing/2014/main"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a16:creationId xmlns:a16="http://schemas.microsoft.com/office/drawing/2014/main"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a16:creationId xmlns:a16="http://schemas.microsoft.com/office/drawing/2014/main"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a16:creationId xmlns:a16="http://schemas.microsoft.com/office/drawing/2014/main"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a16:creationId xmlns:a16="http://schemas.microsoft.com/office/drawing/2014/main"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a16:creationId xmlns:a16="http://schemas.microsoft.com/office/drawing/2014/main"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a16:creationId xmlns:a16="http://schemas.microsoft.com/office/drawing/2014/main"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a16:creationId xmlns:a16="http://schemas.microsoft.com/office/drawing/2014/main"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a16:creationId xmlns:a16="http://schemas.microsoft.com/office/drawing/2014/main"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a16:creationId xmlns:a16="http://schemas.microsoft.com/office/drawing/2014/main"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a16:creationId xmlns:a16="http://schemas.microsoft.com/office/drawing/2014/main"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a16:creationId xmlns:a16="http://schemas.microsoft.com/office/drawing/2014/main"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a16:creationId xmlns:a16="http://schemas.microsoft.com/office/drawing/2014/main"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a16:creationId xmlns:a16="http://schemas.microsoft.com/office/drawing/2014/main"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a16:creationId xmlns:a16="http://schemas.microsoft.com/office/drawing/2014/main"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a16:creationId xmlns:a16="http://schemas.microsoft.com/office/drawing/2014/main"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a16:creationId xmlns:a16="http://schemas.microsoft.com/office/drawing/2014/main"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a16:creationId xmlns:a16="http://schemas.microsoft.com/office/drawing/2014/main"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a16:creationId xmlns:a16="http://schemas.microsoft.com/office/drawing/2014/main"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a16:creationId xmlns:a16="http://schemas.microsoft.com/office/drawing/2014/main"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1265910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a16:creationId xmlns:a16="http://schemas.microsoft.com/office/drawing/2014/main"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a16:creationId xmlns:a16="http://schemas.microsoft.com/office/drawing/2014/main"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a16:creationId xmlns:a16="http://schemas.microsoft.com/office/drawing/2014/main"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a16:creationId xmlns:a16="http://schemas.microsoft.com/office/drawing/2014/main"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a16:creationId xmlns:a16="http://schemas.microsoft.com/office/drawing/2014/main"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a16:creationId xmlns:a16="http://schemas.microsoft.com/office/drawing/2014/main"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a16:creationId xmlns:a16="http://schemas.microsoft.com/office/drawing/2014/main"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a16:creationId xmlns:a16="http://schemas.microsoft.com/office/drawing/2014/main"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a16:creationId xmlns:a16="http://schemas.microsoft.com/office/drawing/2014/main"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a16:creationId xmlns:a16="http://schemas.microsoft.com/office/drawing/2014/main"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a16:creationId xmlns:a16="http://schemas.microsoft.com/office/drawing/2014/main"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a16:creationId xmlns:a16="http://schemas.microsoft.com/office/drawing/2014/main"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a16:creationId xmlns:a16="http://schemas.microsoft.com/office/drawing/2014/main"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a16:creationId xmlns:a16="http://schemas.microsoft.com/office/drawing/2014/main"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a16:creationId xmlns:a16="http://schemas.microsoft.com/office/drawing/2014/main"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a16:creationId xmlns:a16="http://schemas.microsoft.com/office/drawing/2014/main"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4365997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a16:creationId xmlns:a16="http://schemas.microsoft.com/office/drawing/2014/main"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a16:creationId xmlns:a16="http://schemas.microsoft.com/office/drawing/2014/main"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a16:creationId xmlns:a16="http://schemas.microsoft.com/office/drawing/2014/main"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a16:creationId xmlns:a16="http://schemas.microsoft.com/office/drawing/2014/main"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a16:creationId xmlns:a16="http://schemas.microsoft.com/office/drawing/2014/main"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a16:creationId xmlns:a16="http://schemas.microsoft.com/office/drawing/2014/main"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a16:creationId xmlns:a16="http://schemas.microsoft.com/office/drawing/2014/main"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a16:creationId xmlns:a16="http://schemas.microsoft.com/office/drawing/2014/main"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a16:creationId xmlns:a16="http://schemas.microsoft.com/office/drawing/2014/main"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a16:creationId xmlns:a16="http://schemas.microsoft.com/office/drawing/2014/main"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a16:creationId xmlns:a16="http://schemas.microsoft.com/office/drawing/2014/main"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a16:creationId xmlns:a16="http://schemas.microsoft.com/office/drawing/2014/main"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a16:creationId xmlns:a16="http://schemas.microsoft.com/office/drawing/2014/main"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a16:creationId xmlns:a16="http://schemas.microsoft.com/office/drawing/2014/main"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a16:creationId xmlns:a16="http://schemas.microsoft.com/office/drawing/2014/main"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a16:creationId xmlns:a16="http://schemas.microsoft.com/office/drawing/2014/main"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a16:creationId xmlns:a16="http://schemas.microsoft.com/office/drawing/2014/main"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a16:creationId xmlns:a16="http://schemas.microsoft.com/office/drawing/2014/main"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a16:creationId xmlns:a16="http://schemas.microsoft.com/office/drawing/2014/main"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a16:creationId xmlns:a16="http://schemas.microsoft.com/office/drawing/2014/main"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a16:creationId xmlns:a16="http://schemas.microsoft.com/office/drawing/2014/main"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a16:creationId xmlns:a16="http://schemas.microsoft.com/office/drawing/2014/main"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a16:creationId xmlns:a16="http://schemas.microsoft.com/office/drawing/2014/main"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a16:creationId xmlns:a16="http://schemas.microsoft.com/office/drawing/2014/main"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a16:creationId xmlns:a16="http://schemas.microsoft.com/office/drawing/2014/main"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a16:creationId xmlns:a16="http://schemas.microsoft.com/office/drawing/2014/main"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a16:creationId xmlns:a16="http://schemas.microsoft.com/office/drawing/2014/main"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a16:creationId xmlns:a16="http://schemas.microsoft.com/office/drawing/2014/main"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a16:creationId xmlns:a16="http://schemas.microsoft.com/office/drawing/2014/main"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a16:creationId xmlns:a16="http://schemas.microsoft.com/office/drawing/2014/main"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a16:creationId xmlns:a16="http://schemas.microsoft.com/office/drawing/2014/main"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a16:creationId xmlns:a16="http://schemas.microsoft.com/office/drawing/2014/main"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a16:creationId xmlns:a16="http://schemas.microsoft.com/office/drawing/2014/main"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a16:creationId xmlns:a16="http://schemas.microsoft.com/office/drawing/2014/main"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a16:creationId xmlns:a16="http://schemas.microsoft.com/office/drawing/2014/main"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a16:creationId xmlns:a16="http://schemas.microsoft.com/office/drawing/2014/main"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077155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a16:creationId xmlns:a16="http://schemas.microsoft.com/office/drawing/2014/main"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a16:creationId xmlns:a16="http://schemas.microsoft.com/office/drawing/2014/main"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a16:creationId xmlns:a16="http://schemas.microsoft.com/office/drawing/2014/main"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a16:creationId xmlns:a16="http://schemas.microsoft.com/office/drawing/2014/main"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a16:creationId xmlns:a16="http://schemas.microsoft.com/office/drawing/2014/main"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a16:creationId xmlns:a16="http://schemas.microsoft.com/office/drawing/2014/main"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a16:creationId xmlns:a16="http://schemas.microsoft.com/office/drawing/2014/main"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a16:creationId xmlns:a16="http://schemas.microsoft.com/office/drawing/2014/main"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a16:creationId xmlns:a16="http://schemas.microsoft.com/office/drawing/2014/main"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a16:creationId xmlns:a16="http://schemas.microsoft.com/office/drawing/2014/main"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a16:creationId xmlns:a16="http://schemas.microsoft.com/office/drawing/2014/main"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a16:creationId xmlns:a16="http://schemas.microsoft.com/office/drawing/2014/main"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a16:creationId xmlns:a16="http://schemas.microsoft.com/office/drawing/2014/main"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a16:creationId xmlns:a16="http://schemas.microsoft.com/office/drawing/2014/main"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a16:creationId xmlns:a16="http://schemas.microsoft.com/office/drawing/2014/main"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a16:creationId xmlns:a16="http://schemas.microsoft.com/office/drawing/2014/main"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a16:creationId xmlns:a16="http://schemas.microsoft.com/office/drawing/2014/main"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a16:creationId xmlns:a16="http://schemas.microsoft.com/office/drawing/2014/main"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a16:creationId xmlns:a16="http://schemas.microsoft.com/office/drawing/2014/main"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a16:creationId xmlns:a16="http://schemas.microsoft.com/office/drawing/2014/main"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a16:creationId xmlns:a16="http://schemas.microsoft.com/office/drawing/2014/main"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a16:creationId xmlns:a16="http://schemas.microsoft.com/office/drawing/2014/main"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a16:creationId xmlns:a16="http://schemas.microsoft.com/office/drawing/2014/main"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a16:creationId xmlns:a16="http://schemas.microsoft.com/office/drawing/2014/main"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a16:creationId xmlns:a16="http://schemas.microsoft.com/office/drawing/2014/main"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a16:creationId xmlns:a16="http://schemas.microsoft.com/office/drawing/2014/main"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a16:creationId xmlns:a16="http://schemas.microsoft.com/office/drawing/2014/main"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a16:creationId xmlns:a16="http://schemas.microsoft.com/office/drawing/2014/main"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a16:creationId xmlns:a16="http://schemas.microsoft.com/office/drawing/2014/main"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a16:creationId xmlns:a16="http://schemas.microsoft.com/office/drawing/2014/main"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a16:creationId xmlns:a16="http://schemas.microsoft.com/office/drawing/2014/main"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a16:creationId xmlns:a16="http://schemas.microsoft.com/office/drawing/2014/main"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a16:creationId xmlns:a16="http://schemas.microsoft.com/office/drawing/2014/main"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a16:creationId xmlns:a16="http://schemas.microsoft.com/office/drawing/2014/main"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a16:creationId xmlns:a16="http://schemas.microsoft.com/office/drawing/2014/main"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a16:creationId xmlns:a16="http://schemas.microsoft.com/office/drawing/2014/main"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493144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a16:creationId xmlns:a16="http://schemas.microsoft.com/office/drawing/2014/main"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a16:creationId xmlns:a16="http://schemas.microsoft.com/office/drawing/2014/main"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a16:creationId xmlns:a16="http://schemas.microsoft.com/office/drawing/2014/main"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a16:creationId xmlns:a16="http://schemas.microsoft.com/office/drawing/2014/main"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a16:creationId xmlns:a16="http://schemas.microsoft.com/office/drawing/2014/main"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a16:creationId xmlns:a16="http://schemas.microsoft.com/office/drawing/2014/main"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a16:creationId xmlns:a16="http://schemas.microsoft.com/office/drawing/2014/main"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a16:creationId xmlns:a16="http://schemas.microsoft.com/office/drawing/2014/main"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a16:creationId xmlns:a16="http://schemas.microsoft.com/office/drawing/2014/main"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a16:creationId xmlns:a16="http://schemas.microsoft.com/office/drawing/2014/main"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a16:creationId xmlns:a16="http://schemas.microsoft.com/office/drawing/2014/main"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a16:creationId xmlns:a16="http://schemas.microsoft.com/office/drawing/2014/main"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a16:creationId xmlns:a16="http://schemas.microsoft.com/office/drawing/2014/main"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a16:creationId xmlns:a16="http://schemas.microsoft.com/office/drawing/2014/main"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a16:creationId xmlns:a16="http://schemas.microsoft.com/office/drawing/2014/main"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a16:creationId xmlns:a16="http://schemas.microsoft.com/office/drawing/2014/main"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a16:creationId xmlns:a16="http://schemas.microsoft.com/office/drawing/2014/main"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a16:creationId xmlns:a16="http://schemas.microsoft.com/office/drawing/2014/main"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a16:creationId xmlns:a16="http://schemas.microsoft.com/office/drawing/2014/main"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a16:creationId xmlns:a16="http://schemas.microsoft.com/office/drawing/2014/main"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a16:creationId xmlns:a16="http://schemas.microsoft.com/office/drawing/2014/main"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a16:creationId xmlns:a16="http://schemas.microsoft.com/office/drawing/2014/main"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a16:creationId xmlns:a16="http://schemas.microsoft.com/office/drawing/2014/main"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a16:creationId xmlns:a16="http://schemas.microsoft.com/office/drawing/2014/main"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a16:creationId xmlns:a16="http://schemas.microsoft.com/office/drawing/2014/main"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a16:creationId xmlns:a16="http://schemas.microsoft.com/office/drawing/2014/main"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a16:creationId xmlns:a16="http://schemas.microsoft.com/office/drawing/2014/main"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a16:creationId xmlns:a16="http://schemas.microsoft.com/office/drawing/2014/main"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a16:creationId xmlns:a16="http://schemas.microsoft.com/office/drawing/2014/main"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a16:creationId xmlns:a16="http://schemas.microsoft.com/office/drawing/2014/main"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a16:creationId xmlns:a16="http://schemas.microsoft.com/office/drawing/2014/main"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a16:creationId xmlns:a16="http://schemas.microsoft.com/office/drawing/2014/main"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a16:creationId xmlns:a16="http://schemas.microsoft.com/office/drawing/2014/main"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a16:creationId xmlns:a16="http://schemas.microsoft.com/office/drawing/2014/main"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a16:creationId xmlns:a16="http://schemas.microsoft.com/office/drawing/2014/main"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a16:creationId xmlns:a16="http://schemas.microsoft.com/office/drawing/2014/main"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a16:creationId xmlns:a16="http://schemas.microsoft.com/office/drawing/2014/main"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a16:creationId xmlns:a16="http://schemas.microsoft.com/office/drawing/2014/main"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a16:creationId xmlns:a16="http://schemas.microsoft.com/office/drawing/2014/main"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a16:creationId xmlns:a16="http://schemas.microsoft.com/office/drawing/2014/main"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a16:creationId xmlns:a16="http://schemas.microsoft.com/office/drawing/2014/main"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a16:creationId xmlns:a16="http://schemas.microsoft.com/office/drawing/2014/main"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a16:creationId xmlns:a16="http://schemas.microsoft.com/office/drawing/2014/main"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a16:creationId xmlns:a16="http://schemas.microsoft.com/office/drawing/2014/main"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a16:creationId xmlns:a16="http://schemas.microsoft.com/office/drawing/2014/main"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a16:creationId xmlns:a16="http://schemas.microsoft.com/office/drawing/2014/main"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a16:creationId xmlns:a16="http://schemas.microsoft.com/office/drawing/2014/main"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a16:creationId xmlns:a16="http://schemas.microsoft.com/office/drawing/2014/main"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a16:creationId xmlns:a16="http://schemas.microsoft.com/office/drawing/2014/main"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a16:creationId xmlns:a16="http://schemas.microsoft.com/office/drawing/2014/main"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a16:creationId xmlns:a16="http://schemas.microsoft.com/office/drawing/2014/main"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a16:creationId xmlns:a16="http://schemas.microsoft.com/office/drawing/2014/main"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a16:creationId xmlns:a16="http://schemas.microsoft.com/office/drawing/2014/main"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a16:creationId xmlns:a16="http://schemas.microsoft.com/office/drawing/2014/main"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a16:creationId xmlns:a16="http://schemas.microsoft.com/office/drawing/2014/main"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a16:creationId xmlns:a16="http://schemas.microsoft.com/office/drawing/2014/main"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a16:creationId xmlns:a16="http://schemas.microsoft.com/office/drawing/2014/main"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a16:creationId xmlns:a16="http://schemas.microsoft.com/office/drawing/2014/main"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a16:creationId xmlns:a16="http://schemas.microsoft.com/office/drawing/2014/main"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a16:creationId xmlns:a16="http://schemas.microsoft.com/office/drawing/2014/main"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a16:creationId xmlns:a16="http://schemas.microsoft.com/office/drawing/2014/main"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a16:creationId xmlns:a16="http://schemas.microsoft.com/office/drawing/2014/main"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a16:creationId xmlns:a16="http://schemas.microsoft.com/office/drawing/2014/main"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a16:creationId xmlns:a16="http://schemas.microsoft.com/office/drawing/2014/main"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a16:creationId xmlns:a16="http://schemas.microsoft.com/office/drawing/2014/main"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a16:creationId xmlns:a16="http://schemas.microsoft.com/office/drawing/2014/main"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a16:creationId xmlns:a16="http://schemas.microsoft.com/office/drawing/2014/main"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a16:creationId xmlns:a16="http://schemas.microsoft.com/office/drawing/2014/main"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a16:creationId xmlns:a16="http://schemas.microsoft.com/office/drawing/2014/main"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a16:creationId xmlns:a16="http://schemas.microsoft.com/office/drawing/2014/main"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a16:creationId xmlns:a16="http://schemas.microsoft.com/office/drawing/2014/main"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a16:creationId xmlns:a16="http://schemas.microsoft.com/office/drawing/2014/main"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a16:creationId xmlns:a16="http://schemas.microsoft.com/office/drawing/2014/main"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a16:creationId xmlns:a16="http://schemas.microsoft.com/office/drawing/2014/main"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a16:creationId xmlns:a16="http://schemas.microsoft.com/office/drawing/2014/main"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a16:creationId xmlns:a16="http://schemas.microsoft.com/office/drawing/2014/main"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a16:creationId xmlns:a16="http://schemas.microsoft.com/office/drawing/2014/main"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a16:creationId xmlns:a16="http://schemas.microsoft.com/office/drawing/2014/main"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a16:creationId xmlns:a16="http://schemas.microsoft.com/office/drawing/2014/main"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a16:creationId xmlns:a16="http://schemas.microsoft.com/office/drawing/2014/main"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a16:creationId xmlns:a16="http://schemas.microsoft.com/office/drawing/2014/main"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a16:creationId xmlns:a16="http://schemas.microsoft.com/office/drawing/2014/main"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a16:creationId xmlns:a16="http://schemas.microsoft.com/office/drawing/2014/main"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a16:creationId xmlns:a16="http://schemas.microsoft.com/office/drawing/2014/main"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a16:creationId xmlns:a16="http://schemas.microsoft.com/office/drawing/2014/main"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a16:creationId xmlns:a16="http://schemas.microsoft.com/office/drawing/2014/main"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a16:creationId xmlns:a16="http://schemas.microsoft.com/office/drawing/2014/main"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a16:creationId xmlns:a16="http://schemas.microsoft.com/office/drawing/2014/main"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a16:creationId xmlns:a16="http://schemas.microsoft.com/office/drawing/2014/main"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a16:creationId xmlns:a16="http://schemas.microsoft.com/office/drawing/2014/main"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a16:creationId xmlns:a16="http://schemas.microsoft.com/office/drawing/2014/main"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a16:creationId xmlns:a16="http://schemas.microsoft.com/office/drawing/2014/main"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a16:creationId xmlns:a16="http://schemas.microsoft.com/office/drawing/2014/main"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a16:creationId xmlns:a16="http://schemas.microsoft.com/office/drawing/2014/main"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a16:creationId xmlns:a16="http://schemas.microsoft.com/office/drawing/2014/main"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a16:creationId xmlns:a16="http://schemas.microsoft.com/office/drawing/2014/main"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a16:creationId xmlns:a16="http://schemas.microsoft.com/office/drawing/2014/main"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a16:creationId xmlns:a16="http://schemas.microsoft.com/office/drawing/2014/main"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a16:creationId xmlns:a16="http://schemas.microsoft.com/office/drawing/2014/main"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a16:creationId xmlns:a16="http://schemas.microsoft.com/office/drawing/2014/main"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a16:creationId xmlns:a16="http://schemas.microsoft.com/office/drawing/2014/main"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a16:creationId xmlns:a16="http://schemas.microsoft.com/office/drawing/2014/main"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a16:creationId xmlns:a16="http://schemas.microsoft.com/office/drawing/2014/main"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a16:creationId xmlns:a16="http://schemas.microsoft.com/office/drawing/2014/main"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a16:creationId xmlns:a16="http://schemas.microsoft.com/office/drawing/2014/main"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a16:creationId xmlns:a16="http://schemas.microsoft.com/office/drawing/2014/main"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a16:creationId xmlns:a16="http://schemas.microsoft.com/office/drawing/2014/main"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a16:creationId xmlns:a16="http://schemas.microsoft.com/office/drawing/2014/main"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a16:creationId xmlns:a16="http://schemas.microsoft.com/office/drawing/2014/main"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a16:creationId xmlns:a16="http://schemas.microsoft.com/office/drawing/2014/main"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a16:creationId xmlns:a16="http://schemas.microsoft.com/office/drawing/2014/main"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a16:creationId xmlns:a16="http://schemas.microsoft.com/office/drawing/2014/main"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a16:creationId xmlns:a16="http://schemas.microsoft.com/office/drawing/2014/main"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a16:creationId xmlns:a16="http://schemas.microsoft.com/office/drawing/2014/main"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a16:creationId xmlns:a16="http://schemas.microsoft.com/office/drawing/2014/main"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a16:creationId xmlns:a16="http://schemas.microsoft.com/office/drawing/2014/main"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a16:creationId xmlns:a16="http://schemas.microsoft.com/office/drawing/2014/main"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a16:creationId xmlns:a16="http://schemas.microsoft.com/office/drawing/2014/main"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a16:creationId xmlns:a16="http://schemas.microsoft.com/office/drawing/2014/main"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a16:creationId xmlns:a16="http://schemas.microsoft.com/office/drawing/2014/main"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a16:creationId xmlns:a16="http://schemas.microsoft.com/office/drawing/2014/main"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a16:creationId xmlns:a16="http://schemas.microsoft.com/office/drawing/2014/main"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a16:creationId xmlns:a16="http://schemas.microsoft.com/office/drawing/2014/main"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a16:creationId xmlns:a16="http://schemas.microsoft.com/office/drawing/2014/main"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a16:creationId xmlns:a16="http://schemas.microsoft.com/office/drawing/2014/main"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a16:creationId xmlns:a16="http://schemas.microsoft.com/office/drawing/2014/main"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a16:creationId xmlns:a16="http://schemas.microsoft.com/office/drawing/2014/main"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a16:creationId xmlns:a16="http://schemas.microsoft.com/office/drawing/2014/main"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a16:creationId xmlns:a16="http://schemas.microsoft.com/office/drawing/2014/main"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a16:creationId xmlns:a16="http://schemas.microsoft.com/office/drawing/2014/main"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a16:creationId xmlns:a16="http://schemas.microsoft.com/office/drawing/2014/main"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a16:creationId xmlns:a16="http://schemas.microsoft.com/office/drawing/2014/main"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a16:creationId xmlns:a16="http://schemas.microsoft.com/office/drawing/2014/main"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a16:creationId xmlns:a16="http://schemas.microsoft.com/office/drawing/2014/main"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a16:creationId xmlns:a16="http://schemas.microsoft.com/office/drawing/2014/main"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a16:creationId xmlns:a16="http://schemas.microsoft.com/office/drawing/2014/main"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a16:creationId xmlns:a16="http://schemas.microsoft.com/office/drawing/2014/main"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a16:creationId xmlns:a16="http://schemas.microsoft.com/office/drawing/2014/main"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a16:creationId xmlns:a16="http://schemas.microsoft.com/office/drawing/2014/main"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a16:creationId xmlns:a16="http://schemas.microsoft.com/office/drawing/2014/main"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a16:creationId xmlns:a16="http://schemas.microsoft.com/office/drawing/2014/main"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a16:creationId xmlns:a16="http://schemas.microsoft.com/office/drawing/2014/main"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a16:creationId xmlns:a16="http://schemas.microsoft.com/office/drawing/2014/main"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a16:creationId xmlns:a16="http://schemas.microsoft.com/office/drawing/2014/main"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a16:creationId xmlns:a16="http://schemas.microsoft.com/office/drawing/2014/main"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a16:creationId xmlns:a16="http://schemas.microsoft.com/office/drawing/2014/main"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a16:creationId xmlns:a16="http://schemas.microsoft.com/office/drawing/2014/main"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a16:creationId xmlns:a16="http://schemas.microsoft.com/office/drawing/2014/main"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a16:creationId xmlns:a16="http://schemas.microsoft.com/office/drawing/2014/main"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a16:creationId xmlns:a16="http://schemas.microsoft.com/office/drawing/2014/main"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a16:creationId xmlns:a16="http://schemas.microsoft.com/office/drawing/2014/main"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a16:creationId xmlns:a16="http://schemas.microsoft.com/office/drawing/2014/main"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73675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25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a16:creationId xmlns:a16="http://schemas.microsoft.com/office/drawing/2014/main"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a16:creationId xmlns:a16="http://schemas.microsoft.com/office/drawing/2014/main"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a16:creationId xmlns:a16="http://schemas.microsoft.com/office/drawing/2014/main"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a16:creationId xmlns:a16="http://schemas.microsoft.com/office/drawing/2014/main"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a16:creationId xmlns:a16="http://schemas.microsoft.com/office/drawing/2014/main"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a16:creationId xmlns:a16="http://schemas.microsoft.com/office/drawing/2014/main"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a16:creationId xmlns:a16="http://schemas.microsoft.com/office/drawing/2014/main"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a16:creationId xmlns:a16="http://schemas.microsoft.com/office/drawing/2014/main"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a16:creationId xmlns:a16="http://schemas.microsoft.com/office/drawing/2014/main"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a16:creationId xmlns:a16="http://schemas.microsoft.com/office/drawing/2014/main"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a16:creationId xmlns:a16="http://schemas.microsoft.com/office/drawing/2014/main"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a16:creationId xmlns:a16="http://schemas.microsoft.com/office/drawing/2014/main"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a16:creationId xmlns:a16="http://schemas.microsoft.com/office/drawing/2014/main"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a16:creationId xmlns:a16="http://schemas.microsoft.com/office/drawing/2014/main"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a16:creationId xmlns:a16="http://schemas.microsoft.com/office/drawing/2014/main"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a16:creationId xmlns:a16="http://schemas.microsoft.com/office/drawing/2014/main"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a16:creationId xmlns:a16="http://schemas.microsoft.com/office/drawing/2014/main"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a16:creationId xmlns:a16="http://schemas.microsoft.com/office/drawing/2014/main"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a16:creationId xmlns:a16="http://schemas.microsoft.com/office/drawing/2014/main"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a16:creationId xmlns:a16="http://schemas.microsoft.com/office/drawing/2014/main"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a16:creationId xmlns:a16="http://schemas.microsoft.com/office/drawing/2014/main"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a16:creationId xmlns:a16="http://schemas.microsoft.com/office/drawing/2014/main"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a16:creationId xmlns:a16="http://schemas.microsoft.com/office/drawing/2014/main"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a16:creationId xmlns:a16="http://schemas.microsoft.com/office/drawing/2014/main"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a16:creationId xmlns:a16="http://schemas.microsoft.com/office/drawing/2014/main"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a16:creationId xmlns:a16="http://schemas.microsoft.com/office/drawing/2014/main"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a16:creationId xmlns:a16="http://schemas.microsoft.com/office/drawing/2014/main"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a16:creationId xmlns:a16="http://schemas.microsoft.com/office/drawing/2014/main"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a16:creationId xmlns:a16="http://schemas.microsoft.com/office/drawing/2014/main"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a16:creationId xmlns:a16="http://schemas.microsoft.com/office/drawing/2014/main"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a16:creationId xmlns:a16="http://schemas.microsoft.com/office/drawing/2014/main"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a16:creationId xmlns:a16="http://schemas.microsoft.com/office/drawing/2014/main"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a16:creationId xmlns:a16="http://schemas.microsoft.com/office/drawing/2014/main"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a16:creationId xmlns:a16="http://schemas.microsoft.com/office/drawing/2014/main"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a16:creationId xmlns:a16="http://schemas.microsoft.com/office/drawing/2014/main"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a16:creationId xmlns:a16="http://schemas.microsoft.com/office/drawing/2014/main"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a16:creationId xmlns:a16="http://schemas.microsoft.com/office/drawing/2014/main"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a16:creationId xmlns:a16="http://schemas.microsoft.com/office/drawing/2014/main"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a16:creationId xmlns:a16="http://schemas.microsoft.com/office/drawing/2014/main"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a16:creationId xmlns:a16="http://schemas.microsoft.com/office/drawing/2014/main"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a16:creationId xmlns:a16="http://schemas.microsoft.com/office/drawing/2014/main"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a16:creationId xmlns:a16="http://schemas.microsoft.com/office/drawing/2014/main"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a16:creationId xmlns:a16="http://schemas.microsoft.com/office/drawing/2014/main"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a16:creationId xmlns:a16="http://schemas.microsoft.com/office/drawing/2014/main"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a16:creationId xmlns:a16="http://schemas.microsoft.com/office/drawing/2014/main"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a16:creationId xmlns:a16="http://schemas.microsoft.com/office/drawing/2014/main"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a16:creationId xmlns:a16="http://schemas.microsoft.com/office/drawing/2014/main"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a16:creationId xmlns:a16="http://schemas.microsoft.com/office/drawing/2014/main"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a16:creationId xmlns:a16="http://schemas.microsoft.com/office/drawing/2014/main"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a16:creationId xmlns:a16="http://schemas.microsoft.com/office/drawing/2014/main"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a16:creationId xmlns:a16="http://schemas.microsoft.com/office/drawing/2014/main"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a16:creationId xmlns:a16="http://schemas.microsoft.com/office/drawing/2014/main"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a16:creationId xmlns:a16="http://schemas.microsoft.com/office/drawing/2014/main"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a16:creationId xmlns:a16="http://schemas.microsoft.com/office/drawing/2014/main"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a16:creationId xmlns:a16="http://schemas.microsoft.com/office/drawing/2014/main"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a16:creationId xmlns:a16="http://schemas.microsoft.com/office/drawing/2014/main"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a16:creationId xmlns:a16="http://schemas.microsoft.com/office/drawing/2014/main"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a16:creationId xmlns:a16="http://schemas.microsoft.com/office/drawing/2014/main"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3332622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a16:creationId xmlns:a16="http://schemas.microsoft.com/office/drawing/2014/main"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a16:creationId xmlns:a16="http://schemas.microsoft.com/office/drawing/2014/main"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a16:creationId xmlns:a16="http://schemas.microsoft.com/office/drawing/2014/main"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a16:creationId xmlns:a16="http://schemas.microsoft.com/office/drawing/2014/main"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a16:creationId xmlns:a16="http://schemas.microsoft.com/office/drawing/2014/main"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a16:creationId xmlns:a16="http://schemas.microsoft.com/office/drawing/2014/main"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a16:creationId xmlns:a16="http://schemas.microsoft.com/office/drawing/2014/main"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a16:creationId xmlns:a16="http://schemas.microsoft.com/office/drawing/2014/main"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a16:creationId xmlns:a16="http://schemas.microsoft.com/office/drawing/2014/main"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a16:creationId xmlns:a16="http://schemas.microsoft.com/office/drawing/2014/main"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a16:creationId xmlns:a16="http://schemas.microsoft.com/office/drawing/2014/main"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140250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a16:creationId xmlns:a16="http://schemas.microsoft.com/office/drawing/2014/main"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62914545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a16:creationId xmlns:a16="http://schemas.microsoft.com/office/drawing/2014/main"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a16:creationId xmlns:a16="http://schemas.microsoft.com/office/drawing/2014/main"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a16:creationId xmlns:a16="http://schemas.microsoft.com/office/drawing/2014/main"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a16:creationId xmlns:a16="http://schemas.microsoft.com/office/drawing/2014/main"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a16:creationId xmlns:a16="http://schemas.microsoft.com/office/drawing/2014/main"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a16:creationId xmlns:a16="http://schemas.microsoft.com/office/drawing/2014/main"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772757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a16:creationId xmlns:a16="http://schemas.microsoft.com/office/drawing/2014/main"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a16:creationId xmlns:a16="http://schemas.microsoft.com/office/drawing/2014/main"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55399338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a16:creationId xmlns:a16="http://schemas.microsoft.com/office/drawing/2014/main"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a16:creationId xmlns:a16="http://schemas.microsoft.com/office/drawing/2014/main"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a16:creationId xmlns:a16="http://schemas.microsoft.com/office/drawing/2014/main"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a16:creationId xmlns:a16="http://schemas.microsoft.com/office/drawing/2014/main"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a16:creationId xmlns:a16="http://schemas.microsoft.com/office/drawing/2014/main"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a16:creationId xmlns:a16="http://schemas.microsoft.com/office/drawing/2014/main"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a16:creationId xmlns:a16="http://schemas.microsoft.com/office/drawing/2014/main"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a16:creationId xmlns:a16="http://schemas.microsoft.com/office/drawing/2014/main"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a16:creationId xmlns:a16="http://schemas.microsoft.com/office/drawing/2014/main"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a16:creationId xmlns:a16="http://schemas.microsoft.com/office/drawing/2014/main"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a16:creationId xmlns:a16="http://schemas.microsoft.com/office/drawing/2014/main"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a16:creationId xmlns:a16="http://schemas.microsoft.com/office/drawing/2014/main"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a16:creationId xmlns:a16="http://schemas.microsoft.com/office/drawing/2014/main"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a16:creationId xmlns:a16="http://schemas.microsoft.com/office/drawing/2014/main"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a16:creationId xmlns:a16="http://schemas.microsoft.com/office/drawing/2014/main"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a16:creationId xmlns:a16="http://schemas.microsoft.com/office/drawing/2014/main"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a16:creationId xmlns:a16="http://schemas.microsoft.com/office/drawing/2014/main"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a16:creationId xmlns:a16="http://schemas.microsoft.com/office/drawing/2014/main"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a16:creationId xmlns:a16="http://schemas.microsoft.com/office/drawing/2014/main"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a16:creationId xmlns:a16="http://schemas.microsoft.com/office/drawing/2014/main"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a16:creationId xmlns:a16="http://schemas.microsoft.com/office/drawing/2014/main"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a16:creationId xmlns:a16="http://schemas.microsoft.com/office/drawing/2014/main"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a16:creationId xmlns:a16="http://schemas.microsoft.com/office/drawing/2014/main"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a16:creationId xmlns:a16="http://schemas.microsoft.com/office/drawing/2014/main"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a16:creationId xmlns:a16="http://schemas.microsoft.com/office/drawing/2014/main"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a16:creationId xmlns:a16="http://schemas.microsoft.com/office/drawing/2014/main"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a16:creationId xmlns:a16="http://schemas.microsoft.com/office/drawing/2014/main"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a16:creationId xmlns:a16="http://schemas.microsoft.com/office/drawing/2014/main"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a16:creationId xmlns:a16="http://schemas.microsoft.com/office/drawing/2014/main"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a16:creationId xmlns:a16="http://schemas.microsoft.com/office/drawing/2014/main"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a16:creationId xmlns:a16="http://schemas.microsoft.com/office/drawing/2014/main"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a16:creationId xmlns:a16="http://schemas.microsoft.com/office/drawing/2014/main"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a16:creationId xmlns:a16="http://schemas.microsoft.com/office/drawing/2014/main"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a16:creationId xmlns:a16="http://schemas.microsoft.com/office/drawing/2014/main"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a16:creationId xmlns:a16="http://schemas.microsoft.com/office/drawing/2014/main"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a16:creationId xmlns:a16="http://schemas.microsoft.com/office/drawing/2014/main"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a16:creationId xmlns:a16="http://schemas.microsoft.com/office/drawing/2014/main"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a16:creationId xmlns:a16="http://schemas.microsoft.com/office/drawing/2014/main"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a16:creationId xmlns:a16="http://schemas.microsoft.com/office/drawing/2014/main"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a16:creationId xmlns:a16="http://schemas.microsoft.com/office/drawing/2014/main"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a16:creationId xmlns:a16="http://schemas.microsoft.com/office/drawing/2014/main"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a16:creationId xmlns:a16="http://schemas.microsoft.com/office/drawing/2014/main"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a16:creationId xmlns:a16="http://schemas.microsoft.com/office/drawing/2014/main"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a16:creationId xmlns:a16="http://schemas.microsoft.com/office/drawing/2014/main"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a16:creationId xmlns:a16="http://schemas.microsoft.com/office/drawing/2014/main"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a16:creationId xmlns:a16="http://schemas.microsoft.com/office/drawing/2014/main"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a16:creationId xmlns:a16="http://schemas.microsoft.com/office/drawing/2014/main"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a16:creationId xmlns:a16="http://schemas.microsoft.com/office/drawing/2014/main"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a16:creationId xmlns:a16="http://schemas.microsoft.com/office/drawing/2014/main"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a16:creationId xmlns:a16="http://schemas.microsoft.com/office/drawing/2014/main"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a16:creationId xmlns:a16="http://schemas.microsoft.com/office/drawing/2014/main"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a16:creationId xmlns:a16="http://schemas.microsoft.com/office/drawing/2014/main"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a16:creationId xmlns:a16="http://schemas.microsoft.com/office/drawing/2014/main"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a16:creationId xmlns:a16="http://schemas.microsoft.com/office/drawing/2014/main"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a16:creationId xmlns:a16="http://schemas.microsoft.com/office/drawing/2014/main"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a16:creationId xmlns:a16="http://schemas.microsoft.com/office/drawing/2014/main"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a16:creationId xmlns:a16="http://schemas.microsoft.com/office/drawing/2014/main"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a16:creationId xmlns:a16="http://schemas.microsoft.com/office/drawing/2014/main"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a16:creationId xmlns:a16="http://schemas.microsoft.com/office/drawing/2014/main"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a16:creationId xmlns:a16="http://schemas.microsoft.com/office/drawing/2014/main"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a16:creationId xmlns:a16="http://schemas.microsoft.com/office/drawing/2014/main"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a16:creationId xmlns:a16="http://schemas.microsoft.com/office/drawing/2014/main"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a16:creationId xmlns:a16="http://schemas.microsoft.com/office/drawing/2014/main"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a16:creationId xmlns:a16="http://schemas.microsoft.com/office/drawing/2014/main"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a16:creationId xmlns:a16="http://schemas.microsoft.com/office/drawing/2014/main"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a16:creationId xmlns:a16="http://schemas.microsoft.com/office/drawing/2014/main"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a16:creationId xmlns:a16="http://schemas.microsoft.com/office/drawing/2014/main"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a16:creationId xmlns:a16="http://schemas.microsoft.com/office/drawing/2014/main"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a16:creationId xmlns:a16="http://schemas.microsoft.com/office/drawing/2014/main"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a16:creationId xmlns:a16="http://schemas.microsoft.com/office/drawing/2014/main"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a16:creationId xmlns:a16="http://schemas.microsoft.com/office/drawing/2014/main"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a16:creationId xmlns:a16="http://schemas.microsoft.com/office/drawing/2014/main"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a16:creationId xmlns:a16="http://schemas.microsoft.com/office/drawing/2014/main"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a16:creationId xmlns:a16="http://schemas.microsoft.com/office/drawing/2014/main"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a16:creationId xmlns:a16="http://schemas.microsoft.com/office/drawing/2014/main"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a16:creationId xmlns:a16="http://schemas.microsoft.com/office/drawing/2014/main"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a16:creationId xmlns:a16="http://schemas.microsoft.com/office/drawing/2014/main"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a16:creationId xmlns:a16="http://schemas.microsoft.com/office/drawing/2014/main"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a16:creationId xmlns:a16="http://schemas.microsoft.com/office/drawing/2014/main"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a16:creationId xmlns:a16="http://schemas.microsoft.com/office/drawing/2014/main"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a16:creationId xmlns:a16="http://schemas.microsoft.com/office/drawing/2014/main"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a16:creationId xmlns:a16="http://schemas.microsoft.com/office/drawing/2014/main"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a16:creationId xmlns:a16="http://schemas.microsoft.com/office/drawing/2014/main"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a16:creationId xmlns:a16="http://schemas.microsoft.com/office/drawing/2014/main"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a16:creationId xmlns:a16="http://schemas.microsoft.com/office/drawing/2014/main"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a16:creationId xmlns:a16="http://schemas.microsoft.com/office/drawing/2014/main"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a16:creationId xmlns:a16="http://schemas.microsoft.com/office/drawing/2014/main"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a16:creationId xmlns:a16="http://schemas.microsoft.com/office/drawing/2014/main"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a16:creationId xmlns:a16="http://schemas.microsoft.com/office/drawing/2014/main"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a16:creationId xmlns:a16="http://schemas.microsoft.com/office/drawing/2014/main"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a16:creationId xmlns:a16="http://schemas.microsoft.com/office/drawing/2014/main"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a16:creationId xmlns:a16="http://schemas.microsoft.com/office/drawing/2014/main"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a16:creationId xmlns:a16="http://schemas.microsoft.com/office/drawing/2014/main"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a16:creationId xmlns:a16="http://schemas.microsoft.com/office/drawing/2014/main"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a16:creationId xmlns:a16="http://schemas.microsoft.com/office/drawing/2014/main"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a16:creationId xmlns:a16="http://schemas.microsoft.com/office/drawing/2014/main"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a16:creationId xmlns:a16="http://schemas.microsoft.com/office/drawing/2014/main"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a16:creationId xmlns:a16="http://schemas.microsoft.com/office/drawing/2014/main"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a16:creationId xmlns:a16="http://schemas.microsoft.com/office/drawing/2014/main"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a16:creationId xmlns:a16="http://schemas.microsoft.com/office/drawing/2014/main"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a16:creationId xmlns:a16="http://schemas.microsoft.com/office/drawing/2014/main"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a16:creationId xmlns:a16="http://schemas.microsoft.com/office/drawing/2014/main"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a16:creationId xmlns:a16="http://schemas.microsoft.com/office/drawing/2014/main"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a16:creationId xmlns:a16="http://schemas.microsoft.com/office/drawing/2014/main"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a16:creationId xmlns:a16="http://schemas.microsoft.com/office/drawing/2014/main"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a16:creationId xmlns:a16="http://schemas.microsoft.com/office/drawing/2014/main"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a16:creationId xmlns:a16="http://schemas.microsoft.com/office/drawing/2014/main"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a16:creationId xmlns:a16="http://schemas.microsoft.com/office/drawing/2014/main"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29240538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a16:creationId xmlns:a16="http://schemas.microsoft.com/office/drawing/2014/main"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a16:creationId xmlns:a16="http://schemas.microsoft.com/office/drawing/2014/main"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a16:creationId xmlns:a16="http://schemas.microsoft.com/office/drawing/2014/main"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a16:creationId xmlns:a16="http://schemas.microsoft.com/office/drawing/2014/main"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a16:creationId xmlns:a16="http://schemas.microsoft.com/office/drawing/2014/main"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a16:creationId xmlns:a16="http://schemas.microsoft.com/office/drawing/2014/main"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a16:creationId xmlns:a16="http://schemas.microsoft.com/office/drawing/2014/main"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a16:creationId xmlns:a16="http://schemas.microsoft.com/office/drawing/2014/main"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a16:creationId xmlns:a16="http://schemas.microsoft.com/office/drawing/2014/main"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a16:creationId xmlns:a16="http://schemas.microsoft.com/office/drawing/2014/main"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a16:creationId xmlns:a16="http://schemas.microsoft.com/office/drawing/2014/main"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a16:creationId xmlns:a16="http://schemas.microsoft.com/office/drawing/2014/main"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a16:creationId xmlns:a16="http://schemas.microsoft.com/office/drawing/2014/main"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a16:creationId xmlns:a16="http://schemas.microsoft.com/office/drawing/2014/main"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a16:creationId xmlns:a16="http://schemas.microsoft.com/office/drawing/2014/main"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a16:creationId xmlns:a16="http://schemas.microsoft.com/office/drawing/2014/main"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a16:creationId xmlns:a16="http://schemas.microsoft.com/office/drawing/2014/main"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a16:creationId xmlns:a16="http://schemas.microsoft.com/office/drawing/2014/main"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a16:creationId xmlns:a16="http://schemas.microsoft.com/office/drawing/2014/main"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a16:creationId xmlns:a16="http://schemas.microsoft.com/office/drawing/2014/main"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a16:creationId xmlns:a16="http://schemas.microsoft.com/office/drawing/2014/main"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a16:creationId xmlns:a16="http://schemas.microsoft.com/office/drawing/2014/main"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a16:creationId xmlns:a16="http://schemas.microsoft.com/office/drawing/2014/main"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a16:creationId xmlns:a16="http://schemas.microsoft.com/office/drawing/2014/main"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a16:creationId xmlns:a16="http://schemas.microsoft.com/office/drawing/2014/main"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a16:creationId xmlns:a16="http://schemas.microsoft.com/office/drawing/2014/main"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a16:creationId xmlns:a16="http://schemas.microsoft.com/office/drawing/2014/main"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a16:creationId xmlns:a16="http://schemas.microsoft.com/office/drawing/2014/main"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a16:creationId xmlns:a16="http://schemas.microsoft.com/office/drawing/2014/main"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a16:creationId xmlns:a16="http://schemas.microsoft.com/office/drawing/2014/main"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a16:creationId xmlns:a16="http://schemas.microsoft.com/office/drawing/2014/main"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a16:creationId xmlns:a16="http://schemas.microsoft.com/office/drawing/2014/main"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a16:creationId xmlns:a16="http://schemas.microsoft.com/office/drawing/2014/main"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a16:creationId xmlns:a16="http://schemas.microsoft.com/office/drawing/2014/main"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a16:creationId xmlns:a16="http://schemas.microsoft.com/office/drawing/2014/main"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a16:creationId xmlns:a16="http://schemas.microsoft.com/office/drawing/2014/main"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a16:creationId xmlns:a16="http://schemas.microsoft.com/office/drawing/2014/main"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a16:creationId xmlns:a16="http://schemas.microsoft.com/office/drawing/2014/main"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a16:creationId xmlns:a16="http://schemas.microsoft.com/office/drawing/2014/main"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a16:creationId xmlns:a16="http://schemas.microsoft.com/office/drawing/2014/main"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a16:creationId xmlns:a16="http://schemas.microsoft.com/office/drawing/2014/main"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a16:creationId xmlns:a16="http://schemas.microsoft.com/office/drawing/2014/main"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a16:creationId xmlns:a16="http://schemas.microsoft.com/office/drawing/2014/main"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a16:creationId xmlns:a16="http://schemas.microsoft.com/office/drawing/2014/main"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a16:creationId xmlns:a16="http://schemas.microsoft.com/office/drawing/2014/main"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a16:creationId xmlns:a16="http://schemas.microsoft.com/office/drawing/2014/main"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a16:creationId xmlns:a16="http://schemas.microsoft.com/office/drawing/2014/main"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a16:creationId xmlns:a16="http://schemas.microsoft.com/office/drawing/2014/main"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a16:creationId xmlns:a16="http://schemas.microsoft.com/office/drawing/2014/main"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a16:creationId xmlns:a16="http://schemas.microsoft.com/office/drawing/2014/main"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a16:creationId xmlns:a16="http://schemas.microsoft.com/office/drawing/2014/main"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a16:creationId xmlns:a16="http://schemas.microsoft.com/office/drawing/2014/main"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a16:creationId xmlns:a16="http://schemas.microsoft.com/office/drawing/2014/main"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a16:creationId xmlns:a16="http://schemas.microsoft.com/office/drawing/2014/main"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a16:creationId xmlns:a16="http://schemas.microsoft.com/office/drawing/2014/main"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a16:creationId xmlns:a16="http://schemas.microsoft.com/office/drawing/2014/main"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a16:creationId xmlns:a16="http://schemas.microsoft.com/office/drawing/2014/main"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a16:creationId xmlns:a16="http://schemas.microsoft.com/office/drawing/2014/main"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a16:creationId xmlns:a16="http://schemas.microsoft.com/office/drawing/2014/main"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a16:creationId xmlns:a16="http://schemas.microsoft.com/office/drawing/2014/main"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a16:creationId xmlns:a16="http://schemas.microsoft.com/office/drawing/2014/main"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a16:creationId xmlns:a16="http://schemas.microsoft.com/office/drawing/2014/main"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a16:creationId xmlns:a16="http://schemas.microsoft.com/office/drawing/2014/main"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a16:creationId xmlns:a16="http://schemas.microsoft.com/office/drawing/2014/main"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a16:creationId xmlns:a16="http://schemas.microsoft.com/office/drawing/2014/main"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a16:creationId xmlns:a16="http://schemas.microsoft.com/office/drawing/2014/main"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a16:creationId xmlns:a16="http://schemas.microsoft.com/office/drawing/2014/main"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a16:creationId xmlns:a16="http://schemas.microsoft.com/office/drawing/2014/main"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a16:creationId xmlns:a16="http://schemas.microsoft.com/office/drawing/2014/main"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a16:creationId xmlns:a16="http://schemas.microsoft.com/office/drawing/2014/main"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a16:creationId xmlns:a16="http://schemas.microsoft.com/office/drawing/2014/main"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a16:creationId xmlns:a16="http://schemas.microsoft.com/office/drawing/2014/main"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a16:creationId xmlns:a16="http://schemas.microsoft.com/office/drawing/2014/main"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a16:creationId xmlns:a16="http://schemas.microsoft.com/office/drawing/2014/main"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a16:creationId xmlns:a16="http://schemas.microsoft.com/office/drawing/2014/main"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a16:creationId xmlns:a16="http://schemas.microsoft.com/office/drawing/2014/main"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a16:creationId xmlns:a16="http://schemas.microsoft.com/office/drawing/2014/main"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a16:creationId xmlns:a16="http://schemas.microsoft.com/office/drawing/2014/main"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a16:creationId xmlns:a16="http://schemas.microsoft.com/office/drawing/2014/main"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a16:creationId xmlns:a16="http://schemas.microsoft.com/office/drawing/2014/main"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a16:creationId xmlns:a16="http://schemas.microsoft.com/office/drawing/2014/main"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a16:creationId xmlns:a16="http://schemas.microsoft.com/office/drawing/2014/main"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a16:creationId xmlns:a16="http://schemas.microsoft.com/office/drawing/2014/main"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a16:creationId xmlns:a16="http://schemas.microsoft.com/office/drawing/2014/main"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a16:creationId xmlns:a16="http://schemas.microsoft.com/office/drawing/2014/main"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a16:creationId xmlns:a16="http://schemas.microsoft.com/office/drawing/2014/main"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a16:creationId xmlns:a16="http://schemas.microsoft.com/office/drawing/2014/main"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a16:creationId xmlns:a16="http://schemas.microsoft.com/office/drawing/2014/main"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a16:creationId xmlns:a16="http://schemas.microsoft.com/office/drawing/2014/main"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a16:creationId xmlns:a16="http://schemas.microsoft.com/office/drawing/2014/main"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a16:creationId xmlns:a16="http://schemas.microsoft.com/office/drawing/2014/main"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a16:creationId xmlns:a16="http://schemas.microsoft.com/office/drawing/2014/main"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a16:creationId xmlns:a16="http://schemas.microsoft.com/office/drawing/2014/main"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a16:creationId xmlns:a16="http://schemas.microsoft.com/office/drawing/2014/main"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a16:creationId xmlns:a16="http://schemas.microsoft.com/office/drawing/2014/main"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a16:creationId xmlns:a16="http://schemas.microsoft.com/office/drawing/2014/main"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a16:creationId xmlns:a16="http://schemas.microsoft.com/office/drawing/2014/main"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a16:creationId xmlns:a16="http://schemas.microsoft.com/office/drawing/2014/main"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a16:creationId xmlns:a16="http://schemas.microsoft.com/office/drawing/2014/main"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a16:creationId xmlns:a16="http://schemas.microsoft.com/office/drawing/2014/main"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a16:creationId xmlns:a16="http://schemas.microsoft.com/office/drawing/2014/main"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a16:creationId xmlns:a16="http://schemas.microsoft.com/office/drawing/2014/main"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a16:creationId xmlns:a16="http://schemas.microsoft.com/office/drawing/2014/main"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a16:creationId xmlns:a16="http://schemas.microsoft.com/office/drawing/2014/main"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a16:creationId xmlns:a16="http://schemas.microsoft.com/office/drawing/2014/main"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a16:creationId xmlns:a16="http://schemas.microsoft.com/office/drawing/2014/main"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a16:creationId xmlns:a16="http://schemas.microsoft.com/office/drawing/2014/main"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a16:creationId xmlns:a16="http://schemas.microsoft.com/office/drawing/2014/main"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a16:creationId xmlns:a16="http://schemas.microsoft.com/office/drawing/2014/main"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a16:creationId xmlns:a16="http://schemas.microsoft.com/office/drawing/2014/main"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a16:creationId xmlns:a16="http://schemas.microsoft.com/office/drawing/2014/main"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a16:creationId xmlns:a16="http://schemas.microsoft.com/office/drawing/2014/main"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a16:creationId xmlns:a16="http://schemas.microsoft.com/office/drawing/2014/main"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a16:creationId xmlns:a16="http://schemas.microsoft.com/office/drawing/2014/main"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a16:creationId xmlns:a16="http://schemas.microsoft.com/office/drawing/2014/main"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a16:creationId xmlns:a16="http://schemas.microsoft.com/office/drawing/2014/main"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a16:creationId xmlns:a16="http://schemas.microsoft.com/office/drawing/2014/main"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a16:creationId xmlns:a16="http://schemas.microsoft.com/office/drawing/2014/main"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a16:creationId xmlns:a16="http://schemas.microsoft.com/office/drawing/2014/main"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a16:creationId xmlns:a16="http://schemas.microsoft.com/office/drawing/2014/main"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a16:creationId xmlns:a16="http://schemas.microsoft.com/office/drawing/2014/main"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a16:creationId xmlns:a16="http://schemas.microsoft.com/office/drawing/2014/main"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13688567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a16:creationId xmlns:a16="http://schemas.microsoft.com/office/drawing/2014/main"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a16:creationId xmlns:a16="http://schemas.microsoft.com/office/drawing/2014/main"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a16:creationId xmlns:a16="http://schemas.microsoft.com/office/drawing/2014/main"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a16:creationId xmlns:a16="http://schemas.microsoft.com/office/drawing/2014/main"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a16:creationId xmlns:a16="http://schemas.microsoft.com/office/drawing/2014/main"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a16:creationId xmlns:a16="http://schemas.microsoft.com/office/drawing/2014/main"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a16:creationId xmlns:a16="http://schemas.microsoft.com/office/drawing/2014/main"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a16:creationId xmlns:a16="http://schemas.microsoft.com/office/drawing/2014/main"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a16:creationId xmlns:a16="http://schemas.microsoft.com/office/drawing/2014/main"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a16:creationId xmlns:a16="http://schemas.microsoft.com/office/drawing/2014/main"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a16:creationId xmlns:a16="http://schemas.microsoft.com/office/drawing/2014/main"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a16:creationId xmlns:a16="http://schemas.microsoft.com/office/drawing/2014/main"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a16:creationId xmlns:a16="http://schemas.microsoft.com/office/drawing/2014/main"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a16:creationId xmlns:a16="http://schemas.microsoft.com/office/drawing/2014/main"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a16:creationId xmlns:a16="http://schemas.microsoft.com/office/drawing/2014/main"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a16:creationId xmlns:a16="http://schemas.microsoft.com/office/drawing/2014/main"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a16:creationId xmlns:a16="http://schemas.microsoft.com/office/drawing/2014/main"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a16:creationId xmlns:a16="http://schemas.microsoft.com/office/drawing/2014/main"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a16:creationId xmlns:a16="http://schemas.microsoft.com/office/drawing/2014/main"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a16:creationId xmlns:a16="http://schemas.microsoft.com/office/drawing/2014/main"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a16:creationId xmlns:a16="http://schemas.microsoft.com/office/drawing/2014/main"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a16:creationId xmlns:a16="http://schemas.microsoft.com/office/drawing/2014/main"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a16:creationId xmlns:a16="http://schemas.microsoft.com/office/drawing/2014/main"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a16:creationId xmlns:a16="http://schemas.microsoft.com/office/drawing/2014/main"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a16:creationId xmlns:a16="http://schemas.microsoft.com/office/drawing/2014/main"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a16:creationId xmlns:a16="http://schemas.microsoft.com/office/drawing/2014/main"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a16:creationId xmlns:a16="http://schemas.microsoft.com/office/drawing/2014/main"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a16:creationId xmlns:a16="http://schemas.microsoft.com/office/drawing/2014/main"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a16:creationId xmlns:a16="http://schemas.microsoft.com/office/drawing/2014/main"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a16:creationId xmlns:a16="http://schemas.microsoft.com/office/drawing/2014/main"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a16:creationId xmlns:a16="http://schemas.microsoft.com/office/drawing/2014/main"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a16:creationId xmlns:a16="http://schemas.microsoft.com/office/drawing/2014/main"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a16:creationId xmlns:a16="http://schemas.microsoft.com/office/drawing/2014/main"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a16:creationId xmlns:a16="http://schemas.microsoft.com/office/drawing/2014/main"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a16:creationId xmlns:a16="http://schemas.microsoft.com/office/drawing/2014/main"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a16:creationId xmlns:a16="http://schemas.microsoft.com/office/drawing/2014/main"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a16:creationId xmlns:a16="http://schemas.microsoft.com/office/drawing/2014/main"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a16:creationId xmlns:a16="http://schemas.microsoft.com/office/drawing/2014/main"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a16:creationId xmlns:a16="http://schemas.microsoft.com/office/drawing/2014/main"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a16:creationId xmlns:a16="http://schemas.microsoft.com/office/drawing/2014/main"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a16:creationId xmlns:a16="http://schemas.microsoft.com/office/drawing/2014/main"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a16:creationId xmlns:a16="http://schemas.microsoft.com/office/drawing/2014/main"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a16:creationId xmlns:a16="http://schemas.microsoft.com/office/drawing/2014/main"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a16:creationId xmlns:a16="http://schemas.microsoft.com/office/drawing/2014/main"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a16:creationId xmlns:a16="http://schemas.microsoft.com/office/drawing/2014/main"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a16:creationId xmlns:a16="http://schemas.microsoft.com/office/drawing/2014/main"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a16:creationId xmlns:a16="http://schemas.microsoft.com/office/drawing/2014/main"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a16:creationId xmlns:a16="http://schemas.microsoft.com/office/drawing/2014/main"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a16:creationId xmlns:a16="http://schemas.microsoft.com/office/drawing/2014/main"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a16:creationId xmlns:a16="http://schemas.microsoft.com/office/drawing/2014/main"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a16:creationId xmlns:a16="http://schemas.microsoft.com/office/drawing/2014/main"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a16:creationId xmlns:a16="http://schemas.microsoft.com/office/drawing/2014/main"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a16:creationId xmlns:a16="http://schemas.microsoft.com/office/drawing/2014/main"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a16:creationId xmlns:a16="http://schemas.microsoft.com/office/drawing/2014/main"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a16:creationId xmlns:a16="http://schemas.microsoft.com/office/drawing/2014/main"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a16:creationId xmlns:a16="http://schemas.microsoft.com/office/drawing/2014/main"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a16:creationId xmlns:a16="http://schemas.microsoft.com/office/drawing/2014/main"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56419995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a16:creationId xmlns:a16="http://schemas.microsoft.com/office/drawing/2014/main"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a16:creationId xmlns:a16="http://schemas.microsoft.com/office/drawing/2014/main"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a16:creationId xmlns:a16="http://schemas.microsoft.com/office/drawing/2014/main"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a16:creationId xmlns:a16="http://schemas.microsoft.com/office/drawing/2014/main"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a16:creationId xmlns:a16="http://schemas.microsoft.com/office/drawing/2014/main"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a16:creationId xmlns:a16="http://schemas.microsoft.com/office/drawing/2014/main"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a16:creationId xmlns:a16="http://schemas.microsoft.com/office/drawing/2014/main"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a16:creationId xmlns:a16="http://schemas.microsoft.com/office/drawing/2014/main"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a16:creationId xmlns:a16="http://schemas.microsoft.com/office/drawing/2014/main"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a16:creationId xmlns:a16="http://schemas.microsoft.com/office/drawing/2014/main"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a16:creationId xmlns:a16="http://schemas.microsoft.com/office/drawing/2014/main"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a16:creationId xmlns:a16="http://schemas.microsoft.com/office/drawing/2014/main"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a16:creationId xmlns:a16="http://schemas.microsoft.com/office/drawing/2014/main"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a16:creationId xmlns:a16="http://schemas.microsoft.com/office/drawing/2014/main"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a16:creationId xmlns:a16="http://schemas.microsoft.com/office/drawing/2014/main"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a16:creationId xmlns:a16="http://schemas.microsoft.com/office/drawing/2014/main"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a16:creationId xmlns:a16="http://schemas.microsoft.com/office/drawing/2014/main"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a16:creationId xmlns:a16="http://schemas.microsoft.com/office/drawing/2014/main"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a16:creationId xmlns:a16="http://schemas.microsoft.com/office/drawing/2014/main"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a16:creationId xmlns:a16="http://schemas.microsoft.com/office/drawing/2014/main"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a16:creationId xmlns:a16="http://schemas.microsoft.com/office/drawing/2014/main"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66838598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a16:creationId xmlns:a16="http://schemas.microsoft.com/office/drawing/2014/main"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a16:creationId xmlns:a16="http://schemas.microsoft.com/office/drawing/2014/main"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a16:creationId xmlns:a16="http://schemas.microsoft.com/office/drawing/2014/main"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a16:creationId xmlns:a16="http://schemas.microsoft.com/office/drawing/2014/main"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a16:creationId xmlns:a16="http://schemas.microsoft.com/office/drawing/2014/main"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a16:creationId xmlns:a16="http://schemas.microsoft.com/office/drawing/2014/main"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a16:creationId xmlns:a16="http://schemas.microsoft.com/office/drawing/2014/main"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a16:creationId xmlns:a16="http://schemas.microsoft.com/office/drawing/2014/main"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a16:creationId xmlns:a16="http://schemas.microsoft.com/office/drawing/2014/main"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a16:creationId xmlns:a16="http://schemas.microsoft.com/office/drawing/2014/main"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a16:creationId xmlns:a16="http://schemas.microsoft.com/office/drawing/2014/main"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a16:creationId xmlns:a16="http://schemas.microsoft.com/office/drawing/2014/main"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a16:creationId xmlns:a16="http://schemas.microsoft.com/office/drawing/2014/main"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a16:creationId xmlns:a16="http://schemas.microsoft.com/office/drawing/2014/main"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a16:creationId xmlns:a16="http://schemas.microsoft.com/office/drawing/2014/main"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a16:creationId xmlns:a16="http://schemas.microsoft.com/office/drawing/2014/main"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a16:creationId xmlns:a16="http://schemas.microsoft.com/office/drawing/2014/main"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a16:creationId xmlns:a16="http://schemas.microsoft.com/office/drawing/2014/main"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a16:creationId xmlns:a16="http://schemas.microsoft.com/office/drawing/2014/main"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a16:creationId xmlns:a16="http://schemas.microsoft.com/office/drawing/2014/main"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a16:creationId xmlns:a16="http://schemas.microsoft.com/office/drawing/2014/main"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a16:creationId xmlns:a16="http://schemas.microsoft.com/office/drawing/2014/main"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a16:creationId xmlns:a16="http://schemas.microsoft.com/office/drawing/2014/main"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a16:creationId xmlns:a16="http://schemas.microsoft.com/office/drawing/2014/main"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a16:creationId xmlns:a16="http://schemas.microsoft.com/office/drawing/2014/main"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a16:creationId xmlns:a16="http://schemas.microsoft.com/office/drawing/2014/main"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9295137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a16:creationId xmlns:a16="http://schemas.microsoft.com/office/drawing/2014/main"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a16:creationId xmlns:a16="http://schemas.microsoft.com/office/drawing/2014/main"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a16:creationId xmlns:a16="http://schemas.microsoft.com/office/drawing/2014/main"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a16:creationId xmlns:a16="http://schemas.microsoft.com/office/drawing/2014/main"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a16:creationId xmlns:a16="http://schemas.microsoft.com/office/drawing/2014/main"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a16:creationId xmlns:a16="http://schemas.microsoft.com/office/drawing/2014/main"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a16:creationId xmlns:a16="http://schemas.microsoft.com/office/drawing/2014/main"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a16:creationId xmlns:a16="http://schemas.microsoft.com/office/drawing/2014/main"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a16:creationId xmlns:a16="http://schemas.microsoft.com/office/drawing/2014/main"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a16:creationId xmlns:a16="http://schemas.microsoft.com/office/drawing/2014/main"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a16:creationId xmlns:a16="http://schemas.microsoft.com/office/drawing/2014/main"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a16:creationId xmlns:a16="http://schemas.microsoft.com/office/drawing/2014/main"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a16:creationId xmlns:a16="http://schemas.microsoft.com/office/drawing/2014/main"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a16:creationId xmlns:a16="http://schemas.microsoft.com/office/drawing/2014/main"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a16:creationId xmlns:a16="http://schemas.microsoft.com/office/drawing/2014/main"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a16:creationId xmlns:a16="http://schemas.microsoft.com/office/drawing/2014/main"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a16:creationId xmlns:a16="http://schemas.microsoft.com/office/drawing/2014/main"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a16:creationId xmlns:a16="http://schemas.microsoft.com/office/drawing/2014/main"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a16:creationId xmlns:a16="http://schemas.microsoft.com/office/drawing/2014/main"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a16:creationId xmlns:a16="http://schemas.microsoft.com/office/drawing/2014/main"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1076469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a16:creationId xmlns:a16="http://schemas.microsoft.com/office/drawing/2014/main"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59299233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a16:creationId xmlns:a16="http://schemas.microsoft.com/office/drawing/2014/main"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a16:creationId xmlns:a16="http://schemas.microsoft.com/office/drawing/2014/main"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a16:creationId xmlns:a16="http://schemas.microsoft.com/office/drawing/2014/main"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a16:creationId xmlns:a16="http://schemas.microsoft.com/office/drawing/2014/main"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a16:creationId xmlns:a16="http://schemas.microsoft.com/office/drawing/2014/main"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a16:creationId xmlns:a16="http://schemas.microsoft.com/office/drawing/2014/main"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a16:creationId xmlns:a16="http://schemas.microsoft.com/office/drawing/2014/main"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a16:creationId xmlns:a16="http://schemas.microsoft.com/office/drawing/2014/main"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a16:creationId xmlns:a16="http://schemas.microsoft.com/office/drawing/2014/main"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a16:creationId xmlns:a16="http://schemas.microsoft.com/office/drawing/2014/main"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a16:creationId xmlns:a16="http://schemas.microsoft.com/office/drawing/2014/main"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a16:creationId xmlns:a16="http://schemas.microsoft.com/office/drawing/2014/main"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a16:creationId xmlns:a16="http://schemas.microsoft.com/office/drawing/2014/main"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a16:creationId xmlns:a16="http://schemas.microsoft.com/office/drawing/2014/main"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a16:creationId xmlns:a16="http://schemas.microsoft.com/office/drawing/2014/main"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a16:creationId xmlns:a16="http://schemas.microsoft.com/office/drawing/2014/main"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a16:creationId xmlns:a16="http://schemas.microsoft.com/office/drawing/2014/main"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a16:creationId xmlns:a16="http://schemas.microsoft.com/office/drawing/2014/main"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a16:creationId xmlns:a16="http://schemas.microsoft.com/office/drawing/2014/main"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a16:creationId xmlns:a16="http://schemas.microsoft.com/office/drawing/2014/main"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a16:creationId xmlns:a16="http://schemas.microsoft.com/office/drawing/2014/main"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a16:creationId xmlns:a16="http://schemas.microsoft.com/office/drawing/2014/main"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a16:creationId xmlns:a16="http://schemas.microsoft.com/office/drawing/2014/main"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a16:creationId xmlns:a16="http://schemas.microsoft.com/office/drawing/2014/main"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a16:creationId xmlns:a16="http://schemas.microsoft.com/office/drawing/2014/main"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a16:creationId xmlns:a16="http://schemas.microsoft.com/office/drawing/2014/main"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a16:creationId xmlns:a16="http://schemas.microsoft.com/office/drawing/2014/main"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a16:creationId xmlns:a16="http://schemas.microsoft.com/office/drawing/2014/main"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a16:creationId xmlns:a16="http://schemas.microsoft.com/office/drawing/2014/main"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a16:creationId xmlns:a16="http://schemas.microsoft.com/office/drawing/2014/main"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a16:creationId xmlns:a16="http://schemas.microsoft.com/office/drawing/2014/main"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a16:creationId xmlns:a16="http://schemas.microsoft.com/office/drawing/2014/main"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a16:creationId xmlns:a16="http://schemas.microsoft.com/office/drawing/2014/main"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a16:creationId xmlns:a16="http://schemas.microsoft.com/office/drawing/2014/main"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a16:creationId xmlns:a16="http://schemas.microsoft.com/office/drawing/2014/main"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a16:creationId xmlns:a16="http://schemas.microsoft.com/office/drawing/2014/main"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a16:creationId xmlns:a16="http://schemas.microsoft.com/office/drawing/2014/main"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a16:creationId xmlns:a16="http://schemas.microsoft.com/office/drawing/2014/main"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a16:creationId xmlns:a16="http://schemas.microsoft.com/office/drawing/2014/main"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a16:creationId xmlns:a16="http://schemas.microsoft.com/office/drawing/2014/main"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a16:creationId xmlns:a16="http://schemas.microsoft.com/office/drawing/2014/main"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a16:creationId xmlns:a16="http://schemas.microsoft.com/office/drawing/2014/main"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a16:creationId xmlns:a16="http://schemas.microsoft.com/office/drawing/2014/main"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a16:creationId xmlns:a16="http://schemas.microsoft.com/office/drawing/2014/main"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a16:creationId xmlns:a16="http://schemas.microsoft.com/office/drawing/2014/main"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a16:creationId xmlns:a16="http://schemas.microsoft.com/office/drawing/2014/main"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a16:creationId xmlns:a16="http://schemas.microsoft.com/office/drawing/2014/main"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a16:creationId xmlns:a16="http://schemas.microsoft.com/office/drawing/2014/main"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a16:creationId xmlns:a16="http://schemas.microsoft.com/office/drawing/2014/main"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a16:creationId xmlns:a16="http://schemas.microsoft.com/office/drawing/2014/main"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a16:creationId xmlns:a16="http://schemas.microsoft.com/office/drawing/2014/main"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a16:creationId xmlns:a16="http://schemas.microsoft.com/office/drawing/2014/main"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a16:creationId xmlns:a16="http://schemas.microsoft.com/office/drawing/2014/main"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a16:creationId xmlns:a16="http://schemas.microsoft.com/office/drawing/2014/main"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a16:creationId xmlns:a16="http://schemas.microsoft.com/office/drawing/2014/main"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a16:creationId xmlns:a16="http://schemas.microsoft.com/office/drawing/2014/main"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a16:creationId xmlns:a16="http://schemas.microsoft.com/office/drawing/2014/main"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a16:creationId xmlns:a16="http://schemas.microsoft.com/office/drawing/2014/main"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a16:creationId xmlns:a16="http://schemas.microsoft.com/office/drawing/2014/main"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a16:creationId xmlns:a16="http://schemas.microsoft.com/office/drawing/2014/main"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a16:creationId xmlns:a16="http://schemas.microsoft.com/office/drawing/2014/main"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a16:creationId xmlns:a16="http://schemas.microsoft.com/office/drawing/2014/main"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a16:creationId xmlns:a16="http://schemas.microsoft.com/office/drawing/2014/main"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a16:creationId xmlns:a16="http://schemas.microsoft.com/office/drawing/2014/main"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a16:creationId xmlns:a16="http://schemas.microsoft.com/office/drawing/2014/main"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a16:creationId xmlns:a16="http://schemas.microsoft.com/office/drawing/2014/main"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a16:creationId xmlns:a16="http://schemas.microsoft.com/office/drawing/2014/main"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a16:creationId xmlns:a16="http://schemas.microsoft.com/office/drawing/2014/main"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a16:creationId xmlns:a16="http://schemas.microsoft.com/office/drawing/2014/main"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a16:creationId xmlns:a16="http://schemas.microsoft.com/office/drawing/2014/main"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a16:creationId xmlns:a16="http://schemas.microsoft.com/office/drawing/2014/main"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a16:creationId xmlns:a16="http://schemas.microsoft.com/office/drawing/2014/main"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a16:creationId xmlns:a16="http://schemas.microsoft.com/office/drawing/2014/main"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a16:creationId xmlns:a16="http://schemas.microsoft.com/office/drawing/2014/main"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a16:creationId xmlns:a16="http://schemas.microsoft.com/office/drawing/2014/main"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a16:creationId xmlns:a16="http://schemas.microsoft.com/office/drawing/2014/main"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a16:creationId xmlns:a16="http://schemas.microsoft.com/office/drawing/2014/main"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a16:creationId xmlns:a16="http://schemas.microsoft.com/office/drawing/2014/main"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a16:creationId xmlns:a16="http://schemas.microsoft.com/office/drawing/2014/main"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a16:creationId xmlns:a16="http://schemas.microsoft.com/office/drawing/2014/main"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a16:creationId xmlns:a16="http://schemas.microsoft.com/office/drawing/2014/main"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a16:creationId xmlns:a16="http://schemas.microsoft.com/office/drawing/2014/main"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a16:creationId xmlns:a16="http://schemas.microsoft.com/office/drawing/2014/main"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a16:creationId xmlns:a16="http://schemas.microsoft.com/office/drawing/2014/main"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a16:creationId xmlns:a16="http://schemas.microsoft.com/office/drawing/2014/main"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a16:creationId xmlns:a16="http://schemas.microsoft.com/office/drawing/2014/main"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a16:creationId xmlns:a16="http://schemas.microsoft.com/office/drawing/2014/main"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a16:creationId xmlns:a16="http://schemas.microsoft.com/office/drawing/2014/main"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a16:creationId xmlns:a16="http://schemas.microsoft.com/office/drawing/2014/main"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a16:creationId xmlns:a16="http://schemas.microsoft.com/office/drawing/2014/main"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a16:creationId xmlns:a16="http://schemas.microsoft.com/office/drawing/2014/main"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a16:creationId xmlns:a16="http://schemas.microsoft.com/office/drawing/2014/main"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a16:creationId xmlns:a16="http://schemas.microsoft.com/office/drawing/2014/main"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a16:creationId xmlns:a16="http://schemas.microsoft.com/office/drawing/2014/main"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a16:creationId xmlns:a16="http://schemas.microsoft.com/office/drawing/2014/main"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a16:creationId xmlns:a16="http://schemas.microsoft.com/office/drawing/2014/main"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a16:creationId xmlns:a16="http://schemas.microsoft.com/office/drawing/2014/main"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a16:creationId xmlns:a16="http://schemas.microsoft.com/office/drawing/2014/main"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a16:creationId xmlns:a16="http://schemas.microsoft.com/office/drawing/2014/main"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a16:creationId xmlns:a16="http://schemas.microsoft.com/office/drawing/2014/main"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a16:creationId xmlns:a16="http://schemas.microsoft.com/office/drawing/2014/main"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a16:creationId xmlns:a16="http://schemas.microsoft.com/office/drawing/2014/main"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a16:creationId xmlns:a16="http://schemas.microsoft.com/office/drawing/2014/main"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a16:creationId xmlns:a16="http://schemas.microsoft.com/office/drawing/2014/main"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a16:creationId xmlns:a16="http://schemas.microsoft.com/office/drawing/2014/main"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a16:creationId xmlns:a16="http://schemas.microsoft.com/office/drawing/2014/main"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a16:creationId xmlns:a16="http://schemas.microsoft.com/office/drawing/2014/main"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a16:creationId xmlns:a16="http://schemas.microsoft.com/office/drawing/2014/main"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a16:creationId xmlns:a16="http://schemas.microsoft.com/office/drawing/2014/main"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a16:creationId xmlns:a16="http://schemas.microsoft.com/office/drawing/2014/main"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a16:creationId xmlns:a16="http://schemas.microsoft.com/office/drawing/2014/main"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a16:creationId xmlns:a16="http://schemas.microsoft.com/office/drawing/2014/main"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a16:creationId xmlns:a16="http://schemas.microsoft.com/office/drawing/2014/main"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a16:creationId xmlns:a16="http://schemas.microsoft.com/office/drawing/2014/main"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a16:creationId xmlns:a16="http://schemas.microsoft.com/office/drawing/2014/main"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a16:creationId xmlns:a16="http://schemas.microsoft.com/office/drawing/2014/main"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a16:creationId xmlns:a16="http://schemas.microsoft.com/office/drawing/2014/main"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a16:creationId xmlns:a16="http://schemas.microsoft.com/office/drawing/2014/main"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a16:creationId xmlns:a16="http://schemas.microsoft.com/office/drawing/2014/main"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a16:creationId xmlns:a16="http://schemas.microsoft.com/office/drawing/2014/main"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a16:creationId xmlns:a16="http://schemas.microsoft.com/office/drawing/2014/main"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a16:creationId xmlns:a16="http://schemas.microsoft.com/office/drawing/2014/main"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a16:creationId xmlns:a16="http://schemas.microsoft.com/office/drawing/2014/main"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a16:creationId xmlns:a16="http://schemas.microsoft.com/office/drawing/2014/main"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a16:creationId xmlns:a16="http://schemas.microsoft.com/office/drawing/2014/main"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a16:creationId xmlns:a16="http://schemas.microsoft.com/office/drawing/2014/main"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a16:creationId xmlns:a16="http://schemas.microsoft.com/office/drawing/2014/main"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a16:creationId xmlns:a16="http://schemas.microsoft.com/office/drawing/2014/main"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a16:creationId xmlns:a16="http://schemas.microsoft.com/office/drawing/2014/main"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a16:creationId xmlns:a16="http://schemas.microsoft.com/office/drawing/2014/main"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a16:creationId xmlns:a16="http://schemas.microsoft.com/office/drawing/2014/main"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a16:creationId xmlns:a16="http://schemas.microsoft.com/office/drawing/2014/main"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a16:creationId xmlns:a16="http://schemas.microsoft.com/office/drawing/2014/main"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a16:creationId xmlns:a16="http://schemas.microsoft.com/office/drawing/2014/main"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a16:creationId xmlns:a16="http://schemas.microsoft.com/office/drawing/2014/main"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a16:creationId xmlns:a16="http://schemas.microsoft.com/office/drawing/2014/main"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a16:creationId xmlns:a16="http://schemas.microsoft.com/office/drawing/2014/main"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a16:creationId xmlns:a16="http://schemas.microsoft.com/office/drawing/2014/main"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a16:creationId xmlns:a16="http://schemas.microsoft.com/office/drawing/2014/main"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a16:creationId xmlns:a16="http://schemas.microsoft.com/office/drawing/2014/main"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a16:creationId xmlns:a16="http://schemas.microsoft.com/office/drawing/2014/main"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a16:creationId xmlns:a16="http://schemas.microsoft.com/office/drawing/2014/main"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a16:creationId xmlns:a16="http://schemas.microsoft.com/office/drawing/2014/main"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a16:creationId xmlns:a16="http://schemas.microsoft.com/office/drawing/2014/main"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a16:creationId xmlns:a16="http://schemas.microsoft.com/office/drawing/2014/main"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a16:creationId xmlns:a16="http://schemas.microsoft.com/office/drawing/2014/main"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a16:creationId xmlns:a16="http://schemas.microsoft.com/office/drawing/2014/main"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a16:creationId xmlns:a16="http://schemas.microsoft.com/office/drawing/2014/main"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a16:creationId xmlns:a16="http://schemas.microsoft.com/office/drawing/2014/main"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a16:creationId xmlns:a16="http://schemas.microsoft.com/office/drawing/2014/main"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a16:creationId xmlns:a16="http://schemas.microsoft.com/office/drawing/2014/main"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a16:creationId xmlns:a16="http://schemas.microsoft.com/office/drawing/2014/main"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a16:creationId xmlns:a16="http://schemas.microsoft.com/office/drawing/2014/main"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a16:creationId xmlns:a16="http://schemas.microsoft.com/office/drawing/2014/main"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a16:creationId xmlns:a16="http://schemas.microsoft.com/office/drawing/2014/main"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a16:creationId xmlns:a16="http://schemas.microsoft.com/office/drawing/2014/main"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a16:creationId xmlns:a16="http://schemas.microsoft.com/office/drawing/2014/main"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a16:creationId xmlns:a16="http://schemas.microsoft.com/office/drawing/2014/main"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a16:creationId xmlns:a16="http://schemas.microsoft.com/office/drawing/2014/main"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a16:creationId xmlns:a16="http://schemas.microsoft.com/office/drawing/2014/main"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a16:creationId xmlns:a16="http://schemas.microsoft.com/office/drawing/2014/main"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a16:creationId xmlns:a16="http://schemas.microsoft.com/office/drawing/2014/main"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a16:creationId xmlns:a16="http://schemas.microsoft.com/office/drawing/2014/main"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a16:creationId xmlns:a16="http://schemas.microsoft.com/office/drawing/2014/main"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a16:creationId xmlns:a16="http://schemas.microsoft.com/office/drawing/2014/main"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a16:creationId xmlns:a16="http://schemas.microsoft.com/office/drawing/2014/main"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a16:creationId xmlns:a16="http://schemas.microsoft.com/office/drawing/2014/main"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299038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a16:creationId xmlns:a16="http://schemas.microsoft.com/office/drawing/2014/main"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a16:creationId xmlns:a16="http://schemas.microsoft.com/office/drawing/2014/main"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a16:creationId xmlns:a16="http://schemas.microsoft.com/office/drawing/2014/main"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a16:creationId xmlns:a16="http://schemas.microsoft.com/office/drawing/2014/main"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a16:creationId xmlns:a16="http://schemas.microsoft.com/office/drawing/2014/main"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a16:creationId xmlns:a16="http://schemas.microsoft.com/office/drawing/2014/main"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a16:creationId xmlns:a16="http://schemas.microsoft.com/office/drawing/2014/main"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a16:creationId xmlns:a16="http://schemas.microsoft.com/office/drawing/2014/main"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a16:creationId xmlns:a16="http://schemas.microsoft.com/office/drawing/2014/main"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a16:creationId xmlns:a16="http://schemas.microsoft.com/office/drawing/2014/main"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a16:creationId xmlns:a16="http://schemas.microsoft.com/office/drawing/2014/main"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a16:creationId xmlns:a16="http://schemas.microsoft.com/office/drawing/2014/main"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a16:creationId xmlns:a16="http://schemas.microsoft.com/office/drawing/2014/main"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a16:creationId xmlns:a16="http://schemas.microsoft.com/office/drawing/2014/main"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a16:creationId xmlns:a16="http://schemas.microsoft.com/office/drawing/2014/main"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a16:creationId xmlns:a16="http://schemas.microsoft.com/office/drawing/2014/main"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a16:creationId xmlns:a16="http://schemas.microsoft.com/office/drawing/2014/main"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a16:creationId xmlns:a16="http://schemas.microsoft.com/office/drawing/2014/main"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a16:creationId xmlns:a16="http://schemas.microsoft.com/office/drawing/2014/main"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a16:creationId xmlns:a16="http://schemas.microsoft.com/office/drawing/2014/main"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a16:creationId xmlns:a16="http://schemas.microsoft.com/office/drawing/2014/main"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a16:creationId xmlns:a16="http://schemas.microsoft.com/office/drawing/2014/main"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a16:creationId xmlns:a16="http://schemas.microsoft.com/office/drawing/2014/main"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a16:creationId xmlns:a16="http://schemas.microsoft.com/office/drawing/2014/main"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a16:creationId xmlns:a16="http://schemas.microsoft.com/office/drawing/2014/main"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a16:creationId xmlns:a16="http://schemas.microsoft.com/office/drawing/2014/main"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a16:creationId xmlns:a16="http://schemas.microsoft.com/office/drawing/2014/main"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a16:creationId xmlns:a16="http://schemas.microsoft.com/office/drawing/2014/main"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a16:creationId xmlns:a16="http://schemas.microsoft.com/office/drawing/2014/main"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a16:creationId xmlns:a16="http://schemas.microsoft.com/office/drawing/2014/main"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a16:creationId xmlns:a16="http://schemas.microsoft.com/office/drawing/2014/main"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a16:creationId xmlns:a16="http://schemas.microsoft.com/office/drawing/2014/main"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a16:creationId xmlns:a16="http://schemas.microsoft.com/office/drawing/2014/main"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a16:creationId xmlns:a16="http://schemas.microsoft.com/office/drawing/2014/main"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a16:creationId xmlns:a16="http://schemas.microsoft.com/office/drawing/2014/main"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a16:creationId xmlns:a16="http://schemas.microsoft.com/office/drawing/2014/main"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a16:creationId xmlns:a16="http://schemas.microsoft.com/office/drawing/2014/main"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a16:creationId xmlns:a16="http://schemas.microsoft.com/office/drawing/2014/main"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6861367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a16:creationId xmlns:a16="http://schemas.microsoft.com/office/drawing/2014/main"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a16:creationId xmlns:a16="http://schemas.microsoft.com/office/drawing/2014/main"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a16:creationId xmlns:a16="http://schemas.microsoft.com/office/drawing/2014/main"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a16:creationId xmlns:a16="http://schemas.microsoft.com/office/drawing/2014/main"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a16:creationId xmlns:a16="http://schemas.microsoft.com/office/drawing/2014/main"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9803551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a16:creationId xmlns:a16="http://schemas.microsoft.com/office/drawing/2014/main"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a16:creationId xmlns:a16="http://schemas.microsoft.com/office/drawing/2014/main"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a16:creationId xmlns:a16="http://schemas.microsoft.com/office/drawing/2014/main"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a16:creationId xmlns:a16="http://schemas.microsoft.com/office/drawing/2014/main"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a16:creationId xmlns:a16="http://schemas.microsoft.com/office/drawing/2014/main"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a16:creationId xmlns:a16="http://schemas.microsoft.com/office/drawing/2014/main"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a16:creationId xmlns:a16="http://schemas.microsoft.com/office/drawing/2014/main"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a16:creationId xmlns:a16="http://schemas.microsoft.com/office/drawing/2014/main"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a16:creationId xmlns:a16="http://schemas.microsoft.com/office/drawing/2014/main"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3381871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a16:creationId xmlns:a16="http://schemas.microsoft.com/office/drawing/2014/main"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a16:creationId xmlns:a16="http://schemas.microsoft.com/office/drawing/2014/main"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a16:creationId xmlns:a16="http://schemas.microsoft.com/office/drawing/2014/main"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a16:creationId xmlns:a16="http://schemas.microsoft.com/office/drawing/2014/main"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a16:creationId xmlns:a16="http://schemas.microsoft.com/office/drawing/2014/main"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a16:creationId xmlns:a16="http://schemas.microsoft.com/office/drawing/2014/main"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a16:creationId xmlns:a16="http://schemas.microsoft.com/office/drawing/2014/main"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a16:creationId xmlns:a16="http://schemas.microsoft.com/office/drawing/2014/main"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a16:creationId xmlns:a16="http://schemas.microsoft.com/office/drawing/2014/main"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a16:creationId xmlns:a16="http://schemas.microsoft.com/office/drawing/2014/main"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a16:creationId xmlns:a16="http://schemas.microsoft.com/office/drawing/2014/main"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a16:creationId xmlns:a16="http://schemas.microsoft.com/office/drawing/2014/main"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a16:creationId xmlns:a16="http://schemas.microsoft.com/office/drawing/2014/main"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a16:creationId xmlns:a16="http://schemas.microsoft.com/office/drawing/2014/main"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a16:creationId xmlns:a16="http://schemas.microsoft.com/office/drawing/2014/main"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a16:creationId xmlns:a16="http://schemas.microsoft.com/office/drawing/2014/main"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a16:creationId xmlns:a16="http://schemas.microsoft.com/office/drawing/2014/main"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a16:creationId xmlns:a16="http://schemas.microsoft.com/office/drawing/2014/main"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a16:creationId xmlns:a16="http://schemas.microsoft.com/office/drawing/2014/main"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a16:creationId xmlns:a16="http://schemas.microsoft.com/office/drawing/2014/main"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a16:creationId xmlns:a16="http://schemas.microsoft.com/office/drawing/2014/main"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a16:creationId xmlns:a16="http://schemas.microsoft.com/office/drawing/2014/main"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a16:creationId xmlns:a16="http://schemas.microsoft.com/office/drawing/2014/main"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a16:creationId xmlns:a16="http://schemas.microsoft.com/office/drawing/2014/main"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a16:creationId xmlns:a16="http://schemas.microsoft.com/office/drawing/2014/main"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a16:creationId xmlns:a16="http://schemas.microsoft.com/office/drawing/2014/main"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a16:creationId xmlns:a16="http://schemas.microsoft.com/office/drawing/2014/main"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a16:creationId xmlns:a16="http://schemas.microsoft.com/office/drawing/2014/main"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a16:creationId xmlns:a16="http://schemas.microsoft.com/office/drawing/2014/main"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0813786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a16:creationId xmlns:a16="http://schemas.microsoft.com/office/drawing/2014/main"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a16:creationId xmlns:a16="http://schemas.microsoft.com/office/drawing/2014/main"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a16:creationId xmlns:a16="http://schemas.microsoft.com/office/drawing/2014/main"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a16:creationId xmlns:a16="http://schemas.microsoft.com/office/drawing/2014/main"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a16:creationId xmlns:a16="http://schemas.microsoft.com/office/drawing/2014/main"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a16:creationId xmlns:a16="http://schemas.microsoft.com/office/drawing/2014/main"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a16:creationId xmlns:a16="http://schemas.microsoft.com/office/drawing/2014/main"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a16:creationId xmlns:a16="http://schemas.microsoft.com/office/drawing/2014/main"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a16:creationId xmlns:a16="http://schemas.microsoft.com/office/drawing/2014/main"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a16:creationId xmlns:a16="http://schemas.microsoft.com/office/drawing/2014/main"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a16:creationId xmlns:a16="http://schemas.microsoft.com/office/drawing/2014/main"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a16:creationId xmlns:a16="http://schemas.microsoft.com/office/drawing/2014/main"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a16:creationId xmlns:a16="http://schemas.microsoft.com/office/drawing/2014/main"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a16:creationId xmlns:a16="http://schemas.microsoft.com/office/drawing/2014/main"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a16:creationId xmlns:a16="http://schemas.microsoft.com/office/drawing/2014/main"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a16:creationId xmlns:a16="http://schemas.microsoft.com/office/drawing/2014/main"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a16:creationId xmlns:a16="http://schemas.microsoft.com/office/drawing/2014/main"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a16:creationId xmlns:a16="http://schemas.microsoft.com/office/drawing/2014/main"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a16:creationId xmlns:a16="http://schemas.microsoft.com/office/drawing/2014/main"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a16:creationId xmlns:a16="http://schemas.microsoft.com/office/drawing/2014/main"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a16:creationId xmlns:a16="http://schemas.microsoft.com/office/drawing/2014/main"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a16:creationId xmlns:a16="http://schemas.microsoft.com/office/drawing/2014/main"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a16:creationId xmlns:a16="http://schemas.microsoft.com/office/drawing/2014/main"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a16:creationId xmlns:a16="http://schemas.microsoft.com/office/drawing/2014/main"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a16:creationId xmlns:a16="http://schemas.microsoft.com/office/drawing/2014/main"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a16:creationId xmlns:a16="http://schemas.microsoft.com/office/drawing/2014/main"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a16:creationId xmlns:a16="http://schemas.microsoft.com/office/drawing/2014/main"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a16:creationId xmlns:a16="http://schemas.microsoft.com/office/drawing/2014/main"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a16:creationId xmlns:a16="http://schemas.microsoft.com/office/drawing/2014/main"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a16:creationId xmlns:a16="http://schemas.microsoft.com/office/drawing/2014/main"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a16:creationId xmlns:a16="http://schemas.microsoft.com/office/drawing/2014/main"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a16:creationId xmlns:a16="http://schemas.microsoft.com/office/drawing/2014/main"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a16:creationId xmlns:a16="http://schemas.microsoft.com/office/drawing/2014/main"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a16:creationId xmlns:a16="http://schemas.microsoft.com/office/drawing/2014/main"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a16:creationId xmlns:a16="http://schemas.microsoft.com/office/drawing/2014/main"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a16:creationId xmlns:a16="http://schemas.microsoft.com/office/drawing/2014/main"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a16:creationId xmlns:a16="http://schemas.microsoft.com/office/drawing/2014/main"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a16:creationId xmlns:a16="http://schemas.microsoft.com/office/drawing/2014/main"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a16:creationId xmlns:a16="http://schemas.microsoft.com/office/drawing/2014/main"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a16:creationId xmlns:a16="http://schemas.microsoft.com/office/drawing/2014/main"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a16:creationId xmlns:a16="http://schemas.microsoft.com/office/drawing/2014/main"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a16:creationId xmlns:a16="http://schemas.microsoft.com/office/drawing/2014/main"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a16:creationId xmlns:a16="http://schemas.microsoft.com/office/drawing/2014/main"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a16:creationId xmlns:a16="http://schemas.microsoft.com/office/drawing/2014/main"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a16:creationId xmlns:a16="http://schemas.microsoft.com/office/drawing/2014/main"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a16:creationId xmlns:a16="http://schemas.microsoft.com/office/drawing/2014/main"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a16:creationId xmlns:a16="http://schemas.microsoft.com/office/drawing/2014/main"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0483268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a16:creationId xmlns:a16="http://schemas.microsoft.com/office/drawing/2014/main"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a16:creationId xmlns:a16="http://schemas.microsoft.com/office/drawing/2014/main"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a16:creationId xmlns:a16="http://schemas.microsoft.com/office/drawing/2014/main"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a16:creationId xmlns:a16="http://schemas.microsoft.com/office/drawing/2014/main"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a16:creationId xmlns:a16="http://schemas.microsoft.com/office/drawing/2014/main"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a16:creationId xmlns:a16="http://schemas.microsoft.com/office/drawing/2014/main"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a16:creationId xmlns:a16="http://schemas.microsoft.com/office/drawing/2014/main"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a16:creationId xmlns:a16="http://schemas.microsoft.com/office/drawing/2014/main"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a16:creationId xmlns:a16="http://schemas.microsoft.com/office/drawing/2014/main"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a16:creationId xmlns:a16="http://schemas.microsoft.com/office/drawing/2014/main"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a16:creationId xmlns:a16="http://schemas.microsoft.com/office/drawing/2014/main"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a16:creationId xmlns:a16="http://schemas.microsoft.com/office/drawing/2014/main"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a16:creationId xmlns:a16="http://schemas.microsoft.com/office/drawing/2014/main"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a16:creationId xmlns:a16="http://schemas.microsoft.com/office/drawing/2014/main"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a16:creationId xmlns:a16="http://schemas.microsoft.com/office/drawing/2014/main"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a16:creationId xmlns:a16="http://schemas.microsoft.com/office/drawing/2014/main"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a16:creationId xmlns:a16="http://schemas.microsoft.com/office/drawing/2014/main"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a16:creationId xmlns:a16="http://schemas.microsoft.com/office/drawing/2014/main"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a16:creationId xmlns:a16="http://schemas.microsoft.com/office/drawing/2014/main"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a16:creationId xmlns:a16="http://schemas.microsoft.com/office/drawing/2014/main"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a16:creationId xmlns:a16="http://schemas.microsoft.com/office/drawing/2014/main"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a16:creationId xmlns:a16="http://schemas.microsoft.com/office/drawing/2014/main"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a16:creationId xmlns:a16="http://schemas.microsoft.com/office/drawing/2014/main"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a16:creationId xmlns:a16="http://schemas.microsoft.com/office/drawing/2014/main"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a16:creationId xmlns:a16="http://schemas.microsoft.com/office/drawing/2014/main"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a16:creationId xmlns:a16="http://schemas.microsoft.com/office/drawing/2014/main"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a16:creationId xmlns:a16="http://schemas.microsoft.com/office/drawing/2014/main"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a16:creationId xmlns:a16="http://schemas.microsoft.com/office/drawing/2014/main"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a16:creationId xmlns:a16="http://schemas.microsoft.com/office/drawing/2014/main"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a16:creationId xmlns:a16="http://schemas.microsoft.com/office/drawing/2014/main"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a16:creationId xmlns:a16="http://schemas.microsoft.com/office/drawing/2014/main"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7514893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a16:creationId xmlns:a16="http://schemas.microsoft.com/office/drawing/2014/main"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a16:creationId xmlns:a16="http://schemas.microsoft.com/office/drawing/2014/main"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a16:creationId xmlns:a16="http://schemas.microsoft.com/office/drawing/2014/main"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a16:creationId xmlns:a16="http://schemas.microsoft.com/office/drawing/2014/main"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a16:creationId xmlns:a16="http://schemas.microsoft.com/office/drawing/2014/main"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a16:creationId xmlns:a16="http://schemas.microsoft.com/office/drawing/2014/main"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a16:creationId xmlns:a16="http://schemas.microsoft.com/office/drawing/2014/main"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a16:creationId xmlns:a16="http://schemas.microsoft.com/office/drawing/2014/main"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a16:creationId xmlns:a16="http://schemas.microsoft.com/office/drawing/2014/main"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a16:creationId xmlns:a16="http://schemas.microsoft.com/office/drawing/2014/main"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a16:creationId xmlns:a16="http://schemas.microsoft.com/office/drawing/2014/main"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a16:creationId xmlns:a16="http://schemas.microsoft.com/office/drawing/2014/main"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a16:creationId xmlns:a16="http://schemas.microsoft.com/office/drawing/2014/main"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a16:creationId xmlns:a16="http://schemas.microsoft.com/office/drawing/2014/main"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a16:creationId xmlns:a16="http://schemas.microsoft.com/office/drawing/2014/main"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a16:creationId xmlns:a16="http://schemas.microsoft.com/office/drawing/2014/main"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a16:creationId xmlns:a16="http://schemas.microsoft.com/office/drawing/2014/main"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a16:creationId xmlns:a16="http://schemas.microsoft.com/office/drawing/2014/main"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a16:creationId xmlns:a16="http://schemas.microsoft.com/office/drawing/2014/main"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a16:creationId xmlns:a16="http://schemas.microsoft.com/office/drawing/2014/main"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a16:creationId xmlns:a16="http://schemas.microsoft.com/office/drawing/2014/main"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a16:creationId xmlns:a16="http://schemas.microsoft.com/office/drawing/2014/main"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a16:creationId xmlns:a16="http://schemas.microsoft.com/office/drawing/2014/main"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a16:creationId xmlns:a16="http://schemas.microsoft.com/office/drawing/2014/main"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a16:creationId xmlns:a16="http://schemas.microsoft.com/office/drawing/2014/main"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a16:creationId xmlns:a16="http://schemas.microsoft.com/office/drawing/2014/main"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a16:creationId xmlns:a16="http://schemas.microsoft.com/office/drawing/2014/main"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a16:creationId xmlns:a16="http://schemas.microsoft.com/office/drawing/2014/main"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a16:creationId xmlns:a16="http://schemas.microsoft.com/office/drawing/2014/main"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a16:creationId xmlns:a16="http://schemas.microsoft.com/office/drawing/2014/main"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a16:creationId xmlns:a16="http://schemas.microsoft.com/office/drawing/2014/main"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a16:creationId xmlns:a16="http://schemas.microsoft.com/office/drawing/2014/main"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a16:creationId xmlns:a16="http://schemas.microsoft.com/office/drawing/2014/main"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a16:creationId xmlns:a16="http://schemas.microsoft.com/office/drawing/2014/main"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a16:creationId xmlns:a16="http://schemas.microsoft.com/office/drawing/2014/main"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a16:creationId xmlns:a16="http://schemas.microsoft.com/office/drawing/2014/main"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a16:creationId xmlns:a16="http://schemas.microsoft.com/office/drawing/2014/main"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a16:creationId xmlns:a16="http://schemas.microsoft.com/office/drawing/2014/main"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6427763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a16:creationId xmlns:a16="http://schemas.microsoft.com/office/drawing/2014/main"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a16:creationId xmlns:a16="http://schemas.microsoft.com/office/drawing/2014/main"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a16:creationId xmlns:a16="http://schemas.microsoft.com/office/drawing/2014/main"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a16:creationId xmlns:a16="http://schemas.microsoft.com/office/drawing/2014/main"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a16:creationId xmlns:a16="http://schemas.microsoft.com/office/drawing/2014/main"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a16:creationId xmlns:a16="http://schemas.microsoft.com/office/drawing/2014/main"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a16:creationId xmlns:a16="http://schemas.microsoft.com/office/drawing/2014/main"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a16:creationId xmlns:a16="http://schemas.microsoft.com/office/drawing/2014/main"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a16:creationId xmlns:a16="http://schemas.microsoft.com/office/drawing/2014/main"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a16:creationId xmlns:a16="http://schemas.microsoft.com/office/drawing/2014/main"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a16:creationId xmlns:a16="http://schemas.microsoft.com/office/drawing/2014/main"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a16:creationId xmlns:a16="http://schemas.microsoft.com/office/drawing/2014/main"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a16:creationId xmlns:a16="http://schemas.microsoft.com/office/drawing/2014/main"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a16:creationId xmlns:a16="http://schemas.microsoft.com/office/drawing/2014/main"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a16:creationId xmlns:a16="http://schemas.microsoft.com/office/drawing/2014/main"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a16:creationId xmlns:a16="http://schemas.microsoft.com/office/drawing/2014/main"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a16:creationId xmlns:a16="http://schemas.microsoft.com/office/drawing/2014/main"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a16:creationId xmlns:a16="http://schemas.microsoft.com/office/drawing/2014/main"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a16:creationId xmlns:a16="http://schemas.microsoft.com/office/drawing/2014/main"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a16:creationId xmlns:a16="http://schemas.microsoft.com/office/drawing/2014/main"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a16:creationId xmlns:a16="http://schemas.microsoft.com/office/drawing/2014/main"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a16:creationId xmlns:a16="http://schemas.microsoft.com/office/drawing/2014/main"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a16:creationId xmlns:a16="http://schemas.microsoft.com/office/drawing/2014/main"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a16:creationId xmlns:a16="http://schemas.microsoft.com/office/drawing/2014/main"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a16:creationId xmlns:a16="http://schemas.microsoft.com/office/drawing/2014/main"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a16:creationId xmlns:a16="http://schemas.microsoft.com/office/drawing/2014/main"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a16:creationId xmlns:a16="http://schemas.microsoft.com/office/drawing/2014/main"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a16:creationId xmlns:a16="http://schemas.microsoft.com/office/drawing/2014/main"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a16:creationId xmlns:a16="http://schemas.microsoft.com/office/drawing/2014/main"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a16:creationId xmlns:a16="http://schemas.microsoft.com/office/drawing/2014/main"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a16:creationId xmlns:a16="http://schemas.microsoft.com/office/drawing/2014/main"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a16:creationId xmlns:a16="http://schemas.microsoft.com/office/drawing/2014/main"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a16:creationId xmlns:a16="http://schemas.microsoft.com/office/drawing/2014/main"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a16:creationId xmlns:a16="http://schemas.microsoft.com/office/drawing/2014/main"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a16:creationId xmlns:a16="http://schemas.microsoft.com/office/drawing/2014/main"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a16:creationId xmlns:a16="http://schemas.microsoft.com/office/drawing/2014/main"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a16:creationId xmlns:a16="http://schemas.microsoft.com/office/drawing/2014/main"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a16:creationId xmlns:a16="http://schemas.microsoft.com/office/drawing/2014/main"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a16:creationId xmlns:a16="http://schemas.microsoft.com/office/drawing/2014/main"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a16:creationId xmlns:a16="http://schemas.microsoft.com/office/drawing/2014/main"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a16:creationId xmlns:a16="http://schemas.microsoft.com/office/drawing/2014/main"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a16:creationId xmlns:a16="http://schemas.microsoft.com/office/drawing/2014/main"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a16:creationId xmlns:a16="http://schemas.microsoft.com/office/drawing/2014/main"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a16:creationId xmlns:a16="http://schemas.microsoft.com/office/drawing/2014/main"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a16:creationId xmlns:a16="http://schemas.microsoft.com/office/drawing/2014/main"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a16:creationId xmlns:a16="http://schemas.microsoft.com/office/drawing/2014/main"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a16:creationId xmlns:a16="http://schemas.microsoft.com/office/drawing/2014/main"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a16:creationId xmlns:a16="http://schemas.microsoft.com/office/drawing/2014/main"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a16:creationId xmlns:a16="http://schemas.microsoft.com/office/drawing/2014/main"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a16:creationId xmlns:a16="http://schemas.microsoft.com/office/drawing/2014/main"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a16:creationId xmlns:a16="http://schemas.microsoft.com/office/drawing/2014/main"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a16:creationId xmlns:a16="http://schemas.microsoft.com/office/drawing/2014/main"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a16:creationId xmlns:a16="http://schemas.microsoft.com/office/drawing/2014/main"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a16:creationId xmlns:a16="http://schemas.microsoft.com/office/drawing/2014/main"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a16:creationId xmlns:a16="http://schemas.microsoft.com/office/drawing/2014/main"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a16:creationId xmlns:a16="http://schemas.microsoft.com/office/drawing/2014/main"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a16:creationId xmlns:a16="http://schemas.microsoft.com/office/drawing/2014/main"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a16:creationId xmlns:a16="http://schemas.microsoft.com/office/drawing/2014/main"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a16:creationId xmlns:a16="http://schemas.microsoft.com/office/drawing/2014/main"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a16:creationId xmlns:a16="http://schemas.microsoft.com/office/drawing/2014/main"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a16:creationId xmlns:a16="http://schemas.microsoft.com/office/drawing/2014/main"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a16:creationId xmlns:a16="http://schemas.microsoft.com/office/drawing/2014/main"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a16:creationId xmlns:a16="http://schemas.microsoft.com/office/drawing/2014/main"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a16:creationId xmlns:a16="http://schemas.microsoft.com/office/drawing/2014/main"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a16:creationId xmlns:a16="http://schemas.microsoft.com/office/drawing/2014/main"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a16:creationId xmlns:a16="http://schemas.microsoft.com/office/drawing/2014/main"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a16:creationId xmlns:a16="http://schemas.microsoft.com/office/drawing/2014/main"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a16:creationId xmlns:a16="http://schemas.microsoft.com/office/drawing/2014/main"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a16:creationId xmlns:a16="http://schemas.microsoft.com/office/drawing/2014/main"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a16:creationId xmlns:a16="http://schemas.microsoft.com/office/drawing/2014/main"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a16:creationId xmlns:a16="http://schemas.microsoft.com/office/drawing/2014/main"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a16:creationId xmlns:a16="http://schemas.microsoft.com/office/drawing/2014/main"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a16:creationId xmlns:a16="http://schemas.microsoft.com/office/drawing/2014/main"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a16:creationId xmlns:a16="http://schemas.microsoft.com/office/drawing/2014/main"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a16:creationId xmlns:a16="http://schemas.microsoft.com/office/drawing/2014/main"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a16:creationId xmlns:a16="http://schemas.microsoft.com/office/drawing/2014/main"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a16:creationId xmlns:a16="http://schemas.microsoft.com/office/drawing/2014/main"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a16:creationId xmlns:a16="http://schemas.microsoft.com/office/drawing/2014/main"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a16:creationId xmlns:a16="http://schemas.microsoft.com/office/drawing/2014/main"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a16:creationId xmlns:a16="http://schemas.microsoft.com/office/drawing/2014/main"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a16:creationId xmlns:a16="http://schemas.microsoft.com/office/drawing/2014/main"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a16:creationId xmlns:a16="http://schemas.microsoft.com/office/drawing/2014/main"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a16:creationId xmlns:a16="http://schemas.microsoft.com/office/drawing/2014/main"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a16:creationId xmlns:a16="http://schemas.microsoft.com/office/drawing/2014/main"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a16:creationId xmlns:a16="http://schemas.microsoft.com/office/drawing/2014/main"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a16:creationId xmlns:a16="http://schemas.microsoft.com/office/drawing/2014/main"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a16:creationId xmlns:a16="http://schemas.microsoft.com/office/drawing/2014/main"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a16:creationId xmlns:a16="http://schemas.microsoft.com/office/drawing/2014/main"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a16:creationId xmlns:a16="http://schemas.microsoft.com/office/drawing/2014/main"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a16:creationId xmlns:a16="http://schemas.microsoft.com/office/drawing/2014/main"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a16:creationId xmlns:a16="http://schemas.microsoft.com/office/drawing/2014/main"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a16:creationId xmlns:a16="http://schemas.microsoft.com/office/drawing/2014/main"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a16:creationId xmlns:a16="http://schemas.microsoft.com/office/drawing/2014/main"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a16:creationId xmlns:a16="http://schemas.microsoft.com/office/drawing/2014/main"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a16:creationId xmlns:a16="http://schemas.microsoft.com/office/drawing/2014/main"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a16:creationId xmlns:a16="http://schemas.microsoft.com/office/drawing/2014/main"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a16:creationId xmlns:a16="http://schemas.microsoft.com/office/drawing/2014/main"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a16:creationId xmlns:a16="http://schemas.microsoft.com/office/drawing/2014/main"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a16:creationId xmlns:a16="http://schemas.microsoft.com/office/drawing/2014/main"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a16:creationId xmlns:a16="http://schemas.microsoft.com/office/drawing/2014/main"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a16:creationId xmlns:a16="http://schemas.microsoft.com/office/drawing/2014/main"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a16:creationId xmlns:a16="http://schemas.microsoft.com/office/drawing/2014/main"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a16:creationId xmlns:a16="http://schemas.microsoft.com/office/drawing/2014/main"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a16:creationId xmlns:a16="http://schemas.microsoft.com/office/drawing/2014/main"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a16:creationId xmlns:a16="http://schemas.microsoft.com/office/drawing/2014/main"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a16:creationId xmlns:a16="http://schemas.microsoft.com/office/drawing/2014/main"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a16:creationId xmlns:a16="http://schemas.microsoft.com/office/drawing/2014/main"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a16:creationId xmlns:a16="http://schemas.microsoft.com/office/drawing/2014/main"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a16:creationId xmlns:a16="http://schemas.microsoft.com/office/drawing/2014/main"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a16:creationId xmlns:a16="http://schemas.microsoft.com/office/drawing/2014/main"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a16:creationId xmlns:a16="http://schemas.microsoft.com/office/drawing/2014/main"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a16:creationId xmlns:a16="http://schemas.microsoft.com/office/drawing/2014/main"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a16:creationId xmlns:a16="http://schemas.microsoft.com/office/drawing/2014/main"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a16:creationId xmlns:a16="http://schemas.microsoft.com/office/drawing/2014/main"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a16:creationId xmlns:a16="http://schemas.microsoft.com/office/drawing/2014/main"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a16:creationId xmlns:a16="http://schemas.microsoft.com/office/drawing/2014/main"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a16:creationId xmlns:a16="http://schemas.microsoft.com/office/drawing/2014/main"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a16:creationId xmlns:a16="http://schemas.microsoft.com/office/drawing/2014/main"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a16:creationId xmlns:a16="http://schemas.microsoft.com/office/drawing/2014/main"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a16:creationId xmlns:a16="http://schemas.microsoft.com/office/drawing/2014/main"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a16:creationId xmlns:a16="http://schemas.microsoft.com/office/drawing/2014/main"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a16:creationId xmlns:a16="http://schemas.microsoft.com/office/drawing/2014/main"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a16:creationId xmlns:a16="http://schemas.microsoft.com/office/drawing/2014/main"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a16:creationId xmlns:a16="http://schemas.microsoft.com/office/drawing/2014/main"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a16:creationId xmlns:a16="http://schemas.microsoft.com/office/drawing/2014/main"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a16:creationId xmlns:a16="http://schemas.microsoft.com/office/drawing/2014/main"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a16:creationId xmlns:a16="http://schemas.microsoft.com/office/drawing/2014/main"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a16:creationId xmlns:a16="http://schemas.microsoft.com/office/drawing/2014/main"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3514855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a16:creationId xmlns:a16="http://schemas.microsoft.com/office/drawing/2014/main"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a16:creationId xmlns:a16="http://schemas.microsoft.com/office/drawing/2014/main"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a16:creationId xmlns:a16="http://schemas.microsoft.com/office/drawing/2014/main"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a16:creationId xmlns:a16="http://schemas.microsoft.com/office/drawing/2014/main"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a16:creationId xmlns:a16="http://schemas.microsoft.com/office/drawing/2014/main"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a16:creationId xmlns:a16="http://schemas.microsoft.com/office/drawing/2014/main"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a16:creationId xmlns:a16="http://schemas.microsoft.com/office/drawing/2014/main"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833265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a16:creationId xmlns:a16="http://schemas.microsoft.com/office/drawing/2014/main"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a16:creationId xmlns:a16="http://schemas.microsoft.com/office/drawing/2014/main"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a16:creationId xmlns:a16="http://schemas.microsoft.com/office/drawing/2014/main"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a16:creationId xmlns:a16="http://schemas.microsoft.com/office/drawing/2014/main"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a16:creationId xmlns:a16="http://schemas.microsoft.com/office/drawing/2014/main"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a16:creationId xmlns:a16="http://schemas.microsoft.com/office/drawing/2014/main"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a16:creationId xmlns:a16="http://schemas.microsoft.com/office/drawing/2014/main"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a16:creationId xmlns:a16="http://schemas.microsoft.com/office/drawing/2014/main"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a16:creationId xmlns:a16="http://schemas.microsoft.com/office/drawing/2014/main"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a16:creationId xmlns:a16="http://schemas.microsoft.com/office/drawing/2014/main"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a16:creationId xmlns:a16="http://schemas.microsoft.com/office/drawing/2014/main"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a16:creationId xmlns:a16="http://schemas.microsoft.com/office/drawing/2014/main"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a16:creationId xmlns:a16="http://schemas.microsoft.com/office/drawing/2014/main"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a16:creationId xmlns:a16="http://schemas.microsoft.com/office/drawing/2014/main"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a16:creationId xmlns:a16="http://schemas.microsoft.com/office/drawing/2014/main"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a16:creationId xmlns:a16="http://schemas.microsoft.com/office/drawing/2014/main"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a16:creationId xmlns:a16="http://schemas.microsoft.com/office/drawing/2014/main"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a16:creationId xmlns:a16="http://schemas.microsoft.com/office/drawing/2014/main"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a16:creationId xmlns:a16="http://schemas.microsoft.com/office/drawing/2014/main"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a16:creationId xmlns:a16="http://schemas.microsoft.com/office/drawing/2014/main"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a16:creationId xmlns:a16="http://schemas.microsoft.com/office/drawing/2014/main"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a16:creationId xmlns:a16="http://schemas.microsoft.com/office/drawing/2014/main"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a16:creationId xmlns:a16="http://schemas.microsoft.com/office/drawing/2014/main"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a16:creationId xmlns:a16="http://schemas.microsoft.com/office/drawing/2014/main"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a16:creationId xmlns:a16="http://schemas.microsoft.com/office/drawing/2014/main"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a16:creationId xmlns:a16="http://schemas.microsoft.com/office/drawing/2014/main"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a16:creationId xmlns:a16="http://schemas.microsoft.com/office/drawing/2014/main"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a16:creationId xmlns:a16="http://schemas.microsoft.com/office/drawing/2014/main"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a16:creationId xmlns:a16="http://schemas.microsoft.com/office/drawing/2014/main"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a16:creationId xmlns:a16="http://schemas.microsoft.com/office/drawing/2014/main"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a16:creationId xmlns:a16="http://schemas.microsoft.com/office/drawing/2014/main"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a16:creationId xmlns:a16="http://schemas.microsoft.com/office/drawing/2014/main"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a16:creationId xmlns:a16="http://schemas.microsoft.com/office/drawing/2014/main"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a16:creationId xmlns:a16="http://schemas.microsoft.com/office/drawing/2014/main"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a16:creationId xmlns:a16="http://schemas.microsoft.com/office/drawing/2014/main"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a16:creationId xmlns:a16="http://schemas.microsoft.com/office/drawing/2014/main"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a16:creationId xmlns:a16="http://schemas.microsoft.com/office/drawing/2014/main"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a16:creationId xmlns:a16="http://schemas.microsoft.com/office/drawing/2014/main"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a16:creationId xmlns:a16="http://schemas.microsoft.com/office/drawing/2014/main"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a16:creationId xmlns:a16="http://schemas.microsoft.com/office/drawing/2014/main"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a16:creationId xmlns:a16="http://schemas.microsoft.com/office/drawing/2014/main"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a16:creationId xmlns:a16="http://schemas.microsoft.com/office/drawing/2014/main"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a16:creationId xmlns:a16="http://schemas.microsoft.com/office/drawing/2014/main"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a16:creationId xmlns:a16="http://schemas.microsoft.com/office/drawing/2014/main"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a16:creationId xmlns:a16="http://schemas.microsoft.com/office/drawing/2014/main"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a16:creationId xmlns:a16="http://schemas.microsoft.com/office/drawing/2014/main"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a16:creationId xmlns:a16="http://schemas.microsoft.com/office/drawing/2014/main"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a16:creationId xmlns:a16="http://schemas.microsoft.com/office/drawing/2014/main"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a16:creationId xmlns:a16="http://schemas.microsoft.com/office/drawing/2014/main"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a16:creationId xmlns:a16="http://schemas.microsoft.com/office/drawing/2014/main"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a16:creationId xmlns:a16="http://schemas.microsoft.com/office/drawing/2014/main"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a16:creationId xmlns:a16="http://schemas.microsoft.com/office/drawing/2014/main"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a16:creationId xmlns:a16="http://schemas.microsoft.com/office/drawing/2014/main"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17626289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a16:creationId xmlns:a16="http://schemas.microsoft.com/office/drawing/2014/main"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a16:creationId xmlns:a16="http://schemas.microsoft.com/office/drawing/2014/main"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a16:creationId xmlns:a16="http://schemas.microsoft.com/office/drawing/2014/main"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a16:creationId xmlns:a16="http://schemas.microsoft.com/office/drawing/2014/main"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a16:creationId xmlns:a16="http://schemas.microsoft.com/office/drawing/2014/main"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a16:creationId xmlns:a16="http://schemas.microsoft.com/office/drawing/2014/main"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a16:creationId xmlns:a16="http://schemas.microsoft.com/office/drawing/2014/main"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a16:creationId xmlns:a16="http://schemas.microsoft.com/office/drawing/2014/main"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a16:creationId xmlns:a16="http://schemas.microsoft.com/office/drawing/2014/main"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a16:creationId xmlns:a16="http://schemas.microsoft.com/office/drawing/2014/main"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a16:creationId xmlns:a16="http://schemas.microsoft.com/office/drawing/2014/main"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a16:creationId xmlns:a16="http://schemas.microsoft.com/office/drawing/2014/main"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a16:creationId xmlns:a16="http://schemas.microsoft.com/office/drawing/2014/main"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a16:creationId xmlns:a16="http://schemas.microsoft.com/office/drawing/2014/main"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a16:creationId xmlns:a16="http://schemas.microsoft.com/office/drawing/2014/main"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9288152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a16:creationId xmlns:a16="http://schemas.microsoft.com/office/drawing/2014/main"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a16:creationId xmlns:a16="http://schemas.microsoft.com/office/drawing/2014/main"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a16:creationId xmlns:a16="http://schemas.microsoft.com/office/drawing/2014/main"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a16:creationId xmlns:a16="http://schemas.microsoft.com/office/drawing/2014/main"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a16:creationId xmlns:a16="http://schemas.microsoft.com/office/drawing/2014/main"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a16:creationId xmlns:a16="http://schemas.microsoft.com/office/drawing/2014/main"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a16:creationId xmlns:a16="http://schemas.microsoft.com/office/drawing/2014/main"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a16:creationId xmlns:a16="http://schemas.microsoft.com/office/drawing/2014/main"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a16:creationId xmlns:a16="http://schemas.microsoft.com/office/drawing/2014/main"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a16:creationId xmlns:a16="http://schemas.microsoft.com/office/drawing/2014/main"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a16:creationId xmlns:a16="http://schemas.microsoft.com/office/drawing/2014/main"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a16:creationId xmlns:a16="http://schemas.microsoft.com/office/drawing/2014/main"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a16:creationId xmlns:a16="http://schemas.microsoft.com/office/drawing/2014/main"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a16:creationId xmlns:a16="http://schemas.microsoft.com/office/drawing/2014/main"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a16:creationId xmlns:a16="http://schemas.microsoft.com/office/drawing/2014/main"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a16:creationId xmlns:a16="http://schemas.microsoft.com/office/drawing/2014/main"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a16:creationId xmlns:a16="http://schemas.microsoft.com/office/drawing/2014/main"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a16:creationId xmlns:a16="http://schemas.microsoft.com/office/drawing/2014/main"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a16:creationId xmlns:a16="http://schemas.microsoft.com/office/drawing/2014/main"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a16:creationId xmlns:a16="http://schemas.microsoft.com/office/drawing/2014/main"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a16:creationId xmlns:a16="http://schemas.microsoft.com/office/drawing/2014/main"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a16:creationId xmlns:a16="http://schemas.microsoft.com/office/drawing/2014/main"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a16:creationId xmlns:a16="http://schemas.microsoft.com/office/drawing/2014/main"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a16:creationId xmlns:a16="http://schemas.microsoft.com/office/drawing/2014/main"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a16:creationId xmlns:a16="http://schemas.microsoft.com/office/drawing/2014/main"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a16:creationId xmlns:a16="http://schemas.microsoft.com/office/drawing/2014/main"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a16:creationId xmlns:a16="http://schemas.microsoft.com/office/drawing/2014/main"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a16:creationId xmlns:a16="http://schemas.microsoft.com/office/drawing/2014/main"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a16:creationId xmlns:a16="http://schemas.microsoft.com/office/drawing/2014/main"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a16:creationId xmlns:a16="http://schemas.microsoft.com/office/drawing/2014/main"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a16:creationId xmlns:a16="http://schemas.microsoft.com/office/drawing/2014/main"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a16:creationId xmlns:a16="http://schemas.microsoft.com/office/drawing/2014/main"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3918670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a16:creationId xmlns:a16="http://schemas.microsoft.com/office/drawing/2014/main"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a16:creationId xmlns:a16="http://schemas.microsoft.com/office/drawing/2014/main"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a16:creationId xmlns:a16="http://schemas.microsoft.com/office/drawing/2014/main"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a16:creationId xmlns:a16="http://schemas.microsoft.com/office/drawing/2014/main"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a16:creationId xmlns:a16="http://schemas.microsoft.com/office/drawing/2014/main"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a16:creationId xmlns:a16="http://schemas.microsoft.com/office/drawing/2014/main"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a16:creationId xmlns:a16="http://schemas.microsoft.com/office/drawing/2014/main"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a16:creationId xmlns:a16="http://schemas.microsoft.com/office/drawing/2014/main"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a16:creationId xmlns:a16="http://schemas.microsoft.com/office/drawing/2014/main"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a16:creationId xmlns:a16="http://schemas.microsoft.com/office/drawing/2014/main"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a16:creationId xmlns:a16="http://schemas.microsoft.com/office/drawing/2014/main"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a16:creationId xmlns:a16="http://schemas.microsoft.com/office/drawing/2014/main"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a16:creationId xmlns:a16="http://schemas.microsoft.com/office/drawing/2014/main"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a16:creationId xmlns:a16="http://schemas.microsoft.com/office/drawing/2014/main"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a16:creationId xmlns:a16="http://schemas.microsoft.com/office/drawing/2014/main"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a16:creationId xmlns:a16="http://schemas.microsoft.com/office/drawing/2014/main"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a16:creationId xmlns:a16="http://schemas.microsoft.com/office/drawing/2014/main"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a16:creationId xmlns:a16="http://schemas.microsoft.com/office/drawing/2014/main"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a16:creationId xmlns:a16="http://schemas.microsoft.com/office/drawing/2014/main"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a16:creationId xmlns:a16="http://schemas.microsoft.com/office/drawing/2014/main"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a16:creationId xmlns:a16="http://schemas.microsoft.com/office/drawing/2014/main"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a16:creationId xmlns:a16="http://schemas.microsoft.com/office/drawing/2014/main"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a16:creationId xmlns:a16="http://schemas.microsoft.com/office/drawing/2014/main"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a16:creationId xmlns:a16="http://schemas.microsoft.com/office/drawing/2014/main"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a16:creationId xmlns:a16="http://schemas.microsoft.com/office/drawing/2014/main"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a16:creationId xmlns:a16="http://schemas.microsoft.com/office/drawing/2014/main"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a16:creationId xmlns:a16="http://schemas.microsoft.com/office/drawing/2014/main"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a16:creationId xmlns:a16="http://schemas.microsoft.com/office/drawing/2014/main"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a16:creationId xmlns:a16="http://schemas.microsoft.com/office/drawing/2014/main"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a16:creationId xmlns:a16="http://schemas.microsoft.com/office/drawing/2014/main"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a16:creationId xmlns:a16="http://schemas.microsoft.com/office/drawing/2014/main"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a16:creationId xmlns:a16="http://schemas.microsoft.com/office/drawing/2014/main"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a16:creationId xmlns:a16="http://schemas.microsoft.com/office/drawing/2014/main"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179543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a16:creationId xmlns:a16="http://schemas.microsoft.com/office/drawing/2014/main"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a16:creationId xmlns:a16="http://schemas.microsoft.com/office/drawing/2014/main"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a16:creationId xmlns:a16="http://schemas.microsoft.com/office/drawing/2014/main"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a16:creationId xmlns:a16="http://schemas.microsoft.com/office/drawing/2014/main"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a16:creationId xmlns:a16="http://schemas.microsoft.com/office/drawing/2014/main"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a16:creationId xmlns:a16="http://schemas.microsoft.com/office/drawing/2014/main"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a16:creationId xmlns:a16="http://schemas.microsoft.com/office/drawing/2014/main"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a16:creationId xmlns:a16="http://schemas.microsoft.com/office/drawing/2014/main"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a16:creationId xmlns:a16="http://schemas.microsoft.com/office/drawing/2014/main"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a16:creationId xmlns:a16="http://schemas.microsoft.com/office/drawing/2014/main"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a16:creationId xmlns:a16="http://schemas.microsoft.com/office/drawing/2014/main"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a16:creationId xmlns:a16="http://schemas.microsoft.com/office/drawing/2014/main"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a16:creationId xmlns:a16="http://schemas.microsoft.com/office/drawing/2014/main"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a16:creationId xmlns:a16="http://schemas.microsoft.com/office/drawing/2014/main"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a16:creationId xmlns:a16="http://schemas.microsoft.com/office/drawing/2014/main"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a16:creationId xmlns:a16="http://schemas.microsoft.com/office/drawing/2014/main"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a16:creationId xmlns:a16="http://schemas.microsoft.com/office/drawing/2014/main"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a16:creationId xmlns:a16="http://schemas.microsoft.com/office/drawing/2014/main"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a16:creationId xmlns:a16="http://schemas.microsoft.com/office/drawing/2014/main"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a16:creationId xmlns:a16="http://schemas.microsoft.com/office/drawing/2014/main"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a16:creationId xmlns:a16="http://schemas.microsoft.com/office/drawing/2014/main"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012957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a16:creationId xmlns:a16="http://schemas.microsoft.com/office/drawing/2014/main"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a16:creationId xmlns:a16="http://schemas.microsoft.com/office/drawing/2014/main"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a16:creationId xmlns:a16="http://schemas.microsoft.com/office/drawing/2014/main"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a16:creationId xmlns:a16="http://schemas.microsoft.com/office/drawing/2014/main"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a16:creationId xmlns:a16="http://schemas.microsoft.com/office/drawing/2014/main"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a16:creationId xmlns:a16="http://schemas.microsoft.com/office/drawing/2014/main"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a16:creationId xmlns:a16="http://schemas.microsoft.com/office/drawing/2014/main"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a16:creationId xmlns:a16="http://schemas.microsoft.com/office/drawing/2014/main"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a16:creationId xmlns:a16="http://schemas.microsoft.com/office/drawing/2014/main"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a16:creationId xmlns:a16="http://schemas.microsoft.com/office/drawing/2014/main"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a16:creationId xmlns:a16="http://schemas.microsoft.com/office/drawing/2014/main"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a16:creationId xmlns:a16="http://schemas.microsoft.com/office/drawing/2014/main"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a16:creationId xmlns:a16="http://schemas.microsoft.com/office/drawing/2014/main"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a16:creationId xmlns:a16="http://schemas.microsoft.com/office/drawing/2014/main"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a16:creationId xmlns:a16="http://schemas.microsoft.com/office/drawing/2014/main"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a16:creationId xmlns:a16="http://schemas.microsoft.com/office/drawing/2014/main"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a16:creationId xmlns:a16="http://schemas.microsoft.com/office/drawing/2014/main"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a16:creationId xmlns:a16="http://schemas.microsoft.com/office/drawing/2014/main"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a16:creationId xmlns:a16="http://schemas.microsoft.com/office/drawing/2014/main"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a16:creationId xmlns:a16="http://schemas.microsoft.com/office/drawing/2014/main"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a16:creationId xmlns:a16="http://schemas.microsoft.com/office/drawing/2014/main"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a16:creationId xmlns:a16="http://schemas.microsoft.com/office/drawing/2014/main"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a16:creationId xmlns:a16="http://schemas.microsoft.com/office/drawing/2014/main"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a16:creationId xmlns:a16="http://schemas.microsoft.com/office/drawing/2014/main"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a16:creationId xmlns:a16="http://schemas.microsoft.com/office/drawing/2014/main"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a16:creationId xmlns:a16="http://schemas.microsoft.com/office/drawing/2014/main"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a16:creationId xmlns:a16="http://schemas.microsoft.com/office/drawing/2014/main"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a16:creationId xmlns:a16="http://schemas.microsoft.com/office/drawing/2014/main"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a16:creationId xmlns:a16="http://schemas.microsoft.com/office/drawing/2014/main"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a16:creationId xmlns:a16="http://schemas.microsoft.com/office/drawing/2014/main"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a16:creationId xmlns:a16="http://schemas.microsoft.com/office/drawing/2014/main"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a16:creationId xmlns:a16="http://schemas.microsoft.com/office/drawing/2014/main"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a16:creationId xmlns:a16="http://schemas.microsoft.com/office/drawing/2014/main"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a16:creationId xmlns:a16="http://schemas.microsoft.com/office/drawing/2014/main"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a16:creationId xmlns:a16="http://schemas.microsoft.com/office/drawing/2014/main"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a16:creationId xmlns:a16="http://schemas.microsoft.com/office/drawing/2014/main"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a16:creationId xmlns:a16="http://schemas.microsoft.com/office/drawing/2014/main"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a16:creationId xmlns:a16="http://schemas.microsoft.com/office/drawing/2014/main"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a16:creationId xmlns:a16="http://schemas.microsoft.com/office/drawing/2014/main"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a16:creationId xmlns:a16="http://schemas.microsoft.com/office/drawing/2014/main"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a16:creationId xmlns:a16="http://schemas.microsoft.com/office/drawing/2014/main"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a16:creationId xmlns:a16="http://schemas.microsoft.com/office/drawing/2014/main"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a16:creationId xmlns:a16="http://schemas.microsoft.com/office/drawing/2014/main"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a16:creationId xmlns:a16="http://schemas.microsoft.com/office/drawing/2014/main"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a16:creationId xmlns:a16="http://schemas.microsoft.com/office/drawing/2014/main"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a16:creationId xmlns:a16="http://schemas.microsoft.com/office/drawing/2014/main"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a16:creationId xmlns:a16="http://schemas.microsoft.com/office/drawing/2014/main"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a16:creationId xmlns:a16="http://schemas.microsoft.com/office/drawing/2014/main"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a16:creationId xmlns:a16="http://schemas.microsoft.com/office/drawing/2014/main"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a16:creationId xmlns:a16="http://schemas.microsoft.com/office/drawing/2014/main"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a16:creationId xmlns:a16="http://schemas.microsoft.com/office/drawing/2014/main"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a16:creationId xmlns:a16="http://schemas.microsoft.com/office/drawing/2014/main"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a16:creationId xmlns:a16="http://schemas.microsoft.com/office/drawing/2014/main"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a16:creationId xmlns:a16="http://schemas.microsoft.com/office/drawing/2014/main"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a16:creationId xmlns:a16="http://schemas.microsoft.com/office/drawing/2014/main"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a16:creationId xmlns:a16="http://schemas.microsoft.com/office/drawing/2014/main"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a16:creationId xmlns:a16="http://schemas.microsoft.com/office/drawing/2014/main"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a16:creationId xmlns:a16="http://schemas.microsoft.com/office/drawing/2014/main"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a16:creationId xmlns:a16="http://schemas.microsoft.com/office/drawing/2014/main"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a16:creationId xmlns:a16="http://schemas.microsoft.com/office/drawing/2014/main"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a16:creationId xmlns:a16="http://schemas.microsoft.com/office/drawing/2014/main"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a16:creationId xmlns:a16="http://schemas.microsoft.com/office/drawing/2014/main"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a16:creationId xmlns:a16="http://schemas.microsoft.com/office/drawing/2014/main"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a16:creationId xmlns:a16="http://schemas.microsoft.com/office/drawing/2014/main"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a16:creationId xmlns:a16="http://schemas.microsoft.com/office/drawing/2014/main"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a16:creationId xmlns:a16="http://schemas.microsoft.com/office/drawing/2014/main"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a16:creationId xmlns:a16="http://schemas.microsoft.com/office/drawing/2014/main"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a16:creationId xmlns:a16="http://schemas.microsoft.com/office/drawing/2014/main"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a16:creationId xmlns:a16="http://schemas.microsoft.com/office/drawing/2014/main"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a16:creationId xmlns:a16="http://schemas.microsoft.com/office/drawing/2014/main"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a16:creationId xmlns:a16="http://schemas.microsoft.com/office/drawing/2014/main"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a16:creationId xmlns:a16="http://schemas.microsoft.com/office/drawing/2014/main"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a16:creationId xmlns:a16="http://schemas.microsoft.com/office/drawing/2014/main"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a16:creationId xmlns:a16="http://schemas.microsoft.com/office/drawing/2014/main"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a16:creationId xmlns:a16="http://schemas.microsoft.com/office/drawing/2014/main"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a16:creationId xmlns:a16="http://schemas.microsoft.com/office/drawing/2014/main"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a16:creationId xmlns:a16="http://schemas.microsoft.com/office/drawing/2014/main"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a16:creationId xmlns:a16="http://schemas.microsoft.com/office/drawing/2014/main"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a16:creationId xmlns:a16="http://schemas.microsoft.com/office/drawing/2014/main"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a16:creationId xmlns:a16="http://schemas.microsoft.com/office/drawing/2014/main"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a16:creationId xmlns:a16="http://schemas.microsoft.com/office/drawing/2014/main"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a16:creationId xmlns:a16="http://schemas.microsoft.com/office/drawing/2014/main"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a16:creationId xmlns:a16="http://schemas.microsoft.com/office/drawing/2014/main"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a16:creationId xmlns:a16="http://schemas.microsoft.com/office/drawing/2014/main"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a16:creationId xmlns:a16="http://schemas.microsoft.com/office/drawing/2014/main"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a16:creationId xmlns:a16="http://schemas.microsoft.com/office/drawing/2014/main"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a16:creationId xmlns:a16="http://schemas.microsoft.com/office/drawing/2014/main"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a16:creationId xmlns:a16="http://schemas.microsoft.com/office/drawing/2014/main"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a16:creationId xmlns:a16="http://schemas.microsoft.com/office/drawing/2014/main"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a16:creationId xmlns:a16="http://schemas.microsoft.com/office/drawing/2014/main"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ask:lineSketchStyleProps xmlns:ask="http://schemas.microsoft.com/office/drawing/2018/sketchyshapes"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ask:type>
                        <ask:lineSketchNone/>
                      </ask:type>
                    </ask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a16:creationId xmlns:a16="http://schemas.microsoft.com/office/drawing/2014/main"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a16:creationId xmlns:a16="http://schemas.microsoft.com/office/drawing/2014/main"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a16:creationId xmlns:a16="http://schemas.microsoft.com/office/drawing/2014/main"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a16:creationId xmlns:a16="http://schemas.microsoft.com/office/drawing/2014/main"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a16:creationId xmlns:a16="http://schemas.microsoft.com/office/drawing/2014/main"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a16:creationId xmlns:a16="http://schemas.microsoft.com/office/drawing/2014/main"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a16:creationId xmlns:a16="http://schemas.microsoft.com/office/drawing/2014/main"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a16:creationId xmlns:a16="http://schemas.microsoft.com/office/drawing/2014/main"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a16:creationId xmlns:a16="http://schemas.microsoft.com/office/drawing/2014/main"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a16:creationId xmlns:a16="http://schemas.microsoft.com/office/drawing/2014/main"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a16:creationId xmlns:a16="http://schemas.microsoft.com/office/drawing/2014/main"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a16:creationId xmlns:a16="http://schemas.microsoft.com/office/drawing/2014/main"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a16:creationId xmlns:a16="http://schemas.microsoft.com/office/drawing/2014/main"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a16:creationId xmlns:a16="http://schemas.microsoft.com/office/drawing/2014/main"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a16:creationId xmlns:a16="http://schemas.microsoft.com/office/drawing/2014/main"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a16:creationId xmlns:a16="http://schemas.microsoft.com/office/drawing/2014/main"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a16:creationId xmlns:a16="http://schemas.microsoft.com/office/drawing/2014/main"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a16:creationId xmlns:a16="http://schemas.microsoft.com/office/drawing/2014/main"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a16:creationId xmlns:a16="http://schemas.microsoft.com/office/drawing/2014/main"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a16:creationId xmlns:a16="http://schemas.microsoft.com/office/drawing/2014/main"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a16:creationId xmlns:a16="http://schemas.microsoft.com/office/drawing/2014/main"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a16:creationId xmlns:a16="http://schemas.microsoft.com/office/drawing/2014/main"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a16:creationId xmlns:a16="http://schemas.microsoft.com/office/drawing/2014/main"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a16:creationId xmlns:a16="http://schemas.microsoft.com/office/drawing/2014/main"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a16:creationId xmlns:a16="http://schemas.microsoft.com/office/drawing/2014/main"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a16:creationId xmlns:a16="http://schemas.microsoft.com/office/drawing/2014/main"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a16:creationId xmlns:a16="http://schemas.microsoft.com/office/drawing/2014/main"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a16:creationId xmlns:a16="http://schemas.microsoft.com/office/drawing/2014/main"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a16:creationId xmlns:a16="http://schemas.microsoft.com/office/drawing/2014/main"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a16:creationId xmlns:a16="http://schemas.microsoft.com/office/drawing/2014/main"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a16:creationId xmlns:a16="http://schemas.microsoft.com/office/drawing/2014/main"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a16:creationId xmlns:a16="http://schemas.microsoft.com/office/drawing/2014/main"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a16:creationId xmlns:a16="http://schemas.microsoft.com/office/drawing/2014/main"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a16:creationId xmlns:a16="http://schemas.microsoft.com/office/drawing/2014/main"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a16:creationId xmlns:a16="http://schemas.microsoft.com/office/drawing/2014/main"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a16:creationId xmlns:a16="http://schemas.microsoft.com/office/drawing/2014/main"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a16:creationId xmlns:a16="http://schemas.microsoft.com/office/drawing/2014/main"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a16:creationId xmlns:a16="http://schemas.microsoft.com/office/drawing/2014/main"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a16:creationId xmlns:a16="http://schemas.microsoft.com/office/drawing/2014/main"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a16:creationId xmlns:a16="http://schemas.microsoft.com/office/drawing/2014/main"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a16:creationId xmlns:a16="http://schemas.microsoft.com/office/drawing/2014/main"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a16:creationId xmlns:a16="http://schemas.microsoft.com/office/drawing/2014/main"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a16:creationId xmlns:a16="http://schemas.microsoft.com/office/drawing/2014/main"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a16:creationId xmlns:a16="http://schemas.microsoft.com/office/drawing/2014/main"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a16:creationId xmlns:a16="http://schemas.microsoft.com/office/drawing/2014/main"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a16:creationId xmlns:a16="http://schemas.microsoft.com/office/drawing/2014/main"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a16:creationId xmlns:a16="http://schemas.microsoft.com/office/drawing/2014/main"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a16:creationId xmlns:a16="http://schemas.microsoft.com/office/drawing/2014/main"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a16:creationId xmlns:a16="http://schemas.microsoft.com/office/drawing/2014/main"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a16:creationId xmlns:a16="http://schemas.microsoft.com/office/drawing/2014/main"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a16:creationId xmlns:a16="http://schemas.microsoft.com/office/drawing/2014/main"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ask:lineSketchStyleProps xmlns:ask="http://schemas.microsoft.com/office/drawing/2018/sketchyshapes"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a16:creationId xmlns:a16="http://schemas.microsoft.com/office/drawing/2014/main"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a16:creationId xmlns:a16="http://schemas.microsoft.com/office/drawing/2014/main"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a16:creationId xmlns:a16="http://schemas.microsoft.com/office/drawing/2014/main"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a16:creationId xmlns:a16="http://schemas.microsoft.com/office/drawing/2014/main"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a16:creationId xmlns:a16="http://schemas.microsoft.com/office/drawing/2014/main"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a16:creationId xmlns:a16="http://schemas.microsoft.com/office/drawing/2014/main"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a16:creationId xmlns:a16="http://schemas.microsoft.com/office/drawing/2014/main"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a16:creationId xmlns:a16="http://schemas.microsoft.com/office/drawing/2014/main"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a16:creationId xmlns:a16="http://schemas.microsoft.com/office/drawing/2014/main"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a16:creationId xmlns:a16="http://schemas.microsoft.com/office/drawing/2014/main"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a16:creationId xmlns:a16="http://schemas.microsoft.com/office/drawing/2014/main"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a16:creationId xmlns:a16="http://schemas.microsoft.com/office/drawing/2014/main"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a16:creationId xmlns:a16="http://schemas.microsoft.com/office/drawing/2014/main"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p14:creationId xmlns:p14="http://schemas.microsoft.com/office/powerpoint/2010/main" val="410233021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a16:creationId xmlns:a16="http://schemas.microsoft.com/office/drawing/2014/main"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a16:creationId xmlns:a16="http://schemas.microsoft.com/office/drawing/2014/main"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a16:creationId xmlns:a16="http://schemas.microsoft.com/office/drawing/2014/main"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a16:creationId xmlns:a16="http://schemas.microsoft.com/office/drawing/2014/main"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a16:creationId xmlns:a16="http://schemas.microsoft.com/office/drawing/2014/main"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a16:creationId xmlns:a16="http://schemas.microsoft.com/office/drawing/2014/main"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a16:creationId xmlns:a16="http://schemas.microsoft.com/office/drawing/2014/main"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a16:creationId xmlns:a16="http://schemas.microsoft.com/office/drawing/2014/main"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a16:creationId xmlns:a16="http://schemas.microsoft.com/office/drawing/2014/main"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a16:creationId xmlns:a16="http://schemas.microsoft.com/office/drawing/2014/main"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a16:creationId xmlns:a16="http://schemas.microsoft.com/office/drawing/2014/main"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a16:creationId xmlns:a16="http://schemas.microsoft.com/office/drawing/2014/main"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a16:creationId xmlns:a16="http://schemas.microsoft.com/office/drawing/2014/main"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a16:creationId xmlns:a16="http://schemas.microsoft.com/office/drawing/2014/main"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a16:creationId xmlns:a16="http://schemas.microsoft.com/office/drawing/2014/main"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a16:creationId xmlns:a16="http://schemas.microsoft.com/office/drawing/2014/main"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a16:creationId xmlns:a16="http://schemas.microsoft.com/office/drawing/2014/main"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a16:creationId xmlns:a16="http://schemas.microsoft.com/office/drawing/2014/main"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a16:creationId xmlns:a16="http://schemas.microsoft.com/office/drawing/2014/main"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a16:creationId xmlns:a16="http://schemas.microsoft.com/office/drawing/2014/main"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a16:creationId xmlns:a16="http://schemas.microsoft.com/office/drawing/2014/main"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a16:creationId xmlns:a16="http://schemas.microsoft.com/office/drawing/2014/main"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a16:creationId xmlns:a16="http://schemas.microsoft.com/office/drawing/2014/main"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a16:creationId xmlns:a16="http://schemas.microsoft.com/office/drawing/2014/main"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a16:creationId xmlns:a16="http://schemas.microsoft.com/office/drawing/2014/main"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a16:creationId xmlns:a16="http://schemas.microsoft.com/office/drawing/2014/main"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a16:creationId xmlns:a16="http://schemas.microsoft.com/office/drawing/2014/main"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saturation sat="3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a16:creationId xmlns:a16="http://schemas.microsoft.com/office/drawing/2014/main"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a16:creationId xmlns:a16="http://schemas.microsoft.com/office/drawing/2014/main"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49582773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a16:creationId xmlns:a16="http://schemas.microsoft.com/office/drawing/2014/main"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a16:creationId xmlns:a16="http://schemas.microsoft.com/office/drawing/2014/main"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a16:creationId xmlns:a16="http://schemas.microsoft.com/office/drawing/2014/main"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a16:creationId xmlns:a16="http://schemas.microsoft.com/office/drawing/2014/main"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a16:creationId xmlns:a16="http://schemas.microsoft.com/office/drawing/2014/main"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a16:creationId xmlns:a16="http://schemas.microsoft.com/office/drawing/2014/main"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a16:creationId xmlns:a16="http://schemas.microsoft.com/office/drawing/2014/main"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a16:creationId xmlns:a16="http://schemas.microsoft.com/office/drawing/2014/main"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a16:creationId xmlns:a16="http://schemas.microsoft.com/office/drawing/2014/main"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a16:creationId xmlns:a16="http://schemas.microsoft.com/office/drawing/2014/main"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a16:creationId xmlns:a16="http://schemas.microsoft.com/office/drawing/2014/main"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a16:creationId xmlns:a16="http://schemas.microsoft.com/office/drawing/2014/main"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a16:creationId xmlns:a16="http://schemas.microsoft.com/office/drawing/2014/main"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a16:creationId xmlns:a16="http://schemas.microsoft.com/office/drawing/2014/main"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a16:creationId xmlns:a16="http://schemas.microsoft.com/office/drawing/2014/main"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a16:creationId xmlns:a16="http://schemas.microsoft.com/office/drawing/2014/main"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a16:creationId xmlns:a16="http://schemas.microsoft.com/office/drawing/2014/main"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a16:creationId xmlns:a16="http://schemas.microsoft.com/office/drawing/2014/main"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a16:creationId xmlns:a16="http://schemas.microsoft.com/office/drawing/2014/main"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a16:creationId xmlns:a16="http://schemas.microsoft.com/office/drawing/2014/main"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a16:creationId xmlns:a16="http://schemas.microsoft.com/office/drawing/2014/main"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a16:creationId xmlns:a16="http://schemas.microsoft.com/office/drawing/2014/main"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a16:creationId xmlns:a16="http://schemas.microsoft.com/office/drawing/2014/main"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a16:creationId xmlns:a16="http://schemas.microsoft.com/office/drawing/2014/main"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a16:creationId xmlns:a16="http://schemas.microsoft.com/office/drawing/2014/main"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a16:creationId xmlns:a16="http://schemas.microsoft.com/office/drawing/2014/main"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a16:creationId xmlns:a16="http://schemas.microsoft.com/office/drawing/2014/main"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a16:creationId xmlns:a16="http://schemas.microsoft.com/office/drawing/2014/main"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a16:creationId xmlns:a16="http://schemas.microsoft.com/office/drawing/2014/main"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a16:creationId xmlns:a16="http://schemas.microsoft.com/office/drawing/2014/main"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a16:creationId xmlns:a16="http://schemas.microsoft.com/office/drawing/2014/main"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a16:creationId xmlns:a16="http://schemas.microsoft.com/office/drawing/2014/main"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a16:creationId xmlns:a16="http://schemas.microsoft.com/office/drawing/2014/main"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a16:creationId xmlns:a16="http://schemas.microsoft.com/office/drawing/2014/main"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a16:creationId xmlns:a16="http://schemas.microsoft.com/office/drawing/2014/main"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a16:creationId xmlns:a16="http://schemas.microsoft.com/office/drawing/2014/main"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a16:creationId xmlns:a16="http://schemas.microsoft.com/office/drawing/2014/main"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a16:creationId xmlns:a16="http://schemas.microsoft.com/office/drawing/2014/main"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a16:creationId xmlns:a16="http://schemas.microsoft.com/office/drawing/2014/main"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a16:creationId xmlns:a16="http://schemas.microsoft.com/office/drawing/2014/main"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a16:creationId xmlns:a16="http://schemas.microsoft.com/office/drawing/2014/main"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a16:creationId xmlns:a16="http://schemas.microsoft.com/office/drawing/2014/main"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a16:creationId xmlns:a16="http://schemas.microsoft.com/office/drawing/2014/main"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a16:creationId xmlns:a16="http://schemas.microsoft.com/office/drawing/2014/main"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a16:creationId xmlns:a16="http://schemas.microsoft.com/office/drawing/2014/main"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a16:creationId xmlns:a16="http://schemas.microsoft.com/office/drawing/2014/main"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a16:creationId xmlns:a16="http://schemas.microsoft.com/office/drawing/2014/main"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a16:creationId xmlns:a16="http://schemas.microsoft.com/office/drawing/2014/main"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a16:creationId xmlns:a16="http://schemas.microsoft.com/office/drawing/2014/main"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a16:creationId xmlns:a16="http://schemas.microsoft.com/office/drawing/2014/main"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a16:creationId xmlns:a16="http://schemas.microsoft.com/office/drawing/2014/main"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a16:creationId xmlns:a16="http://schemas.microsoft.com/office/drawing/2014/main"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a16:creationId xmlns:a16="http://schemas.microsoft.com/office/drawing/2014/main"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a16:creationId xmlns:a16="http://schemas.microsoft.com/office/drawing/2014/main"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a16:creationId xmlns:a16="http://schemas.microsoft.com/office/drawing/2014/main"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a16:creationId xmlns:a16="http://schemas.microsoft.com/office/drawing/2014/main"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a16:creationId xmlns:a16="http://schemas.microsoft.com/office/drawing/2014/main"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a16:creationId xmlns:a16="http://schemas.microsoft.com/office/drawing/2014/main"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a16:creationId xmlns:a16="http://schemas.microsoft.com/office/drawing/2014/main"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a16:creationId xmlns:a16="http://schemas.microsoft.com/office/drawing/2014/main"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a16:creationId xmlns:a16="http://schemas.microsoft.com/office/drawing/2014/main"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a16:creationId xmlns:a16="http://schemas.microsoft.com/office/drawing/2014/main"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a16:creationId xmlns:a16="http://schemas.microsoft.com/office/drawing/2014/main"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a16:creationId xmlns:a16="http://schemas.microsoft.com/office/drawing/2014/main"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a16:creationId xmlns:a16="http://schemas.microsoft.com/office/drawing/2014/main"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a16:creationId xmlns:a16="http://schemas.microsoft.com/office/drawing/2014/main"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a16:creationId xmlns:a16="http://schemas.microsoft.com/office/drawing/2014/main"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a16:creationId xmlns:a16="http://schemas.microsoft.com/office/drawing/2014/main"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a16:creationId xmlns:a16="http://schemas.microsoft.com/office/drawing/2014/main"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a16:creationId xmlns:a16="http://schemas.microsoft.com/office/drawing/2014/main"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a16:creationId xmlns:a16="http://schemas.microsoft.com/office/drawing/2014/main"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a16:creationId xmlns:a16="http://schemas.microsoft.com/office/drawing/2014/main"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a16:creationId xmlns:a16="http://schemas.microsoft.com/office/drawing/2014/main"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a16:creationId xmlns:a16="http://schemas.microsoft.com/office/drawing/2014/main"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a16:creationId xmlns:a16="http://schemas.microsoft.com/office/drawing/2014/main"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a16:creationId xmlns:a16="http://schemas.microsoft.com/office/drawing/2014/main"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a16:creationId xmlns:a16="http://schemas.microsoft.com/office/drawing/2014/main"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a16:creationId xmlns:a16="http://schemas.microsoft.com/office/drawing/2014/main"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a16:creationId xmlns:a16="http://schemas.microsoft.com/office/drawing/2014/main"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a16:creationId xmlns:a16="http://schemas.microsoft.com/office/drawing/2014/main"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a16:creationId xmlns:a16="http://schemas.microsoft.com/office/drawing/2014/main"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a16:creationId xmlns:a16="http://schemas.microsoft.com/office/drawing/2014/main"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a16:creationId xmlns:a16="http://schemas.microsoft.com/office/drawing/2014/main"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a16:creationId xmlns:a16="http://schemas.microsoft.com/office/drawing/2014/main"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a16:creationId xmlns:a16="http://schemas.microsoft.com/office/drawing/2014/main"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a16:creationId xmlns:a16="http://schemas.microsoft.com/office/drawing/2014/main"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a16:creationId xmlns:a16="http://schemas.microsoft.com/office/drawing/2014/main"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a16:creationId xmlns:a16="http://schemas.microsoft.com/office/drawing/2014/main"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a16:creationId xmlns:a16="http://schemas.microsoft.com/office/drawing/2014/main"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a16:creationId xmlns:a16="http://schemas.microsoft.com/office/drawing/2014/main"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a16:creationId xmlns:a16="http://schemas.microsoft.com/office/drawing/2014/main"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a16:creationId xmlns:a16="http://schemas.microsoft.com/office/drawing/2014/main"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a16:creationId xmlns:a16="http://schemas.microsoft.com/office/drawing/2014/main"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a16:creationId xmlns:a16="http://schemas.microsoft.com/office/drawing/2014/main"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a16:creationId xmlns:a16="http://schemas.microsoft.com/office/drawing/2014/main"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a16:creationId xmlns:a16="http://schemas.microsoft.com/office/drawing/2014/main"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a16:creationId xmlns:a16="http://schemas.microsoft.com/office/drawing/2014/main"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a16:creationId xmlns:a16="http://schemas.microsoft.com/office/drawing/2014/main"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a16:creationId xmlns:a16="http://schemas.microsoft.com/office/drawing/2014/main"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a16:creationId xmlns:a16="http://schemas.microsoft.com/office/drawing/2014/main"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a16:creationId xmlns:a16="http://schemas.microsoft.com/office/drawing/2014/main"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a16:creationId xmlns:a16="http://schemas.microsoft.com/office/drawing/2014/main"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a16:creationId xmlns:a16="http://schemas.microsoft.com/office/drawing/2014/main"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a16:creationId xmlns:a16="http://schemas.microsoft.com/office/drawing/2014/main"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a16:creationId xmlns:a16="http://schemas.microsoft.com/office/drawing/2014/main"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a16:creationId xmlns:a16="http://schemas.microsoft.com/office/drawing/2014/main"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a16:creationId xmlns:a16="http://schemas.microsoft.com/office/drawing/2014/main"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a16:creationId xmlns:a16="http://schemas.microsoft.com/office/drawing/2014/main"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a16:creationId xmlns:a16="http://schemas.microsoft.com/office/drawing/2014/main"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a16:creationId xmlns:a16="http://schemas.microsoft.com/office/drawing/2014/main"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a16:creationId xmlns:a16="http://schemas.microsoft.com/office/drawing/2014/main"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a16:creationId xmlns:a16="http://schemas.microsoft.com/office/drawing/2014/main"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a16:creationId xmlns:a16="http://schemas.microsoft.com/office/drawing/2014/main"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a16:creationId xmlns:a16="http://schemas.microsoft.com/office/drawing/2014/main"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a16:creationId xmlns:a16="http://schemas.microsoft.com/office/drawing/2014/main"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a16:creationId xmlns:a16="http://schemas.microsoft.com/office/drawing/2014/main"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a16:creationId xmlns:a16="http://schemas.microsoft.com/office/drawing/2014/main"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a16:creationId xmlns:a16="http://schemas.microsoft.com/office/drawing/2014/main"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a16:creationId xmlns:a16="http://schemas.microsoft.com/office/drawing/2014/main"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a16:creationId xmlns:a16="http://schemas.microsoft.com/office/drawing/2014/main"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a16:creationId xmlns:a16="http://schemas.microsoft.com/office/drawing/2014/main"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a16:creationId xmlns:a16="http://schemas.microsoft.com/office/drawing/2014/main"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a16:creationId xmlns:a16="http://schemas.microsoft.com/office/drawing/2014/main"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a16:creationId xmlns:a16="http://schemas.microsoft.com/office/drawing/2014/main"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a16:creationId xmlns:a16="http://schemas.microsoft.com/office/drawing/2014/main"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a16:creationId xmlns:a16="http://schemas.microsoft.com/office/drawing/2014/main"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a16:creationId xmlns:a16="http://schemas.microsoft.com/office/drawing/2014/main"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a16:creationId xmlns:a16="http://schemas.microsoft.com/office/drawing/2014/main"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a16:creationId xmlns:a16="http://schemas.microsoft.com/office/drawing/2014/main"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a16:creationId xmlns:a16="http://schemas.microsoft.com/office/drawing/2014/main"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a16:creationId xmlns:a16="http://schemas.microsoft.com/office/drawing/2014/main"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a16:creationId xmlns:a16="http://schemas.microsoft.com/office/drawing/2014/main"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a16:creationId xmlns:a16="http://schemas.microsoft.com/office/drawing/2014/main"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a16:creationId xmlns:a16="http://schemas.microsoft.com/office/drawing/2014/main"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a16:creationId xmlns:a16="http://schemas.microsoft.com/office/drawing/2014/main"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a16:creationId xmlns:a16="http://schemas.microsoft.com/office/drawing/2014/main"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a16:creationId xmlns:a16="http://schemas.microsoft.com/office/drawing/2014/main"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a16:creationId xmlns:a16="http://schemas.microsoft.com/office/drawing/2014/main"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a16:creationId xmlns:a16="http://schemas.microsoft.com/office/drawing/2014/main"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a16:creationId xmlns:a16="http://schemas.microsoft.com/office/drawing/2014/main"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a16:creationId xmlns:a16="http://schemas.microsoft.com/office/drawing/2014/main"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a16:creationId xmlns:a16="http://schemas.microsoft.com/office/drawing/2014/main"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a16:creationId xmlns:a16="http://schemas.microsoft.com/office/drawing/2014/main"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a16:creationId xmlns:a16="http://schemas.microsoft.com/office/drawing/2014/main"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a16:creationId xmlns:a16="http://schemas.microsoft.com/office/drawing/2014/main"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a16:creationId xmlns:a16="http://schemas.microsoft.com/office/drawing/2014/main"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a16:creationId xmlns:a16="http://schemas.microsoft.com/office/drawing/2014/main"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a16:creationId xmlns:a16="http://schemas.microsoft.com/office/drawing/2014/main"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a16:creationId xmlns:a16="http://schemas.microsoft.com/office/drawing/2014/main"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a16:creationId xmlns:a16="http://schemas.microsoft.com/office/drawing/2014/main"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a16:creationId xmlns:a16="http://schemas.microsoft.com/office/drawing/2014/main"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a16:creationId xmlns:a16="http://schemas.microsoft.com/office/drawing/2014/main"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a16:creationId xmlns:a16="http://schemas.microsoft.com/office/drawing/2014/main"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a16:creationId xmlns:a16="http://schemas.microsoft.com/office/drawing/2014/main"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a16:creationId xmlns:a16="http://schemas.microsoft.com/office/drawing/2014/main"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a16:creationId xmlns:a16="http://schemas.microsoft.com/office/drawing/2014/main"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a16:creationId xmlns:a16="http://schemas.microsoft.com/office/drawing/2014/main"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a16:creationId xmlns:a16="http://schemas.microsoft.com/office/drawing/2014/main"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a16:creationId xmlns:a16="http://schemas.microsoft.com/office/drawing/2014/main"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a16:creationId xmlns:a16="http://schemas.microsoft.com/office/drawing/2014/main"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a16:creationId xmlns:a16="http://schemas.microsoft.com/office/drawing/2014/main"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a16:creationId xmlns:a16="http://schemas.microsoft.com/office/drawing/2014/main"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a16:creationId xmlns:a16="http://schemas.microsoft.com/office/drawing/2014/main"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a16:creationId xmlns:a16="http://schemas.microsoft.com/office/drawing/2014/main"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a16:creationId xmlns:a16="http://schemas.microsoft.com/office/drawing/2014/main"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a16:creationId xmlns:a16="http://schemas.microsoft.com/office/drawing/2014/main"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a16:creationId xmlns:a16="http://schemas.microsoft.com/office/drawing/2014/main"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a16:creationId xmlns:a16="http://schemas.microsoft.com/office/drawing/2014/main"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a16:creationId xmlns:a16="http://schemas.microsoft.com/office/drawing/2014/main"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a16:creationId xmlns:a16="http://schemas.microsoft.com/office/drawing/2014/main"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a16:creationId xmlns:a16="http://schemas.microsoft.com/office/drawing/2014/main"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a16:creationId xmlns:a16="http://schemas.microsoft.com/office/drawing/2014/main"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a16:creationId xmlns:a16="http://schemas.microsoft.com/office/drawing/2014/main"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a16:creationId xmlns:a16="http://schemas.microsoft.com/office/drawing/2014/main"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a16:creationId xmlns:a16="http://schemas.microsoft.com/office/drawing/2014/main"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a16:creationId xmlns:a16="http://schemas.microsoft.com/office/drawing/2014/main"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a16:creationId xmlns:a16="http://schemas.microsoft.com/office/drawing/2014/main"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a16:creationId xmlns:a16="http://schemas.microsoft.com/office/drawing/2014/main"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a16:creationId xmlns:a16="http://schemas.microsoft.com/office/drawing/2014/main"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a16:creationId xmlns:a16="http://schemas.microsoft.com/office/drawing/2014/main"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a16:creationId xmlns:a16="http://schemas.microsoft.com/office/drawing/2014/main"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a16:creationId xmlns:a16="http://schemas.microsoft.com/office/drawing/2014/main"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a16:creationId xmlns:a16="http://schemas.microsoft.com/office/drawing/2014/main"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a16:creationId xmlns:a16="http://schemas.microsoft.com/office/drawing/2014/main"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a16:creationId xmlns:a16="http://schemas.microsoft.com/office/drawing/2014/main"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a16:creationId xmlns:a16="http://schemas.microsoft.com/office/drawing/2014/main"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a16:creationId xmlns:a16="http://schemas.microsoft.com/office/drawing/2014/main"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a16:creationId xmlns:a16="http://schemas.microsoft.com/office/drawing/2014/main"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a16:creationId xmlns:a16="http://schemas.microsoft.com/office/drawing/2014/main"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a16:creationId xmlns:a16="http://schemas.microsoft.com/office/drawing/2014/main"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a16:creationId xmlns:a16="http://schemas.microsoft.com/office/drawing/2014/main"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a16:creationId xmlns:a16="http://schemas.microsoft.com/office/drawing/2014/main"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a16:creationId xmlns:a16="http://schemas.microsoft.com/office/drawing/2014/main"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a16:creationId xmlns:a16="http://schemas.microsoft.com/office/drawing/2014/main"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a16:creationId xmlns:a16="http://schemas.microsoft.com/office/drawing/2014/main"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a16:creationId xmlns:a16="http://schemas.microsoft.com/office/drawing/2014/main"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a16:creationId xmlns:a16="http://schemas.microsoft.com/office/drawing/2014/main"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a16:creationId xmlns:a16="http://schemas.microsoft.com/office/drawing/2014/main"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a16:creationId xmlns:a16="http://schemas.microsoft.com/office/drawing/2014/main"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a16:creationId xmlns:a16="http://schemas.microsoft.com/office/drawing/2014/main"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a16:creationId xmlns:a16="http://schemas.microsoft.com/office/drawing/2014/main"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a16:creationId xmlns:a16="http://schemas.microsoft.com/office/drawing/2014/main"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a16:creationId xmlns:a16="http://schemas.microsoft.com/office/drawing/2014/main"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a16:creationId xmlns:a16="http://schemas.microsoft.com/office/drawing/2014/main"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a16:creationId xmlns:a16="http://schemas.microsoft.com/office/drawing/2014/main"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a16:creationId xmlns:a16="http://schemas.microsoft.com/office/drawing/2014/main"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a16:creationId xmlns:a16="http://schemas.microsoft.com/office/drawing/2014/main"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a16:creationId xmlns:a16="http://schemas.microsoft.com/office/drawing/2014/main"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a16:creationId xmlns:a16="http://schemas.microsoft.com/office/drawing/2014/main"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a16:creationId xmlns:a16="http://schemas.microsoft.com/office/drawing/2014/main"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a16:creationId xmlns:a16="http://schemas.microsoft.com/office/drawing/2014/main"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a16:creationId xmlns:a16="http://schemas.microsoft.com/office/drawing/2014/main"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a16:creationId xmlns:a16="http://schemas.microsoft.com/office/drawing/2014/main"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a16:creationId xmlns:a16="http://schemas.microsoft.com/office/drawing/2014/main"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a16:creationId xmlns:a16="http://schemas.microsoft.com/office/drawing/2014/main"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a16:creationId xmlns:a16="http://schemas.microsoft.com/office/drawing/2014/main"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a16:creationId xmlns:a16="http://schemas.microsoft.com/office/drawing/2014/main"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a16:creationId xmlns:a16="http://schemas.microsoft.com/office/drawing/2014/main"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a16:creationId xmlns:a16="http://schemas.microsoft.com/office/drawing/2014/main"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a16:creationId xmlns:a16="http://schemas.microsoft.com/office/drawing/2014/main"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a16:creationId xmlns:a16="http://schemas.microsoft.com/office/drawing/2014/main"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a16:creationId xmlns:a16="http://schemas.microsoft.com/office/drawing/2014/main"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a16:creationId xmlns:a16="http://schemas.microsoft.com/office/drawing/2014/main"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a16:creationId xmlns:a16="http://schemas.microsoft.com/office/drawing/2014/main"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a16:creationId xmlns:a16="http://schemas.microsoft.com/office/drawing/2014/main"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a16:creationId xmlns:a16="http://schemas.microsoft.com/office/drawing/2014/main"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a16:creationId xmlns:a16="http://schemas.microsoft.com/office/drawing/2014/main"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a16:creationId xmlns:a16="http://schemas.microsoft.com/office/drawing/2014/main"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a16:creationId xmlns:a16="http://schemas.microsoft.com/office/drawing/2014/main"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a16:creationId xmlns:a16="http://schemas.microsoft.com/office/drawing/2014/main"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a16:creationId xmlns:a16="http://schemas.microsoft.com/office/drawing/2014/main"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a16:creationId xmlns:a16="http://schemas.microsoft.com/office/drawing/2014/main"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a16:creationId xmlns:a16="http://schemas.microsoft.com/office/drawing/2014/main"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a16:creationId xmlns:a16="http://schemas.microsoft.com/office/drawing/2014/main"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a16:creationId xmlns:a16="http://schemas.microsoft.com/office/drawing/2014/main"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a16:creationId xmlns:a16="http://schemas.microsoft.com/office/drawing/2014/main"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a16:creationId xmlns:a16="http://schemas.microsoft.com/office/drawing/2014/main"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a16:creationId xmlns:a16="http://schemas.microsoft.com/office/drawing/2014/main"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a16:creationId xmlns:a16="http://schemas.microsoft.com/office/drawing/2014/main"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a16:creationId xmlns:a16="http://schemas.microsoft.com/office/drawing/2014/main"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a16:creationId xmlns:a16="http://schemas.microsoft.com/office/drawing/2014/main"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a16:creationId xmlns:a16="http://schemas.microsoft.com/office/drawing/2014/main"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a16:creationId xmlns:a16="http://schemas.microsoft.com/office/drawing/2014/main"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a16:creationId xmlns:a16="http://schemas.microsoft.com/office/drawing/2014/main"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a16:creationId xmlns:a16="http://schemas.microsoft.com/office/drawing/2014/main"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a16:creationId xmlns:a16="http://schemas.microsoft.com/office/drawing/2014/main"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a16:creationId xmlns:a16="http://schemas.microsoft.com/office/drawing/2014/main"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a16:creationId xmlns:a16="http://schemas.microsoft.com/office/drawing/2014/main"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a16:creationId xmlns:a16="http://schemas.microsoft.com/office/drawing/2014/main"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a16:creationId xmlns:a16="http://schemas.microsoft.com/office/drawing/2014/main"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a16:creationId xmlns:a16="http://schemas.microsoft.com/office/drawing/2014/main"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848472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a16:creationId xmlns:a16="http://schemas.microsoft.com/office/drawing/2014/main"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a16:creationId xmlns:a16="http://schemas.microsoft.com/office/drawing/2014/main"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a16:creationId xmlns:a16="http://schemas.microsoft.com/office/drawing/2014/main"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a16:creationId xmlns:a16="http://schemas.microsoft.com/office/drawing/2014/main"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a16:creationId xmlns:a16="http://schemas.microsoft.com/office/drawing/2014/main"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a16:creationId xmlns:a16="http://schemas.microsoft.com/office/drawing/2014/main"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a16:creationId xmlns:a16="http://schemas.microsoft.com/office/drawing/2014/main"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a16:creationId xmlns:a16="http://schemas.microsoft.com/office/drawing/2014/main"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a16:creationId xmlns:a16="http://schemas.microsoft.com/office/drawing/2014/main"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a16:creationId xmlns:a16="http://schemas.microsoft.com/office/drawing/2014/main"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a16:creationId xmlns:a16="http://schemas.microsoft.com/office/drawing/2014/main"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a16:creationId xmlns:a16="http://schemas.microsoft.com/office/drawing/2014/main"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a16:creationId xmlns:a16="http://schemas.microsoft.com/office/drawing/2014/main"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a16:creationId xmlns:a16="http://schemas.microsoft.com/office/drawing/2014/main"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a16:creationId xmlns:a16="http://schemas.microsoft.com/office/drawing/2014/main"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a16:creationId xmlns:a16="http://schemas.microsoft.com/office/drawing/2014/main"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a16:creationId xmlns:a16="http://schemas.microsoft.com/office/drawing/2014/main"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a16:creationId xmlns:a16="http://schemas.microsoft.com/office/drawing/2014/main"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2177202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a16:creationId xmlns:a16="http://schemas.microsoft.com/office/drawing/2014/main"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a16:creationId xmlns:a16="http://schemas.microsoft.com/office/drawing/2014/main"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a16:creationId xmlns:a16="http://schemas.microsoft.com/office/drawing/2014/main"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a16:creationId xmlns:a16="http://schemas.microsoft.com/office/drawing/2014/main"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a16:creationId xmlns:a16="http://schemas.microsoft.com/office/drawing/2014/main"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a16:creationId xmlns:a16="http://schemas.microsoft.com/office/drawing/2014/main"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a16:creationId xmlns:a16="http://schemas.microsoft.com/office/drawing/2014/main"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a16:creationId xmlns:a16="http://schemas.microsoft.com/office/drawing/2014/main"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a16:creationId xmlns:a16="http://schemas.microsoft.com/office/drawing/2014/main"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a16:creationId xmlns:a16="http://schemas.microsoft.com/office/drawing/2014/main"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a16:creationId xmlns:a16="http://schemas.microsoft.com/office/drawing/2014/main"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a16:creationId xmlns:a16="http://schemas.microsoft.com/office/drawing/2014/main"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a16:creationId xmlns:a16="http://schemas.microsoft.com/office/drawing/2014/main"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a16:creationId xmlns:a16="http://schemas.microsoft.com/office/drawing/2014/main"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a16:creationId xmlns:a16="http://schemas.microsoft.com/office/drawing/2014/main"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886735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a16:creationId xmlns:a16="http://schemas.microsoft.com/office/drawing/2014/main"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a16:creationId xmlns:a16="http://schemas.microsoft.com/office/drawing/2014/main"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a16:creationId xmlns:a16="http://schemas.microsoft.com/office/drawing/2014/main"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a16:creationId xmlns:a16="http://schemas.microsoft.com/office/drawing/2014/main"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a16:creationId xmlns:a16="http://schemas.microsoft.com/office/drawing/2014/main"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a16:creationId xmlns:a16="http://schemas.microsoft.com/office/drawing/2014/main"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a16:creationId xmlns:a16="http://schemas.microsoft.com/office/drawing/2014/main"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a16:creationId xmlns:a16="http://schemas.microsoft.com/office/drawing/2014/main"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a16:creationId xmlns:a16="http://schemas.microsoft.com/office/drawing/2014/main"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a16:creationId xmlns:a16="http://schemas.microsoft.com/office/drawing/2014/main"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a16:creationId xmlns:a16="http://schemas.microsoft.com/office/drawing/2014/main"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a16:creationId xmlns:a16="http://schemas.microsoft.com/office/drawing/2014/main"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a16:creationId xmlns:a16="http://schemas.microsoft.com/office/drawing/2014/main"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a16:creationId xmlns:a16="http://schemas.microsoft.com/office/drawing/2014/main"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a16:creationId xmlns:a16="http://schemas.microsoft.com/office/drawing/2014/main"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a16:creationId xmlns:a16="http://schemas.microsoft.com/office/drawing/2014/main"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a16:creationId xmlns:a16="http://schemas.microsoft.com/office/drawing/2014/main"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a16:creationId xmlns:a16="http://schemas.microsoft.com/office/drawing/2014/main"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35513557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a16:creationId xmlns:a16="http://schemas.microsoft.com/office/drawing/2014/main"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a16:creationId xmlns:a16="http://schemas.microsoft.com/office/drawing/2014/main"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a16:creationId xmlns:a16="http://schemas.microsoft.com/office/drawing/2014/main"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a16:creationId xmlns:a16="http://schemas.microsoft.com/office/drawing/2014/main"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a16:creationId xmlns:a16="http://schemas.microsoft.com/office/drawing/2014/main"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a16:creationId xmlns:a16="http://schemas.microsoft.com/office/drawing/2014/main"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a16:creationId xmlns:a16="http://schemas.microsoft.com/office/drawing/2014/main"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a16:creationId xmlns:a16="http://schemas.microsoft.com/office/drawing/2014/main"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a16:creationId xmlns:a16="http://schemas.microsoft.com/office/drawing/2014/main"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a16:creationId xmlns:a16="http://schemas.microsoft.com/office/drawing/2014/main"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a16:creationId xmlns:a16="http://schemas.microsoft.com/office/drawing/2014/main"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a16:creationId xmlns:a16="http://schemas.microsoft.com/office/drawing/2014/main"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a16:creationId xmlns:a16="http://schemas.microsoft.com/office/drawing/2014/main"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a16:creationId xmlns:a16="http://schemas.microsoft.com/office/drawing/2014/main"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a16:creationId xmlns:a16="http://schemas.microsoft.com/office/drawing/2014/main"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a16:creationId xmlns:a16="http://schemas.microsoft.com/office/drawing/2014/main"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a16:creationId xmlns:a16="http://schemas.microsoft.com/office/drawing/2014/main"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a16:creationId xmlns:a16="http://schemas.microsoft.com/office/drawing/2014/main"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a16:creationId xmlns:a16="http://schemas.microsoft.com/office/drawing/2014/main"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a16:creationId xmlns:a16="http://schemas.microsoft.com/office/drawing/2014/main"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a16:creationId xmlns:a16="http://schemas.microsoft.com/office/drawing/2014/main"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a16:creationId xmlns:a16="http://schemas.microsoft.com/office/drawing/2014/main"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a16:creationId xmlns:a16="http://schemas.microsoft.com/office/drawing/2014/main"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a16:creationId xmlns:a16="http://schemas.microsoft.com/office/drawing/2014/main"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a16:creationId xmlns:a16="http://schemas.microsoft.com/office/drawing/2014/main"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a16:creationId xmlns:a16="http://schemas.microsoft.com/office/drawing/2014/main"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a16:creationId xmlns:a16="http://schemas.microsoft.com/office/drawing/2014/main"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a16:creationId xmlns:a16="http://schemas.microsoft.com/office/drawing/2014/main"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a16:creationId xmlns:a16="http://schemas.microsoft.com/office/drawing/2014/main"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a16:creationId xmlns:a16="http://schemas.microsoft.com/office/drawing/2014/main"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a16:creationId xmlns:a16="http://schemas.microsoft.com/office/drawing/2014/main"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a16:creationId xmlns:a16="http://schemas.microsoft.com/office/drawing/2014/main"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a16:creationId xmlns:a16="http://schemas.microsoft.com/office/drawing/2014/main"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a16:creationId xmlns:a16="http://schemas.microsoft.com/office/drawing/2014/main"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a16:creationId xmlns:a16="http://schemas.microsoft.com/office/drawing/2014/main"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a16:creationId xmlns:a16="http://schemas.microsoft.com/office/drawing/2014/main"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a16:creationId xmlns:a16="http://schemas.microsoft.com/office/drawing/2014/main"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a16:creationId xmlns:a16="http://schemas.microsoft.com/office/drawing/2014/main"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a16:creationId xmlns:a16="http://schemas.microsoft.com/office/drawing/2014/main"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a16:creationId xmlns:a16="http://schemas.microsoft.com/office/drawing/2014/main"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a16:creationId xmlns:a16="http://schemas.microsoft.com/office/drawing/2014/main"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a16:creationId xmlns:a16="http://schemas.microsoft.com/office/drawing/2014/main"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a16:creationId xmlns:a16="http://schemas.microsoft.com/office/drawing/2014/main"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a16:creationId xmlns:a16="http://schemas.microsoft.com/office/drawing/2014/main"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a16:creationId xmlns:a16="http://schemas.microsoft.com/office/drawing/2014/main"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a16:creationId xmlns:a16="http://schemas.microsoft.com/office/drawing/2014/main"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a16:creationId xmlns:a16="http://schemas.microsoft.com/office/drawing/2014/main"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a16:creationId xmlns:a16="http://schemas.microsoft.com/office/drawing/2014/main"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a16:creationId xmlns:a16="http://schemas.microsoft.com/office/drawing/2014/main"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a16:creationId xmlns:a16="http://schemas.microsoft.com/office/drawing/2014/main"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a16:creationId xmlns:a16="http://schemas.microsoft.com/office/drawing/2014/main"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a16:creationId xmlns:a16="http://schemas.microsoft.com/office/drawing/2014/main"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a16:creationId xmlns:a16="http://schemas.microsoft.com/office/drawing/2014/main"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a16:creationId xmlns:a16="http://schemas.microsoft.com/office/drawing/2014/main"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a16:creationId xmlns:a16="http://schemas.microsoft.com/office/drawing/2014/main"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a16:creationId xmlns:a16="http://schemas.microsoft.com/office/drawing/2014/main"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a16:creationId xmlns:a16="http://schemas.microsoft.com/office/drawing/2014/main"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a16:creationId xmlns:a16="http://schemas.microsoft.com/office/drawing/2014/main"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a16:creationId xmlns:a16="http://schemas.microsoft.com/office/drawing/2014/main"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a16:creationId xmlns:a16="http://schemas.microsoft.com/office/drawing/2014/main"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a16:creationId xmlns:a16="http://schemas.microsoft.com/office/drawing/2014/main"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a16:creationId xmlns:a16="http://schemas.microsoft.com/office/drawing/2014/main"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a16:creationId xmlns:a16="http://schemas.microsoft.com/office/drawing/2014/main"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a16:creationId xmlns:a16="http://schemas.microsoft.com/office/drawing/2014/main"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a16:creationId xmlns:a16="http://schemas.microsoft.com/office/drawing/2014/main"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a16:creationId xmlns:a16="http://schemas.microsoft.com/office/drawing/2014/main"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a16:creationId xmlns:a16="http://schemas.microsoft.com/office/drawing/2014/main"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a16:creationId xmlns:a16="http://schemas.microsoft.com/office/drawing/2014/main"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a16:creationId xmlns:a16="http://schemas.microsoft.com/office/drawing/2014/main"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a16:creationId xmlns:a16="http://schemas.microsoft.com/office/drawing/2014/main"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1363693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a16:creationId xmlns:a16="http://schemas.microsoft.com/office/drawing/2014/main"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a16:creationId xmlns:a16="http://schemas.microsoft.com/office/drawing/2014/main"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a16:creationId xmlns:a16="http://schemas.microsoft.com/office/drawing/2014/main"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a16:creationId xmlns:a16="http://schemas.microsoft.com/office/drawing/2014/main"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a16:creationId xmlns:a16="http://schemas.microsoft.com/office/drawing/2014/main"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a16:creationId xmlns:a16="http://schemas.microsoft.com/office/drawing/2014/main"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a16:creationId xmlns:a16="http://schemas.microsoft.com/office/drawing/2014/main"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a16:creationId xmlns:a16="http://schemas.microsoft.com/office/drawing/2014/main"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a16:creationId xmlns:a16="http://schemas.microsoft.com/office/drawing/2014/main"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a16:creationId xmlns:a16="http://schemas.microsoft.com/office/drawing/2014/main"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a16:creationId xmlns:a16="http://schemas.microsoft.com/office/drawing/2014/main"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a16:creationId xmlns:a16="http://schemas.microsoft.com/office/drawing/2014/main"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a16:creationId xmlns:a16="http://schemas.microsoft.com/office/drawing/2014/main"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a16:creationId xmlns:a16="http://schemas.microsoft.com/office/drawing/2014/main"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a16:creationId xmlns:a16="http://schemas.microsoft.com/office/drawing/2014/main"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a16:creationId xmlns:a16="http://schemas.microsoft.com/office/drawing/2014/main"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a16:creationId xmlns:a16="http://schemas.microsoft.com/office/drawing/2014/main"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a16:creationId xmlns:a16="http://schemas.microsoft.com/office/drawing/2014/main"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a16:creationId xmlns:a16="http://schemas.microsoft.com/office/drawing/2014/main"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a16:creationId xmlns:a16="http://schemas.microsoft.com/office/drawing/2014/main"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a16:creationId xmlns:a16="http://schemas.microsoft.com/office/drawing/2014/main"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a16:creationId xmlns:a16="http://schemas.microsoft.com/office/drawing/2014/main"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a16:creationId xmlns:a16="http://schemas.microsoft.com/office/drawing/2014/main"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a16:creationId xmlns:a16="http://schemas.microsoft.com/office/drawing/2014/main"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a16:creationId xmlns:a16="http://schemas.microsoft.com/office/drawing/2014/main"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a16:creationId xmlns:a16="http://schemas.microsoft.com/office/drawing/2014/main"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a16:creationId xmlns:a16="http://schemas.microsoft.com/office/drawing/2014/main"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a16:creationId xmlns:a16="http://schemas.microsoft.com/office/drawing/2014/main"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a16:creationId xmlns:a16="http://schemas.microsoft.com/office/drawing/2014/main"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a16:creationId xmlns:a16="http://schemas.microsoft.com/office/drawing/2014/main"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a16:creationId xmlns:a16="http://schemas.microsoft.com/office/drawing/2014/main"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a16:creationId xmlns:a16="http://schemas.microsoft.com/office/drawing/2014/main"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a16:creationId xmlns:a16="http://schemas.microsoft.com/office/drawing/2014/main"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a16:creationId xmlns:a16="http://schemas.microsoft.com/office/drawing/2014/main"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a16:creationId xmlns:a16="http://schemas.microsoft.com/office/drawing/2014/main"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a16:creationId xmlns:a16="http://schemas.microsoft.com/office/drawing/2014/main"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a16:creationId xmlns:a16="http://schemas.microsoft.com/office/drawing/2014/main"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a16:creationId xmlns:a16="http://schemas.microsoft.com/office/drawing/2014/main"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a16:creationId xmlns:a16="http://schemas.microsoft.com/office/drawing/2014/main"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a16:creationId xmlns:a16="http://schemas.microsoft.com/office/drawing/2014/main"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a16:creationId xmlns:a16="http://schemas.microsoft.com/office/drawing/2014/main"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a16:creationId xmlns:a16="http://schemas.microsoft.com/office/drawing/2014/main"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a16:creationId xmlns:a16="http://schemas.microsoft.com/office/drawing/2014/main"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a16:creationId xmlns:a16="http://schemas.microsoft.com/office/drawing/2014/main"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a16:creationId xmlns:a16="http://schemas.microsoft.com/office/drawing/2014/main"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a16:creationId xmlns:a16="http://schemas.microsoft.com/office/drawing/2014/main"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a16:creationId xmlns:a16="http://schemas.microsoft.com/office/drawing/2014/main"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4716917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a16:creationId xmlns:a16="http://schemas.microsoft.com/office/drawing/2014/main"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a16:creationId xmlns:a16="http://schemas.microsoft.com/office/drawing/2014/main"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a16:creationId xmlns:a16="http://schemas.microsoft.com/office/drawing/2014/main"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a16:creationId xmlns:a16="http://schemas.microsoft.com/office/drawing/2014/main"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a16:creationId xmlns:a16="http://schemas.microsoft.com/office/drawing/2014/main"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a16:creationId xmlns:a16="http://schemas.microsoft.com/office/drawing/2014/main"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a16:creationId xmlns:a16="http://schemas.microsoft.com/office/drawing/2014/main"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a16:creationId xmlns:a16="http://schemas.microsoft.com/office/drawing/2014/main"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a16:creationId xmlns:a16="http://schemas.microsoft.com/office/drawing/2014/main"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a16:creationId xmlns:a16="http://schemas.microsoft.com/office/drawing/2014/main"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a16:creationId xmlns:a16="http://schemas.microsoft.com/office/drawing/2014/main"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a16:creationId xmlns:a16="http://schemas.microsoft.com/office/drawing/2014/main"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a16:creationId xmlns:a16="http://schemas.microsoft.com/office/drawing/2014/main"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a16:creationId xmlns:a16="http://schemas.microsoft.com/office/drawing/2014/main"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a16:creationId xmlns:a16="http://schemas.microsoft.com/office/drawing/2014/main"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a16:creationId xmlns:a16="http://schemas.microsoft.com/office/drawing/2014/main"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a16:creationId xmlns:a16="http://schemas.microsoft.com/office/drawing/2014/main"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a16:creationId xmlns:a16="http://schemas.microsoft.com/office/drawing/2014/main"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a16:creationId xmlns:a16="http://schemas.microsoft.com/office/drawing/2014/main"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a16:creationId xmlns:a16="http://schemas.microsoft.com/office/drawing/2014/main"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a16:creationId xmlns:a16="http://schemas.microsoft.com/office/drawing/2014/main"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a16:creationId xmlns:a16="http://schemas.microsoft.com/office/drawing/2014/main"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a16:creationId xmlns:a16="http://schemas.microsoft.com/office/drawing/2014/main"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a16:creationId xmlns:a16="http://schemas.microsoft.com/office/drawing/2014/main"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a16:creationId xmlns:a16="http://schemas.microsoft.com/office/drawing/2014/main"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a16:creationId xmlns:a16="http://schemas.microsoft.com/office/drawing/2014/main"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a16:creationId xmlns:a16="http://schemas.microsoft.com/office/drawing/2014/main"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a16:creationId xmlns:a16="http://schemas.microsoft.com/office/drawing/2014/main"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a16:creationId xmlns:a16="http://schemas.microsoft.com/office/drawing/2014/main"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a16:creationId xmlns:a16="http://schemas.microsoft.com/office/drawing/2014/main"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a16:creationId xmlns:a16="http://schemas.microsoft.com/office/drawing/2014/main"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a16:creationId xmlns:a16="http://schemas.microsoft.com/office/drawing/2014/main"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a16:creationId xmlns:a16="http://schemas.microsoft.com/office/drawing/2014/main"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a16:creationId xmlns:a16="http://schemas.microsoft.com/office/drawing/2014/main"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3269062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a16:creationId xmlns:a16="http://schemas.microsoft.com/office/drawing/2014/main"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a16:creationId xmlns:a16="http://schemas.microsoft.com/office/drawing/2014/main"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a16:creationId xmlns:a16="http://schemas.microsoft.com/office/drawing/2014/main"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a16:creationId xmlns:a16="http://schemas.microsoft.com/office/drawing/2014/main"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a16:creationId xmlns:a16="http://schemas.microsoft.com/office/drawing/2014/main"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a16:creationId xmlns:a16="http://schemas.microsoft.com/office/drawing/2014/main"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a16:creationId xmlns:a16="http://schemas.microsoft.com/office/drawing/2014/main"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a16:creationId xmlns:a16="http://schemas.microsoft.com/office/drawing/2014/main"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a16:creationId xmlns:a16="http://schemas.microsoft.com/office/drawing/2014/main"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a16:creationId xmlns:a16="http://schemas.microsoft.com/office/drawing/2014/main"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a16:creationId xmlns:a16="http://schemas.microsoft.com/office/drawing/2014/main"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a16:creationId xmlns:a16="http://schemas.microsoft.com/office/drawing/2014/main"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a16:creationId xmlns:a16="http://schemas.microsoft.com/office/drawing/2014/main"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a16:creationId xmlns:a16="http://schemas.microsoft.com/office/drawing/2014/main"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a16:creationId xmlns:a16="http://schemas.microsoft.com/office/drawing/2014/main"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a16:creationId xmlns:a16="http://schemas.microsoft.com/office/drawing/2014/main"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a16:creationId xmlns:a16="http://schemas.microsoft.com/office/drawing/2014/main"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a16:creationId xmlns:a16="http://schemas.microsoft.com/office/drawing/2014/main"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a16:creationId xmlns:a16="http://schemas.microsoft.com/office/drawing/2014/main"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a16:creationId xmlns:a16="http://schemas.microsoft.com/office/drawing/2014/main"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a16:creationId xmlns:a16="http://schemas.microsoft.com/office/drawing/2014/main"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a16:creationId xmlns:a16="http://schemas.microsoft.com/office/drawing/2014/main"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a16:creationId xmlns:a16="http://schemas.microsoft.com/office/drawing/2014/main"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a16:creationId xmlns:a16="http://schemas.microsoft.com/office/drawing/2014/main"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a16:creationId xmlns:a16="http://schemas.microsoft.com/office/drawing/2014/main"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a16:creationId xmlns:a16="http://schemas.microsoft.com/office/drawing/2014/main"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a16:creationId xmlns:a16="http://schemas.microsoft.com/office/drawing/2014/main"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a16:creationId xmlns:a16="http://schemas.microsoft.com/office/drawing/2014/main"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a16:creationId xmlns:a16="http://schemas.microsoft.com/office/drawing/2014/main"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a16:creationId xmlns:a16="http://schemas.microsoft.com/office/drawing/2014/main"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a16:creationId xmlns:a16="http://schemas.microsoft.com/office/drawing/2014/main"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a16:creationId xmlns:a16="http://schemas.microsoft.com/office/drawing/2014/main"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a16:creationId xmlns:a16="http://schemas.microsoft.com/office/drawing/2014/main"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a16:creationId xmlns:a16="http://schemas.microsoft.com/office/drawing/2014/main"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a16:creationId xmlns:a16="http://schemas.microsoft.com/office/drawing/2014/main"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a16:creationId xmlns:a16="http://schemas.microsoft.com/office/drawing/2014/main"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a16:creationId xmlns:a16="http://schemas.microsoft.com/office/drawing/2014/main"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a16:creationId xmlns:a16="http://schemas.microsoft.com/office/drawing/2014/main"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a16:creationId xmlns:a16="http://schemas.microsoft.com/office/drawing/2014/main"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a16:creationId xmlns:a16="http://schemas.microsoft.com/office/drawing/2014/main"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a16:creationId xmlns:a16="http://schemas.microsoft.com/office/drawing/2014/main"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a16:creationId xmlns:a16="http://schemas.microsoft.com/office/drawing/2014/main"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a16:creationId xmlns:a16="http://schemas.microsoft.com/office/drawing/2014/main"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a16:creationId xmlns:a16="http://schemas.microsoft.com/office/drawing/2014/main"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a16:creationId xmlns:a16="http://schemas.microsoft.com/office/drawing/2014/main"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a16:creationId xmlns:a16="http://schemas.microsoft.com/office/drawing/2014/main"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a16:creationId xmlns:a16="http://schemas.microsoft.com/office/drawing/2014/main"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a16:creationId xmlns:a16="http://schemas.microsoft.com/office/drawing/2014/main"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a16:creationId xmlns:a16="http://schemas.microsoft.com/office/drawing/2014/main"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a16:creationId xmlns:a16="http://schemas.microsoft.com/office/drawing/2014/main"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a16:creationId xmlns:a16="http://schemas.microsoft.com/office/drawing/2014/main"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a16:creationId xmlns:a16="http://schemas.microsoft.com/office/drawing/2014/main"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a16:creationId xmlns:a16="http://schemas.microsoft.com/office/drawing/2014/main"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a16:creationId xmlns:a16="http://schemas.microsoft.com/office/drawing/2014/main"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a16:creationId xmlns:a16="http://schemas.microsoft.com/office/drawing/2014/main"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4721682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a16:creationId xmlns:a16="http://schemas.microsoft.com/office/drawing/2014/main"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a16:creationId xmlns:a16="http://schemas.microsoft.com/office/drawing/2014/main"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a16:creationId xmlns:a16="http://schemas.microsoft.com/office/drawing/2014/main"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a16:creationId xmlns:a16="http://schemas.microsoft.com/office/drawing/2014/main"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a16:creationId xmlns:a16="http://schemas.microsoft.com/office/drawing/2014/main"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a16:creationId xmlns:a16="http://schemas.microsoft.com/office/drawing/2014/main"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a16:creationId xmlns:a16="http://schemas.microsoft.com/office/drawing/2014/main"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a16:creationId xmlns:a16="http://schemas.microsoft.com/office/drawing/2014/main"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a16:creationId xmlns:a16="http://schemas.microsoft.com/office/drawing/2014/main"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a16:creationId xmlns:a16="http://schemas.microsoft.com/office/drawing/2014/main"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a16:creationId xmlns:a16="http://schemas.microsoft.com/office/drawing/2014/main"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a16:creationId xmlns:a16="http://schemas.microsoft.com/office/drawing/2014/main"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a16:creationId xmlns:a16="http://schemas.microsoft.com/office/drawing/2014/main"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a16:creationId xmlns:a16="http://schemas.microsoft.com/office/drawing/2014/main"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a16:creationId xmlns:a16="http://schemas.microsoft.com/office/drawing/2014/main"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a16:creationId xmlns:a16="http://schemas.microsoft.com/office/drawing/2014/main"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97847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a16:creationId xmlns:a16="http://schemas.microsoft.com/office/drawing/2014/main"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a16:creationId xmlns:a16="http://schemas.microsoft.com/office/drawing/2014/main"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a16:creationId xmlns:a16="http://schemas.microsoft.com/office/drawing/2014/main"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a16:creationId xmlns:a16="http://schemas.microsoft.com/office/drawing/2014/main"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a16:creationId xmlns:a16="http://schemas.microsoft.com/office/drawing/2014/main"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a16:creationId xmlns:a16="http://schemas.microsoft.com/office/drawing/2014/main"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a16:creationId xmlns:a16="http://schemas.microsoft.com/office/drawing/2014/main"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a16:creationId xmlns:a16="http://schemas.microsoft.com/office/drawing/2014/main"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a16:creationId xmlns:a16="http://schemas.microsoft.com/office/drawing/2014/main"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a16:creationId xmlns:a16="http://schemas.microsoft.com/office/drawing/2014/main"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a16:creationId xmlns:a16="http://schemas.microsoft.com/office/drawing/2014/main"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a16:creationId xmlns:a16="http://schemas.microsoft.com/office/drawing/2014/main"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a16:creationId xmlns:a16="http://schemas.microsoft.com/office/drawing/2014/main"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a16:creationId xmlns:a16="http://schemas.microsoft.com/office/drawing/2014/main"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a16:creationId xmlns:a16="http://schemas.microsoft.com/office/drawing/2014/main"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a16:creationId xmlns:a16="http://schemas.microsoft.com/office/drawing/2014/main"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5451382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a16:creationId xmlns:a16="http://schemas.microsoft.com/office/drawing/2014/main"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a16:creationId xmlns:a16="http://schemas.microsoft.com/office/drawing/2014/main"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a16:creationId xmlns:a16="http://schemas.microsoft.com/office/drawing/2014/main"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a16:creationId xmlns:a16="http://schemas.microsoft.com/office/drawing/2014/main"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a16:creationId xmlns:a16="http://schemas.microsoft.com/office/drawing/2014/main"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a16:creationId xmlns:a16="http://schemas.microsoft.com/office/drawing/2014/main"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a16:creationId xmlns:a16="http://schemas.microsoft.com/office/drawing/2014/main"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a16:creationId xmlns:a16="http://schemas.microsoft.com/office/drawing/2014/main"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a16:creationId xmlns:a16="http://schemas.microsoft.com/office/drawing/2014/main"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a16:creationId xmlns:a16="http://schemas.microsoft.com/office/drawing/2014/main"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a16:creationId xmlns:a16="http://schemas.microsoft.com/office/drawing/2014/main"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a16:creationId xmlns:a16="http://schemas.microsoft.com/office/drawing/2014/main"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a16:creationId xmlns:a16="http://schemas.microsoft.com/office/drawing/2014/main"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a16:creationId xmlns:a16="http://schemas.microsoft.com/office/drawing/2014/main"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a16:creationId xmlns:a16="http://schemas.microsoft.com/office/drawing/2014/main"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a16:creationId xmlns:a16="http://schemas.microsoft.com/office/drawing/2014/main"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a16:creationId xmlns:a16="http://schemas.microsoft.com/office/drawing/2014/main"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a16:creationId xmlns:a16="http://schemas.microsoft.com/office/drawing/2014/main"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a16:creationId xmlns:a16="http://schemas.microsoft.com/office/drawing/2014/main"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a16:creationId xmlns:a16="http://schemas.microsoft.com/office/drawing/2014/main"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a16:creationId xmlns:a16="http://schemas.microsoft.com/office/drawing/2014/main"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a16:creationId xmlns:a16="http://schemas.microsoft.com/office/drawing/2014/main"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a16:creationId xmlns:a16="http://schemas.microsoft.com/office/drawing/2014/main"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a16:creationId xmlns:a16="http://schemas.microsoft.com/office/drawing/2014/main"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a16:creationId xmlns:a16="http://schemas.microsoft.com/office/drawing/2014/main"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a16:creationId xmlns:a16="http://schemas.microsoft.com/office/drawing/2014/main"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a16:creationId xmlns:a16="http://schemas.microsoft.com/office/drawing/2014/main"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a16:creationId xmlns:a16="http://schemas.microsoft.com/office/drawing/2014/main"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a16:creationId xmlns:a16="http://schemas.microsoft.com/office/drawing/2014/main"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a16:creationId xmlns:a16="http://schemas.microsoft.com/office/drawing/2014/main"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a16:creationId xmlns:a16="http://schemas.microsoft.com/office/drawing/2014/main"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a16:creationId xmlns:a16="http://schemas.microsoft.com/office/drawing/2014/main"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a16:creationId xmlns:a16="http://schemas.microsoft.com/office/drawing/2014/main"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a16:creationId xmlns:a16="http://schemas.microsoft.com/office/drawing/2014/main"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a16:creationId xmlns:a16="http://schemas.microsoft.com/office/drawing/2014/main"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a16:creationId xmlns:a16="http://schemas.microsoft.com/office/drawing/2014/main"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a16:creationId xmlns:a16="http://schemas.microsoft.com/office/drawing/2014/main"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a16:creationId xmlns:a16="http://schemas.microsoft.com/office/drawing/2014/main"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a16:creationId xmlns:a16="http://schemas.microsoft.com/office/drawing/2014/main"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a16:creationId xmlns:a16="http://schemas.microsoft.com/office/drawing/2014/main"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a16:creationId xmlns:a16="http://schemas.microsoft.com/office/drawing/2014/main"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a16:creationId xmlns:a16="http://schemas.microsoft.com/office/drawing/2014/main"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a16:creationId xmlns:a16="http://schemas.microsoft.com/office/drawing/2014/main"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a16:creationId xmlns:a16="http://schemas.microsoft.com/office/drawing/2014/main"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a16:creationId xmlns:a16="http://schemas.microsoft.com/office/drawing/2014/main"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a16:creationId xmlns:a16="http://schemas.microsoft.com/office/drawing/2014/main"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a16:creationId xmlns:a16="http://schemas.microsoft.com/office/drawing/2014/main"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a16:creationId xmlns:a16="http://schemas.microsoft.com/office/drawing/2014/main"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a16:creationId xmlns:a16="http://schemas.microsoft.com/office/drawing/2014/main"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a16:creationId xmlns:a16="http://schemas.microsoft.com/office/drawing/2014/main"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a16:creationId xmlns:a16="http://schemas.microsoft.com/office/drawing/2014/main"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a16:creationId xmlns:a16="http://schemas.microsoft.com/office/drawing/2014/main"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a16:creationId xmlns:a16="http://schemas.microsoft.com/office/drawing/2014/main"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a16:creationId xmlns:a16="http://schemas.microsoft.com/office/drawing/2014/main"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a16:creationId xmlns:a16="http://schemas.microsoft.com/office/drawing/2014/main"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a16:creationId xmlns:a16="http://schemas.microsoft.com/office/drawing/2014/main"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a16:creationId xmlns:a16="http://schemas.microsoft.com/office/drawing/2014/main"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a16:creationId xmlns:a16="http://schemas.microsoft.com/office/drawing/2014/main"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a16:creationId xmlns:a16="http://schemas.microsoft.com/office/drawing/2014/main"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a16:creationId xmlns:a16="http://schemas.microsoft.com/office/drawing/2014/main"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a16:creationId xmlns:a16="http://schemas.microsoft.com/office/drawing/2014/main"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a16:creationId xmlns:a16="http://schemas.microsoft.com/office/drawing/2014/main"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a16:creationId xmlns:a16="http://schemas.microsoft.com/office/drawing/2014/main"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a16:creationId xmlns:a16="http://schemas.microsoft.com/office/drawing/2014/main"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a16:creationId xmlns:a16="http://schemas.microsoft.com/office/drawing/2014/main"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a16:creationId xmlns:a16="http://schemas.microsoft.com/office/drawing/2014/main"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a16:creationId xmlns:a16="http://schemas.microsoft.com/office/drawing/2014/main"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a16:creationId xmlns:a16="http://schemas.microsoft.com/office/drawing/2014/main"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a16:creationId xmlns:a16="http://schemas.microsoft.com/office/drawing/2014/main"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a16:creationId xmlns:a16="http://schemas.microsoft.com/office/drawing/2014/main"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a16:creationId xmlns:a16="http://schemas.microsoft.com/office/drawing/2014/main"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a16:creationId xmlns:a16="http://schemas.microsoft.com/office/drawing/2014/main"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a16:creationId xmlns:a16="http://schemas.microsoft.com/office/drawing/2014/main"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a16:creationId xmlns:a16="http://schemas.microsoft.com/office/drawing/2014/main"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a16:creationId xmlns:a16="http://schemas.microsoft.com/office/drawing/2014/main"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01186177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a16:creationId xmlns:a16="http://schemas.microsoft.com/office/drawing/2014/main"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a16:creationId xmlns:a16="http://schemas.microsoft.com/office/drawing/2014/main"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a16:creationId xmlns:a16="http://schemas.microsoft.com/office/drawing/2014/main"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a16:creationId xmlns:a16="http://schemas.microsoft.com/office/drawing/2014/main"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a16:creationId xmlns:a16="http://schemas.microsoft.com/office/drawing/2014/main"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a16:creationId xmlns:a16="http://schemas.microsoft.com/office/drawing/2014/main"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a16:creationId xmlns:a16="http://schemas.microsoft.com/office/drawing/2014/main"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a16:creationId xmlns:a16="http://schemas.microsoft.com/office/drawing/2014/main"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a16:creationId xmlns:a16="http://schemas.microsoft.com/office/drawing/2014/main"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a16:creationId xmlns:a16="http://schemas.microsoft.com/office/drawing/2014/main"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a16:creationId xmlns:a16="http://schemas.microsoft.com/office/drawing/2014/main"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a16:creationId xmlns:a16="http://schemas.microsoft.com/office/drawing/2014/main"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a16:creationId xmlns:a16="http://schemas.microsoft.com/office/drawing/2014/main"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a16:creationId xmlns:a16="http://schemas.microsoft.com/office/drawing/2014/main"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a16:creationId xmlns:a16="http://schemas.microsoft.com/office/drawing/2014/main"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a16:creationId xmlns:a16="http://schemas.microsoft.com/office/drawing/2014/main"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a16:creationId xmlns:a16="http://schemas.microsoft.com/office/drawing/2014/main"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a16:creationId xmlns:a16="http://schemas.microsoft.com/office/drawing/2014/main"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a16:creationId xmlns:a16="http://schemas.microsoft.com/office/drawing/2014/main"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a16:creationId xmlns:a16="http://schemas.microsoft.com/office/drawing/2014/main"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a16:creationId xmlns:a16="http://schemas.microsoft.com/office/drawing/2014/main"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a16:creationId xmlns:a16="http://schemas.microsoft.com/office/drawing/2014/main"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a16:creationId xmlns:a16="http://schemas.microsoft.com/office/drawing/2014/main"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a16:creationId xmlns:a16="http://schemas.microsoft.com/office/drawing/2014/main"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a16:creationId xmlns:a16="http://schemas.microsoft.com/office/drawing/2014/main"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a16:creationId xmlns:a16="http://schemas.microsoft.com/office/drawing/2014/main"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a16:creationId xmlns:a16="http://schemas.microsoft.com/office/drawing/2014/main"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a16:creationId xmlns:a16="http://schemas.microsoft.com/office/drawing/2014/main"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a16:creationId xmlns:a16="http://schemas.microsoft.com/office/drawing/2014/main"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a16:creationId xmlns:a16="http://schemas.microsoft.com/office/drawing/2014/main"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a16:creationId xmlns:a16="http://schemas.microsoft.com/office/drawing/2014/main"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a16:creationId xmlns:a16="http://schemas.microsoft.com/office/drawing/2014/main"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a16:creationId xmlns:a16="http://schemas.microsoft.com/office/drawing/2014/main"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a16:creationId xmlns:a16="http://schemas.microsoft.com/office/drawing/2014/main"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a16:creationId xmlns:a16="http://schemas.microsoft.com/office/drawing/2014/main"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a16:creationId xmlns:a16="http://schemas.microsoft.com/office/drawing/2014/main"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a16:creationId xmlns:a16="http://schemas.microsoft.com/office/drawing/2014/main"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a16:creationId xmlns:a16="http://schemas.microsoft.com/office/drawing/2014/main"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a16:creationId xmlns:a16="http://schemas.microsoft.com/office/drawing/2014/main"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a16:creationId xmlns:a16="http://schemas.microsoft.com/office/drawing/2014/main"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a16:creationId xmlns:a16="http://schemas.microsoft.com/office/drawing/2014/main"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a16:creationId xmlns:a16="http://schemas.microsoft.com/office/drawing/2014/main"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a16:creationId xmlns:a16="http://schemas.microsoft.com/office/drawing/2014/main"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5912502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a16:creationId xmlns:a16="http://schemas.microsoft.com/office/drawing/2014/main"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a16:creationId xmlns:a16="http://schemas.microsoft.com/office/drawing/2014/main"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a16:creationId xmlns:a16="http://schemas.microsoft.com/office/drawing/2014/main"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a16:creationId xmlns:a16="http://schemas.microsoft.com/office/drawing/2014/main"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a16:creationId xmlns:a16="http://schemas.microsoft.com/office/drawing/2014/main"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a16:creationId xmlns:a16="http://schemas.microsoft.com/office/drawing/2014/main"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a16:creationId xmlns:a16="http://schemas.microsoft.com/office/drawing/2014/main"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a16:creationId xmlns:a16="http://schemas.microsoft.com/office/drawing/2014/main"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a16:creationId xmlns:a16="http://schemas.microsoft.com/office/drawing/2014/main"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a16:creationId xmlns:a16="http://schemas.microsoft.com/office/drawing/2014/main"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a16:creationId xmlns:a16="http://schemas.microsoft.com/office/drawing/2014/main"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a16:creationId xmlns:a16="http://schemas.microsoft.com/office/drawing/2014/main"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a16:creationId xmlns:a16="http://schemas.microsoft.com/office/drawing/2014/main"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a16:creationId xmlns:a16="http://schemas.microsoft.com/office/drawing/2014/main"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a16:creationId xmlns:a16="http://schemas.microsoft.com/office/drawing/2014/main"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a16:creationId xmlns:a16="http://schemas.microsoft.com/office/drawing/2014/main"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a16:creationId xmlns:a16="http://schemas.microsoft.com/office/drawing/2014/main"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a16:creationId xmlns:a16="http://schemas.microsoft.com/office/drawing/2014/main"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a16:creationId xmlns:a16="http://schemas.microsoft.com/office/drawing/2014/main"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a16:creationId xmlns:a16="http://schemas.microsoft.com/office/drawing/2014/main"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a16:creationId xmlns:a16="http://schemas.microsoft.com/office/drawing/2014/main"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a16:creationId xmlns:a16="http://schemas.microsoft.com/office/drawing/2014/main"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a16:creationId xmlns:a16="http://schemas.microsoft.com/office/drawing/2014/main"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a16:creationId xmlns:a16="http://schemas.microsoft.com/office/drawing/2014/main"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a16:creationId xmlns:a16="http://schemas.microsoft.com/office/drawing/2014/main"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a16:creationId xmlns:a16="http://schemas.microsoft.com/office/drawing/2014/main"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a16:creationId xmlns:a16="http://schemas.microsoft.com/office/drawing/2014/main"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a16:creationId xmlns:a16="http://schemas.microsoft.com/office/drawing/2014/main"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a16:creationId xmlns:a16="http://schemas.microsoft.com/office/drawing/2014/main"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a16:creationId xmlns:a16="http://schemas.microsoft.com/office/drawing/2014/main"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a16:creationId xmlns:a16="http://schemas.microsoft.com/office/drawing/2014/main"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a16:creationId xmlns:a16="http://schemas.microsoft.com/office/drawing/2014/main"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a16:creationId xmlns:a16="http://schemas.microsoft.com/office/drawing/2014/main"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a16:creationId xmlns:a16="http://schemas.microsoft.com/office/drawing/2014/main"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a16:creationId xmlns:a16="http://schemas.microsoft.com/office/drawing/2014/main"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a16:creationId xmlns:a16="http://schemas.microsoft.com/office/drawing/2014/main"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a16:creationId xmlns:a16="http://schemas.microsoft.com/office/drawing/2014/main"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a16:creationId xmlns:a16="http://schemas.microsoft.com/office/drawing/2014/main"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a16:creationId xmlns:a16="http://schemas.microsoft.com/office/drawing/2014/main"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a16:creationId xmlns:a16="http://schemas.microsoft.com/office/drawing/2014/main"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a16:creationId xmlns:a16="http://schemas.microsoft.com/office/drawing/2014/main"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a16:creationId xmlns:a16="http://schemas.microsoft.com/office/drawing/2014/main"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a16:creationId xmlns:a16="http://schemas.microsoft.com/office/drawing/2014/main"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a16:creationId xmlns:a16="http://schemas.microsoft.com/office/drawing/2014/main"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a16:creationId xmlns:a16="http://schemas.microsoft.com/office/drawing/2014/main"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a16:creationId xmlns:a16="http://schemas.microsoft.com/office/drawing/2014/main"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a16:creationId xmlns:a16="http://schemas.microsoft.com/office/drawing/2014/main"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a16:creationId xmlns:a16="http://schemas.microsoft.com/office/drawing/2014/main"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a16:creationId xmlns:a16="http://schemas.microsoft.com/office/drawing/2014/main"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a16:creationId xmlns:a16="http://schemas.microsoft.com/office/drawing/2014/main"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a16:creationId xmlns:a16="http://schemas.microsoft.com/office/drawing/2014/main"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a16:creationId xmlns:a16="http://schemas.microsoft.com/office/drawing/2014/main"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a16:creationId xmlns:a16="http://schemas.microsoft.com/office/drawing/2014/main"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a16:creationId xmlns:a16="http://schemas.microsoft.com/office/drawing/2014/main"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a16:creationId xmlns:a16="http://schemas.microsoft.com/office/drawing/2014/main"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a16:creationId xmlns:a16="http://schemas.microsoft.com/office/drawing/2014/main"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a16:creationId xmlns:a16="http://schemas.microsoft.com/office/drawing/2014/main"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a16:creationId xmlns:a16="http://schemas.microsoft.com/office/drawing/2014/main"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a16:creationId xmlns:a16="http://schemas.microsoft.com/office/drawing/2014/main"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a16:creationId xmlns:a16="http://schemas.microsoft.com/office/drawing/2014/main"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a16:creationId xmlns:a16="http://schemas.microsoft.com/office/drawing/2014/main"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a16:creationId xmlns:a16="http://schemas.microsoft.com/office/drawing/2014/main"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a16:creationId xmlns:a16="http://schemas.microsoft.com/office/drawing/2014/main"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a16:creationId xmlns:a16="http://schemas.microsoft.com/office/drawing/2014/main"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a16:creationId xmlns:a16="http://schemas.microsoft.com/office/drawing/2014/main"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a16:creationId xmlns:a16="http://schemas.microsoft.com/office/drawing/2014/main"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a16:creationId xmlns:a16="http://schemas.microsoft.com/office/drawing/2014/main"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13935669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a16:creationId xmlns:a16="http://schemas.microsoft.com/office/drawing/2014/main"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a16:creationId xmlns:a16="http://schemas.microsoft.com/office/drawing/2014/main"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a16:creationId xmlns:a16="http://schemas.microsoft.com/office/drawing/2014/main"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a16:creationId xmlns:a16="http://schemas.microsoft.com/office/drawing/2014/main"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a16:creationId xmlns:a16="http://schemas.microsoft.com/office/drawing/2014/main"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a16:creationId xmlns:a16="http://schemas.microsoft.com/office/drawing/2014/main"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a16:creationId xmlns:a16="http://schemas.microsoft.com/office/drawing/2014/main"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a16:creationId xmlns:a16="http://schemas.microsoft.com/office/drawing/2014/main"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a16:creationId xmlns:a16="http://schemas.microsoft.com/office/drawing/2014/main"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a16:creationId xmlns:a16="http://schemas.microsoft.com/office/drawing/2014/main"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a16:creationId xmlns:a16="http://schemas.microsoft.com/office/drawing/2014/main"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a16:creationId xmlns:a16="http://schemas.microsoft.com/office/drawing/2014/main"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a16:creationId xmlns:a16="http://schemas.microsoft.com/office/drawing/2014/main"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a16:creationId xmlns:a16="http://schemas.microsoft.com/office/drawing/2014/main"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a16:creationId xmlns:a16="http://schemas.microsoft.com/office/drawing/2014/main"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a16:creationId xmlns:a16="http://schemas.microsoft.com/office/drawing/2014/main"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a16:creationId xmlns:a16="http://schemas.microsoft.com/office/drawing/2014/main"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a16:creationId xmlns:a16="http://schemas.microsoft.com/office/drawing/2014/main"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a16:creationId xmlns:a16="http://schemas.microsoft.com/office/drawing/2014/main"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a16:creationId xmlns:a16="http://schemas.microsoft.com/office/drawing/2014/main"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a16:creationId xmlns:a16="http://schemas.microsoft.com/office/drawing/2014/main"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a16:creationId xmlns:a16="http://schemas.microsoft.com/office/drawing/2014/main"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a16:creationId xmlns:a16="http://schemas.microsoft.com/office/drawing/2014/main"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a16:creationId xmlns:a16="http://schemas.microsoft.com/office/drawing/2014/main"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a16:creationId xmlns:a16="http://schemas.microsoft.com/office/drawing/2014/main"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a16:creationId xmlns:a16="http://schemas.microsoft.com/office/drawing/2014/main"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a16:creationId xmlns:a16="http://schemas.microsoft.com/office/drawing/2014/main"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a16:creationId xmlns:a16="http://schemas.microsoft.com/office/drawing/2014/main"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a16:creationId xmlns:a16="http://schemas.microsoft.com/office/drawing/2014/main"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a16:creationId xmlns:a16="http://schemas.microsoft.com/office/drawing/2014/main"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a16:creationId xmlns:a16="http://schemas.microsoft.com/office/drawing/2014/main"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a16:creationId xmlns:a16="http://schemas.microsoft.com/office/drawing/2014/main"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a16:creationId xmlns:a16="http://schemas.microsoft.com/office/drawing/2014/main"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a16:creationId xmlns:a16="http://schemas.microsoft.com/office/drawing/2014/main"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a16:creationId xmlns:a16="http://schemas.microsoft.com/office/drawing/2014/main"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a16:creationId xmlns:a16="http://schemas.microsoft.com/office/drawing/2014/main"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a16:creationId xmlns:a16="http://schemas.microsoft.com/office/drawing/2014/main"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a16:creationId xmlns:a16="http://schemas.microsoft.com/office/drawing/2014/main"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a16:creationId xmlns:a16="http://schemas.microsoft.com/office/drawing/2014/main"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a16:creationId xmlns:a16="http://schemas.microsoft.com/office/drawing/2014/main"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a16:creationId xmlns:a16="http://schemas.microsoft.com/office/drawing/2014/main"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a16:creationId xmlns:a16="http://schemas.microsoft.com/office/drawing/2014/main"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a16:creationId xmlns:a16="http://schemas.microsoft.com/office/drawing/2014/main"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a16:creationId xmlns:a16="http://schemas.microsoft.com/office/drawing/2014/main"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a16:creationId xmlns:a16="http://schemas.microsoft.com/office/drawing/2014/main"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a16:creationId xmlns:a16="http://schemas.microsoft.com/office/drawing/2014/main"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a16:creationId xmlns:a16="http://schemas.microsoft.com/office/drawing/2014/main"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a16:creationId xmlns:a16="http://schemas.microsoft.com/office/drawing/2014/main"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a16:creationId xmlns:a16="http://schemas.microsoft.com/office/drawing/2014/main"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a16:creationId xmlns:a16="http://schemas.microsoft.com/office/drawing/2014/main"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a16:creationId xmlns:a16="http://schemas.microsoft.com/office/drawing/2014/main"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a16:creationId xmlns:a16="http://schemas.microsoft.com/office/drawing/2014/main"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a16:creationId xmlns:a16="http://schemas.microsoft.com/office/drawing/2014/main"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a16:creationId xmlns:a16="http://schemas.microsoft.com/office/drawing/2014/main"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a16:creationId xmlns:a16="http://schemas.microsoft.com/office/drawing/2014/main"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a16:creationId xmlns:a16="http://schemas.microsoft.com/office/drawing/2014/main"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a16:creationId xmlns:a16="http://schemas.microsoft.com/office/drawing/2014/main"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a16:creationId xmlns:a16="http://schemas.microsoft.com/office/drawing/2014/main"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a16:creationId xmlns:a16="http://schemas.microsoft.com/office/drawing/2014/main"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a16:creationId xmlns:a16="http://schemas.microsoft.com/office/drawing/2014/main"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a16:creationId xmlns:a16="http://schemas.microsoft.com/office/drawing/2014/main"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a16:creationId xmlns:a16="http://schemas.microsoft.com/office/drawing/2014/main"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a16:creationId xmlns:a16="http://schemas.microsoft.com/office/drawing/2014/main"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a16:creationId xmlns:a16="http://schemas.microsoft.com/office/drawing/2014/main"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a16:creationId xmlns:a16="http://schemas.microsoft.com/office/drawing/2014/main"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a16:creationId xmlns:a16="http://schemas.microsoft.com/office/drawing/2014/main"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a16:creationId xmlns:a16="http://schemas.microsoft.com/office/drawing/2014/main"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a16:creationId xmlns:a16="http://schemas.microsoft.com/office/drawing/2014/main"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a16:creationId xmlns:a16="http://schemas.microsoft.com/office/drawing/2014/main"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a16:creationId xmlns:a16="http://schemas.microsoft.com/office/drawing/2014/main"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a16:creationId xmlns:a16="http://schemas.microsoft.com/office/drawing/2014/main"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a16:creationId xmlns:a16="http://schemas.microsoft.com/office/drawing/2014/main"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a16:creationId xmlns:a16="http://schemas.microsoft.com/office/drawing/2014/main"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a16:creationId xmlns:a16="http://schemas.microsoft.com/office/drawing/2014/main"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a16:creationId xmlns:a16="http://schemas.microsoft.com/office/drawing/2014/main"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a16:creationId xmlns:a16="http://schemas.microsoft.com/office/drawing/2014/main"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a16:creationId xmlns:a16="http://schemas.microsoft.com/office/drawing/2014/main"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a16:creationId xmlns:a16="http://schemas.microsoft.com/office/drawing/2014/main"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a16:creationId xmlns:a16="http://schemas.microsoft.com/office/drawing/2014/main"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a16:creationId xmlns:a16="http://schemas.microsoft.com/office/drawing/2014/main"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a16:creationId xmlns:a16="http://schemas.microsoft.com/office/drawing/2014/main"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a16:creationId xmlns:a16="http://schemas.microsoft.com/office/drawing/2014/main"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a16:creationId xmlns:a16="http://schemas.microsoft.com/office/drawing/2014/main"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a16:creationId xmlns:a16="http://schemas.microsoft.com/office/drawing/2014/main"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a16:creationId xmlns:a16="http://schemas.microsoft.com/office/drawing/2014/main"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a16:creationId xmlns:a16="http://schemas.microsoft.com/office/drawing/2014/main"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a16:creationId xmlns:a16="http://schemas.microsoft.com/office/drawing/2014/main"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a16:creationId xmlns:a16="http://schemas.microsoft.com/office/drawing/2014/main"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a16:creationId xmlns:a16="http://schemas.microsoft.com/office/drawing/2014/main"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a16:creationId xmlns:a16="http://schemas.microsoft.com/office/drawing/2014/main"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a16:creationId xmlns:a16="http://schemas.microsoft.com/office/drawing/2014/main"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a16:creationId xmlns:a16="http://schemas.microsoft.com/office/drawing/2014/main"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a16:creationId xmlns:a16="http://schemas.microsoft.com/office/drawing/2014/main"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a16:creationId xmlns:a16="http://schemas.microsoft.com/office/drawing/2014/main"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a16:creationId xmlns:a16="http://schemas.microsoft.com/office/drawing/2014/main"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a16:creationId xmlns:a16="http://schemas.microsoft.com/office/drawing/2014/main"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a16:creationId xmlns:a16="http://schemas.microsoft.com/office/drawing/2014/main"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a16:creationId xmlns:a16="http://schemas.microsoft.com/office/drawing/2014/main"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a16:creationId xmlns:a16="http://schemas.microsoft.com/office/drawing/2014/main"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a16:creationId xmlns:a16="http://schemas.microsoft.com/office/drawing/2014/main"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a16:creationId xmlns:a16="http://schemas.microsoft.com/office/drawing/2014/main"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a16:creationId xmlns:a16="http://schemas.microsoft.com/office/drawing/2014/main"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a16:creationId xmlns:a16="http://schemas.microsoft.com/office/drawing/2014/main"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a16:creationId xmlns:a16="http://schemas.microsoft.com/office/drawing/2014/main"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a16:creationId xmlns:a16="http://schemas.microsoft.com/office/drawing/2014/main"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a16:creationId xmlns:a16="http://schemas.microsoft.com/office/drawing/2014/main"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a16:creationId xmlns:a16="http://schemas.microsoft.com/office/drawing/2014/main"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a16:creationId xmlns:a16="http://schemas.microsoft.com/office/drawing/2014/main"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a16:creationId xmlns:a16="http://schemas.microsoft.com/office/drawing/2014/main"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a16:creationId xmlns:a16="http://schemas.microsoft.com/office/drawing/2014/main"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a16:creationId xmlns:a16="http://schemas.microsoft.com/office/drawing/2014/main"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a16:creationId xmlns:a16="http://schemas.microsoft.com/office/drawing/2014/main"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a16:creationId xmlns:a16="http://schemas.microsoft.com/office/drawing/2014/main"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a16:creationId xmlns:a16="http://schemas.microsoft.com/office/drawing/2014/main"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a16:creationId xmlns:a16="http://schemas.microsoft.com/office/drawing/2014/main"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a16:creationId xmlns:a16="http://schemas.microsoft.com/office/drawing/2014/main"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a16:creationId xmlns:a16="http://schemas.microsoft.com/office/drawing/2014/main"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a16:creationId xmlns:a16="http://schemas.microsoft.com/office/drawing/2014/main"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a16:creationId xmlns:a16="http://schemas.microsoft.com/office/drawing/2014/main"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a16:creationId xmlns:a16="http://schemas.microsoft.com/office/drawing/2014/main"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a16:creationId xmlns:a16="http://schemas.microsoft.com/office/drawing/2014/main"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a16:creationId xmlns:a16="http://schemas.microsoft.com/office/drawing/2014/main"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a16:creationId xmlns:a16="http://schemas.microsoft.com/office/drawing/2014/main"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a16:creationId xmlns:a16="http://schemas.microsoft.com/office/drawing/2014/main"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a16:creationId xmlns:a16="http://schemas.microsoft.com/office/drawing/2014/main"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a16:creationId xmlns:a16="http://schemas.microsoft.com/office/drawing/2014/main"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a16:creationId xmlns:a16="http://schemas.microsoft.com/office/drawing/2014/main"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a16:creationId xmlns:a16="http://schemas.microsoft.com/office/drawing/2014/main"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a16:creationId xmlns:a16="http://schemas.microsoft.com/office/drawing/2014/main"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a16:creationId xmlns:a16="http://schemas.microsoft.com/office/drawing/2014/main"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a16:creationId xmlns:a16="http://schemas.microsoft.com/office/drawing/2014/main"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a16:creationId xmlns:a16="http://schemas.microsoft.com/office/drawing/2014/main"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a16:creationId xmlns:a16="http://schemas.microsoft.com/office/drawing/2014/main"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a16:creationId xmlns:a16="http://schemas.microsoft.com/office/drawing/2014/main"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a16:creationId xmlns:a16="http://schemas.microsoft.com/office/drawing/2014/main"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a16:creationId xmlns:a16="http://schemas.microsoft.com/office/drawing/2014/main"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a16:creationId xmlns:a16="http://schemas.microsoft.com/office/drawing/2014/main"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a16:creationId xmlns:a16="http://schemas.microsoft.com/office/drawing/2014/main"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a16:creationId xmlns:a16="http://schemas.microsoft.com/office/drawing/2014/main"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a16:creationId xmlns:a16="http://schemas.microsoft.com/office/drawing/2014/main"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a16:creationId xmlns:a16="http://schemas.microsoft.com/office/drawing/2014/main"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a16:creationId xmlns:a16="http://schemas.microsoft.com/office/drawing/2014/main"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a16:creationId xmlns:a16="http://schemas.microsoft.com/office/drawing/2014/main"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a16:creationId xmlns:a16="http://schemas.microsoft.com/office/drawing/2014/main"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7413298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a16:creationId xmlns:a16="http://schemas.microsoft.com/office/drawing/2014/main"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a16:creationId xmlns:a16="http://schemas.microsoft.com/office/drawing/2014/main"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a16:creationId xmlns:a16="http://schemas.microsoft.com/office/drawing/2014/main"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a16:creationId xmlns:a16="http://schemas.microsoft.com/office/drawing/2014/main"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a16:creationId xmlns:a16="http://schemas.microsoft.com/office/drawing/2014/main"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a16:creationId xmlns:a16="http://schemas.microsoft.com/office/drawing/2014/main"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a16:creationId xmlns:a16="http://schemas.microsoft.com/office/drawing/2014/main"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a16:creationId xmlns:a16="http://schemas.microsoft.com/office/drawing/2014/main"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a16:creationId xmlns:a16="http://schemas.microsoft.com/office/drawing/2014/main"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a16:creationId xmlns:a16="http://schemas.microsoft.com/office/drawing/2014/main"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a16:creationId xmlns:a16="http://schemas.microsoft.com/office/drawing/2014/main"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a16:creationId xmlns:a16="http://schemas.microsoft.com/office/drawing/2014/main"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a16:creationId xmlns:a16="http://schemas.microsoft.com/office/drawing/2014/main"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a16:creationId xmlns:a16="http://schemas.microsoft.com/office/drawing/2014/main"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a16:creationId xmlns:a16="http://schemas.microsoft.com/office/drawing/2014/main"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a16:creationId xmlns:a16="http://schemas.microsoft.com/office/drawing/2014/main"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a16:creationId xmlns:a16="http://schemas.microsoft.com/office/drawing/2014/main"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a16:creationId xmlns:a16="http://schemas.microsoft.com/office/drawing/2014/main"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a16:creationId xmlns:a16="http://schemas.microsoft.com/office/drawing/2014/main"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a16:creationId xmlns:a16="http://schemas.microsoft.com/office/drawing/2014/main"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a16:creationId xmlns:a16="http://schemas.microsoft.com/office/drawing/2014/main"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a16:creationId xmlns:a16="http://schemas.microsoft.com/office/drawing/2014/main"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a16:creationId xmlns:a16="http://schemas.microsoft.com/office/drawing/2014/main"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a16:creationId xmlns:a16="http://schemas.microsoft.com/office/drawing/2014/main"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a16:creationId xmlns:a16="http://schemas.microsoft.com/office/drawing/2014/main"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a16:creationId xmlns:a16="http://schemas.microsoft.com/office/drawing/2014/main"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a16:creationId xmlns:a16="http://schemas.microsoft.com/office/drawing/2014/main"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a16:creationId xmlns:a16="http://schemas.microsoft.com/office/drawing/2014/main"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a16:creationId xmlns:a16="http://schemas.microsoft.com/office/drawing/2014/main"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a16:creationId xmlns:a16="http://schemas.microsoft.com/office/drawing/2014/main"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a16:creationId xmlns:a16="http://schemas.microsoft.com/office/drawing/2014/main"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a16:creationId xmlns:a16="http://schemas.microsoft.com/office/drawing/2014/main"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a16:creationId xmlns:a16="http://schemas.microsoft.com/office/drawing/2014/main"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a16:creationId xmlns:a16="http://schemas.microsoft.com/office/drawing/2014/main"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a16:creationId xmlns:a16="http://schemas.microsoft.com/office/drawing/2014/main"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a16:creationId xmlns:a16="http://schemas.microsoft.com/office/drawing/2014/main"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a16:creationId xmlns:a16="http://schemas.microsoft.com/office/drawing/2014/main"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a16:creationId xmlns:a16="http://schemas.microsoft.com/office/drawing/2014/main"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a16:creationId xmlns:a16="http://schemas.microsoft.com/office/drawing/2014/main"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a16:creationId xmlns:a16="http://schemas.microsoft.com/office/drawing/2014/main"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a16:creationId xmlns:a16="http://schemas.microsoft.com/office/drawing/2014/main"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a16:creationId xmlns:a16="http://schemas.microsoft.com/office/drawing/2014/main"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a16:creationId xmlns:a16="http://schemas.microsoft.com/office/drawing/2014/main"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a16:creationId xmlns:a16="http://schemas.microsoft.com/office/drawing/2014/main"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a16:creationId xmlns:a16="http://schemas.microsoft.com/office/drawing/2014/main"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a16:creationId xmlns:a16="http://schemas.microsoft.com/office/drawing/2014/main"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a16:creationId xmlns:a16="http://schemas.microsoft.com/office/drawing/2014/main"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a16:creationId xmlns:a16="http://schemas.microsoft.com/office/drawing/2014/main"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a16:creationId xmlns:a16="http://schemas.microsoft.com/office/drawing/2014/main"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a16:creationId xmlns:a16="http://schemas.microsoft.com/office/drawing/2014/main"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a16:creationId xmlns:a16="http://schemas.microsoft.com/office/drawing/2014/main"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4612190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a16:creationId xmlns:a16="http://schemas.microsoft.com/office/drawing/2014/main"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a16:creationId xmlns:a16="http://schemas.microsoft.com/office/drawing/2014/main"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a16:creationId xmlns:a16="http://schemas.microsoft.com/office/drawing/2014/main"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a16:creationId xmlns:a16="http://schemas.microsoft.com/office/drawing/2014/main"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a16:creationId xmlns:a16="http://schemas.microsoft.com/office/drawing/2014/main"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a16:creationId xmlns:a16="http://schemas.microsoft.com/office/drawing/2014/main"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a16:creationId xmlns:a16="http://schemas.microsoft.com/office/drawing/2014/main"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a16:creationId xmlns:a16="http://schemas.microsoft.com/office/drawing/2014/main"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a16:creationId xmlns:a16="http://schemas.microsoft.com/office/drawing/2014/main"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a16:creationId xmlns:a16="http://schemas.microsoft.com/office/drawing/2014/main"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a16:creationId xmlns:a16="http://schemas.microsoft.com/office/drawing/2014/main"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a16:creationId xmlns:a16="http://schemas.microsoft.com/office/drawing/2014/main"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a16:creationId xmlns:a16="http://schemas.microsoft.com/office/drawing/2014/main"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a16:creationId xmlns:a16="http://schemas.microsoft.com/office/drawing/2014/main"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a16:creationId xmlns:a16="http://schemas.microsoft.com/office/drawing/2014/main"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a16:creationId xmlns:a16="http://schemas.microsoft.com/office/drawing/2014/main"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a16:creationId xmlns:a16="http://schemas.microsoft.com/office/drawing/2014/main"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a16:creationId xmlns:a16="http://schemas.microsoft.com/office/drawing/2014/main"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a16:creationId xmlns:a16="http://schemas.microsoft.com/office/drawing/2014/main"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a16:creationId xmlns:a16="http://schemas.microsoft.com/office/drawing/2014/main"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a16:creationId xmlns:a16="http://schemas.microsoft.com/office/drawing/2014/main"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a16:creationId xmlns:a16="http://schemas.microsoft.com/office/drawing/2014/main"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a16:creationId xmlns:a16="http://schemas.microsoft.com/office/drawing/2014/main"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a16:creationId xmlns:a16="http://schemas.microsoft.com/office/drawing/2014/main"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a16:creationId xmlns:a16="http://schemas.microsoft.com/office/drawing/2014/main"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5093742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a16:creationId xmlns:a16="http://schemas.microsoft.com/office/drawing/2014/main"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a16:creationId xmlns:a16="http://schemas.microsoft.com/office/drawing/2014/main"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a16:creationId xmlns:a16="http://schemas.microsoft.com/office/drawing/2014/main"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a16:creationId xmlns:a16="http://schemas.microsoft.com/office/drawing/2014/main"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a16:creationId xmlns:a16="http://schemas.microsoft.com/office/drawing/2014/main"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a16:creationId xmlns:a16="http://schemas.microsoft.com/office/drawing/2014/main"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a16:creationId xmlns:a16="http://schemas.microsoft.com/office/drawing/2014/main"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a16:creationId xmlns:a16="http://schemas.microsoft.com/office/drawing/2014/main"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a16:creationId xmlns:a16="http://schemas.microsoft.com/office/drawing/2014/main"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a16:creationId xmlns:a16="http://schemas.microsoft.com/office/drawing/2014/main"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a16:creationId xmlns:a16="http://schemas.microsoft.com/office/drawing/2014/main"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a16:creationId xmlns:a16="http://schemas.microsoft.com/office/drawing/2014/main"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a16:creationId xmlns:a16="http://schemas.microsoft.com/office/drawing/2014/main"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a16:creationId xmlns:a16="http://schemas.microsoft.com/office/drawing/2014/main"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a16:creationId xmlns:a16="http://schemas.microsoft.com/office/drawing/2014/main"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a16:creationId xmlns:a16="http://schemas.microsoft.com/office/drawing/2014/main"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a16:creationId xmlns:a16="http://schemas.microsoft.com/office/drawing/2014/main"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a16:creationId xmlns:a16="http://schemas.microsoft.com/office/drawing/2014/main"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a16:creationId xmlns:a16="http://schemas.microsoft.com/office/drawing/2014/main"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a16:creationId xmlns:a16="http://schemas.microsoft.com/office/drawing/2014/main"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a16:creationId xmlns:a16="http://schemas.microsoft.com/office/drawing/2014/main"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a16:creationId xmlns:a16="http://schemas.microsoft.com/office/drawing/2014/main"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a16:creationId xmlns:a16="http://schemas.microsoft.com/office/drawing/2014/main"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a16:creationId xmlns:a16="http://schemas.microsoft.com/office/drawing/2014/main"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a16:creationId xmlns:a16="http://schemas.microsoft.com/office/drawing/2014/main"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a16:creationId xmlns:a16="http://schemas.microsoft.com/office/drawing/2014/main"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a16:creationId xmlns:a16="http://schemas.microsoft.com/office/drawing/2014/main"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a16:creationId xmlns:a16="http://schemas.microsoft.com/office/drawing/2014/main"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a16:creationId xmlns:a16="http://schemas.microsoft.com/office/drawing/2014/main"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a16:creationId xmlns:a16="http://schemas.microsoft.com/office/drawing/2014/main"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a16:creationId xmlns:a16="http://schemas.microsoft.com/office/drawing/2014/main"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a16:creationId xmlns:a16="http://schemas.microsoft.com/office/drawing/2014/main"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a16:creationId xmlns:a16="http://schemas.microsoft.com/office/drawing/2014/main"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a16:creationId xmlns:a16="http://schemas.microsoft.com/office/drawing/2014/main"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a16:creationId xmlns:a16="http://schemas.microsoft.com/office/drawing/2014/main"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a16:creationId xmlns:a16="http://schemas.microsoft.com/office/drawing/2014/main"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a16:creationId xmlns:a16="http://schemas.microsoft.com/office/drawing/2014/main"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a16:creationId xmlns:a16="http://schemas.microsoft.com/office/drawing/2014/main"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a16:creationId xmlns:a16="http://schemas.microsoft.com/office/drawing/2014/main"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a16:creationId xmlns:a16="http://schemas.microsoft.com/office/drawing/2014/main"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a16:creationId xmlns:a16="http://schemas.microsoft.com/office/drawing/2014/main"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a16:creationId xmlns:a16="http://schemas.microsoft.com/office/drawing/2014/main"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a16:creationId xmlns:a16="http://schemas.microsoft.com/office/drawing/2014/main"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a16:creationId xmlns:a16="http://schemas.microsoft.com/office/drawing/2014/main"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a16:creationId xmlns:a16="http://schemas.microsoft.com/office/drawing/2014/main"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a16:creationId xmlns:a16="http://schemas.microsoft.com/office/drawing/2014/main"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a16:creationId xmlns:a16="http://schemas.microsoft.com/office/drawing/2014/main"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a16:creationId xmlns:a16="http://schemas.microsoft.com/office/drawing/2014/main"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a16:creationId xmlns:a16="http://schemas.microsoft.com/office/drawing/2014/main"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a16:creationId xmlns:a16="http://schemas.microsoft.com/office/drawing/2014/main"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a16:creationId xmlns:a16="http://schemas.microsoft.com/office/drawing/2014/main"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a16:creationId xmlns:a16="http://schemas.microsoft.com/office/drawing/2014/main"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a16:creationId xmlns:a16="http://schemas.microsoft.com/office/drawing/2014/main"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a16:creationId xmlns:a16="http://schemas.microsoft.com/office/drawing/2014/main"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a16:creationId xmlns:a16="http://schemas.microsoft.com/office/drawing/2014/main"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a16:creationId xmlns:a16="http://schemas.microsoft.com/office/drawing/2014/main"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a16:creationId xmlns:a16="http://schemas.microsoft.com/office/drawing/2014/main"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a16:creationId xmlns:a16="http://schemas.microsoft.com/office/drawing/2014/main"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a16:creationId xmlns:a16="http://schemas.microsoft.com/office/drawing/2014/main"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a16:creationId xmlns:a16="http://schemas.microsoft.com/office/drawing/2014/main"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a16:creationId xmlns:a16="http://schemas.microsoft.com/office/drawing/2014/main"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a16:creationId xmlns:a16="http://schemas.microsoft.com/office/drawing/2014/main"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a16:creationId xmlns:a16="http://schemas.microsoft.com/office/drawing/2014/main"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a16:creationId xmlns:a16="http://schemas.microsoft.com/office/drawing/2014/main"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a16:creationId xmlns:a16="http://schemas.microsoft.com/office/drawing/2014/main"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a16:creationId xmlns:a16="http://schemas.microsoft.com/office/drawing/2014/main"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a16:creationId xmlns:a16="http://schemas.microsoft.com/office/drawing/2014/main"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a16:creationId xmlns:a16="http://schemas.microsoft.com/office/drawing/2014/main"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a16:creationId xmlns:a16="http://schemas.microsoft.com/office/drawing/2014/main"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a16:creationId xmlns:a16="http://schemas.microsoft.com/office/drawing/2014/main"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a16:creationId xmlns:a16="http://schemas.microsoft.com/office/drawing/2014/main"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a16:creationId xmlns:a16="http://schemas.microsoft.com/office/drawing/2014/main"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a16:creationId xmlns:a16="http://schemas.microsoft.com/office/drawing/2014/main"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a16:creationId xmlns:a16="http://schemas.microsoft.com/office/drawing/2014/main"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a16:creationId xmlns:a16="http://schemas.microsoft.com/office/drawing/2014/main"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a16:creationId xmlns:a16="http://schemas.microsoft.com/office/drawing/2014/main"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a16:creationId xmlns:a16="http://schemas.microsoft.com/office/drawing/2014/main"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a16:creationId xmlns:a16="http://schemas.microsoft.com/office/drawing/2014/main"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a16:creationId xmlns:a16="http://schemas.microsoft.com/office/drawing/2014/main"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a16:creationId xmlns:a16="http://schemas.microsoft.com/office/drawing/2014/main"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a16:creationId xmlns:a16="http://schemas.microsoft.com/office/drawing/2014/main"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a16:creationId xmlns:a16="http://schemas.microsoft.com/office/drawing/2014/main"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a16:creationId xmlns:a16="http://schemas.microsoft.com/office/drawing/2014/main"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a16:creationId xmlns:a16="http://schemas.microsoft.com/office/drawing/2014/main"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a16:creationId xmlns:a16="http://schemas.microsoft.com/office/drawing/2014/main"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a16:creationId xmlns:a16="http://schemas.microsoft.com/office/drawing/2014/main"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a16:creationId xmlns:a16="http://schemas.microsoft.com/office/drawing/2014/main"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a16:creationId xmlns:a16="http://schemas.microsoft.com/office/drawing/2014/main"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a16:creationId xmlns:a16="http://schemas.microsoft.com/office/drawing/2014/main"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a16:creationId xmlns:a16="http://schemas.microsoft.com/office/drawing/2014/main"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a16:creationId xmlns:a16="http://schemas.microsoft.com/office/drawing/2014/main"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a16:creationId xmlns:a16="http://schemas.microsoft.com/office/drawing/2014/main"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a16:creationId xmlns:a16="http://schemas.microsoft.com/office/drawing/2014/main"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a16:creationId xmlns:a16="http://schemas.microsoft.com/office/drawing/2014/main"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a16:creationId xmlns:a16="http://schemas.microsoft.com/office/drawing/2014/main"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a16:creationId xmlns:a16="http://schemas.microsoft.com/office/drawing/2014/main"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a16:creationId xmlns:a16="http://schemas.microsoft.com/office/drawing/2014/main"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a16:creationId xmlns:a16="http://schemas.microsoft.com/office/drawing/2014/main"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a16:creationId xmlns:a16="http://schemas.microsoft.com/office/drawing/2014/main"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a16:creationId xmlns:a16="http://schemas.microsoft.com/office/drawing/2014/main"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a16:creationId xmlns:a16="http://schemas.microsoft.com/office/drawing/2014/main"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a16:creationId xmlns:a16="http://schemas.microsoft.com/office/drawing/2014/main"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a16:creationId xmlns:a16="http://schemas.microsoft.com/office/drawing/2014/main"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a16:creationId xmlns:a16="http://schemas.microsoft.com/office/drawing/2014/main"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a16:creationId xmlns:a16="http://schemas.microsoft.com/office/drawing/2014/main"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a16:creationId xmlns:a16="http://schemas.microsoft.com/office/drawing/2014/main"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a16:creationId xmlns:a16="http://schemas.microsoft.com/office/drawing/2014/main"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a16:creationId xmlns:a16="http://schemas.microsoft.com/office/drawing/2014/main"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a16:creationId xmlns:a16="http://schemas.microsoft.com/office/drawing/2014/main"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a16:creationId xmlns:a16="http://schemas.microsoft.com/office/drawing/2014/main"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a16:creationId xmlns:a16="http://schemas.microsoft.com/office/drawing/2014/main"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a16:creationId xmlns:a16="http://schemas.microsoft.com/office/drawing/2014/main"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a16:creationId xmlns:a16="http://schemas.microsoft.com/office/drawing/2014/main"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a16:creationId xmlns:a16="http://schemas.microsoft.com/office/drawing/2014/main"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a16:creationId xmlns:a16="http://schemas.microsoft.com/office/drawing/2014/main"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a16:creationId xmlns:a16="http://schemas.microsoft.com/office/drawing/2014/main"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a16:creationId xmlns:a16="http://schemas.microsoft.com/office/drawing/2014/main"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a16:creationId xmlns:a16="http://schemas.microsoft.com/office/drawing/2014/main"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a16:creationId xmlns:a16="http://schemas.microsoft.com/office/drawing/2014/main"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a16:creationId xmlns:a16="http://schemas.microsoft.com/office/drawing/2014/main"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a16:creationId xmlns:a16="http://schemas.microsoft.com/office/drawing/2014/main"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a16:creationId xmlns:a16="http://schemas.microsoft.com/office/drawing/2014/main"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a16:creationId xmlns:a16="http://schemas.microsoft.com/office/drawing/2014/main"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a16:creationId xmlns:a16="http://schemas.microsoft.com/office/drawing/2014/main"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a16:creationId xmlns:a16="http://schemas.microsoft.com/office/drawing/2014/main"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a16:creationId xmlns:a16="http://schemas.microsoft.com/office/drawing/2014/main"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a16:creationId xmlns:a16="http://schemas.microsoft.com/office/drawing/2014/main"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a16:creationId xmlns:a16="http://schemas.microsoft.com/office/drawing/2014/main"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a16:creationId xmlns:a16="http://schemas.microsoft.com/office/drawing/2014/main"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a16:creationId xmlns:a16="http://schemas.microsoft.com/office/drawing/2014/main"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a16:creationId xmlns:a16="http://schemas.microsoft.com/office/drawing/2014/main"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a16:creationId xmlns:a16="http://schemas.microsoft.com/office/drawing/2014/main"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a16:creationId xmlns:a16="http://schemas.microsoft.com/office/drawing/2014/main"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a16:creationId xmlns:a16="http://schemas.microsoft.com/office/drawing/2014/main"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a16:creationId xmlns:a16="http://schemas.microsoft.com/office/drawing/2014/main"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74501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a16:creationId xmlns:a16="http://schemas.microsoft.com/office/drawing/2014/main"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a16:creationId xmlns:a16="http://schemas.microsoft.com/office/drawing/2014/main"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a16:creationId xmlns:a16="http://schemas.microsoft.com/office/drawing/2014/main"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a16:creationId xmlns:a16="http://schemas.microsoft.com/office/drawing/2014/main"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a16:creationId xmlns:a16="http://schemas.microsoft.com/office/drawing/2014/main"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a16:creationId xmlns:a16="http://schemas.microsoft.com/office/drawing/2014/main"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a16:creationId xmlns:a16="http://schemas.microsoft.com/office/drawing/2014/main"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a16:creationId xmlns:a16="http://schemas.microsoft.com/office/drawing/2014/main"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a16:creationId xmlns:a16="http://schemas.microsoft.com/office/drawing/2014/main"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a16:creationId xmlns:a16="http://schemas.microsoft.com/office/drawing/2014/main"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a16:creationId xmlns:a16="http://schemas.microsoft.com/office/drawing/2014/main"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a16:creationId xmlns:a16="http://schemas.microsoft.com/office/drawing/2014/main"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a16:creationId xmlns:a16="http://schemas.microsoft.com/office/drawing/2014/main"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a16:creationId xmlns:a16="http://schemas.microsoft.com/office/drawing/2014/main"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a16:creationId xmlns:a16="http://schemas.microsoft.com/office/drawing/2014/main"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a16:creationId xmlns:a16="http://schemas.microsoft.com/office/drawing/2014/main"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a16:creationId xmlns:a16="http://schemas.microsoft.com/office/drawing/2014/main"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a16:creationId xmlns:a16="http://schemas.microsoft.com/office/drawing/2014/main"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a16:creationId xmlns:a16="http://schemas.microsoft.com/office/drawing/2014/main"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a16:creationId xmlns:a16="http://schemas.microsoft.com/office/drawing/2014/main"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a16:creationId xmlns:a16="http://schemas.microsoft.com/office/drawing/2014/main"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a16:creationId xmlns:a16="http://schemas.microsoft.com/office/drawing/2014/main"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a16:creationId xmlns:a16="http://schemas.microsoft.com/office/drawing/2014/main"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a16:creationId xmlns:a16="http://schemas.microsoft.com/office/drawing/2014/main"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a16:creationId xmlns:a16="http://schemas.microsoft.com/office/drawing/2014/main"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a16:creationId xmlns:a16="http://schemas.microsoft.com/office/drawing/2014/main"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a16:creationId xmlns:a16="http://schemas.microsoft.com/office/drawing/2014/main"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a16:creationId xmlns:a16="http://schemas.microsoft.com/office/drawing/2014/main"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a16:creationId xmlns:a16="http://schemas.microsoft.com/office/drawing/2014/main"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a16:creationId xmlns:a16="http://schemas.microsoft.com/office/drawing/2014/main"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a16:creationId xmlns:a16="http://schemas.microsoft.com/office/drawing/2014/main"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a16:creationId xmlns:a16="http://schemas.microsoft.com/office/drawing/2014/main"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a16:creationId xmlns:a16="http://schemas.microsoft.com/office/drawing/2014/main"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a16:creationId xmlns:a16="http://schemas.microsoft.com/office/drawing/2014/main"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a16:creationId xmlns:a16="http://schemas.microsoft.com/office/drawing/2014/main"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a16:creationId xmlns:a16="http://schemas.microsoft.com/office/drawing/2014/main"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a16:creationId xmlns:a16="http://schemas.microsoft.com/office/drawing/2014/main"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a16:creationId xmlns:a16="http://schemas.microsoft.com/office/drawing/2014/main"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a16:creationId xmlns:a16="http://schemas.microsoft.com/office/drawing/2014/main"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a16:creationId xmlns:a16="http://schemas.microsoft.com/office/drawing/2014/main"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a16:creationId xmlns:a16="http://schemas.microsoft.com/office/drawing/2014/main"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a16:creationId xmlns:a16="http://schemas.microsoft.com/office/drawing/2014/main"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a16:creationId xmlns:a16="http://schemas.microsoft.com/office/drawing/2014/main"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a16:creationId xmlns:a16="http://schemas.microsoft.com/office/drawing/2014/main"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a16:creationId xmlns:a16="http://schemas.microsoft.com/office/drawing/2014/main"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a16:creationId xmlns:a16="http://schemas.microsoft.com/office/drawing/2014/main"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a16:creationId xmlns:a16="http://schemas.microsoft.com/office/drawing/2014/main"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a16:creationId xmlns:a16="http://schemas.microsoft.com/office/drawing/2014/main"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a16:creationId xmlns:a16="http://schemas.microsoft.com/office/drawing/2014/main"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a16:creationId xmlns:a16="http://schemas.microsoft.com/office/drawing/2014/main"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a16:creationId xmlns:a16="http://schemas.microsoft.com/office/drawing/2014/main"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a16:creationId xmlns:a16="http://schemas.microsoft.com/office/drawing/2014/main"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a16:creationId xmlns:a16="http://schemas.microsoft.com/office/drawing/2014/main"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a16:creationId xmlns:a16="http://schemas.microsoft.com/office/drawing/2014/main"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a16:creationId xmlns:a16="http://schemas.microsoft.com/office/drawing/2014/main"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a16:creationId xmlns:a16="http://schemas.microsoft.com/office/drawing/2014/main"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a16:creationId xmlns:a16="http://schemas.microsoft.com/office/drawing/2014/main"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a16:creationId xmlns:a16="http://schemas.microsoft.com/office/drawing/2014/main"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a16:creationId xmlns:a16="http://schemas.microsoft.com/office/drawing/2014/main"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a16:creationId xmlns:a16="http://schemas.microsoft.com/office/drawing/2014/main"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a16:creationId xmlns:a16="http://schemas.microsoft.com/office/drawing/2014/main"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a16:creationId xmlns:a16="http://schemas.microsoft.com/office/drawing/2014/main"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a16:creationId xmlns:a16="http://schemas.microsoft.com/office/drawing/2014/main"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a16:creationId xmlns:a16="http://schemas.microsoft.com/office/drawing/2014/main"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a16:creationId xmlns:a16="http://schemas.microsoft.com/office/drawing/2014/main"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a16:creationId xmlns:a16="http://schemas.microsoft.com/office/drawing/2014/main"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a16:creationId xmlns:a16="http://schemas.microsoft.com/office/drawing/2014/main"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a16:creationId xmlns:a16="http://schemas.microsoft.com/office/drawing/2014/main"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a16:creationId xmlns:a16="http://schemas.microsoft.com/office/drawing/2014/main"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a16:creationId xmlns:a16="http://schemas.microsoft.com/office/drawing/2014/main"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a16:creationId xmlns:a16="http://schemas.microsoft.com/office/drawing/2014/main"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a16:creationId xmlns:a16="http://schemas.microsoft.com/office/drawing/2014/main"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a16:creationId xmlns:a16="http://schemas.microsoft.com/office/drawing/2014/main"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a16:creationId xmlns:a16="http://schemas.microsoft.com/office/drawing/2014/main"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a16:creationId xmlns:a16="http://schemas.microsoft.com/office/drawing/2014/main"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a16:creationId xmlns:a16="http://schemas.microsoft.com/office/drawing/2014/main"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a16:creationId xmlns:a16="http://schemas.microsoft.com/office/drawing/2014/main"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a16:creationId xmlns:a16="http://schemas.microsoft.com/office/drawing/2014/main"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a16:creationId xmlns:a16="http://schemas.microsoft.com/office/drawing/2014/main"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a16:creationId xmlns:a16="http://schemas.microsoft.com/office/drawing/2014/main"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a16:creationId xmlns:a16="http://schemas.microsoft.com/office/drawing/2014/main"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a16:creationId xmlns:a16="http://schemas.microsoft.com/office/drawing/2014/main"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a16:creationId xmlns:a16="http://schemas.microsoft.com/office/drawing/2014/main"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a16:creationId xmlns:a16="http://schemas.microsoft.com/office/drawing/2014/main"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a16:creationId xmlns:a16="http://schemas.microsoft.com/office/drawing/2014/main"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a16:creationId xmlns:a16="http://schemas.microsoft.com/office/drawing/2014/main"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a16:creationId xmlns:a16="http://schemas.microsoft.com/office/drawing/2014/main"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a16:creationId xmlns:a16="http://schemas.microsoft.com/office/drawing/2014/main"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a16:creationId xmlns:a16="http://schemas.microsoft.com/office/drawing/2014/main"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a16:creationId xmlns:a16="http://schemas.microsoft.com/office/drawing/2014/main"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a16:creationId xmlns:a16="http://schemas.microsoft.com/office/drawing/2014/main"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a16:creationId xmlns:a16="http://schemas.microsoft.com/office/drawing/2014/main"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a16:creationId xmlns:a16="http://schemas.microsoft.com/office/drawing/2014/main"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a16:creationId xmlns:a16="http://schemas.microsoft.com/office/drawing/2014/main"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a16:creationId xmlns:a16="http://schemas.microsoft.com/office/drawing/2014/main"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77730621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a16:creationId xmlns:a16="http://schemas.microsoft.com/office/drawing/2014/main"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a16:creationId xmlns:a16="http://schemas.microsoft.com/office/drawing/2014/main"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a16:creationId xmlns:a16="http://schemas.microsoft.com/office/drawing/2014/main"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a16:creationId xmlns:a16="http://schemas.microsoft.com/office/drawing/2014/main"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a16:creationId xmlns:a16="http://schemas.microsoft.com/office/drawing/2014/main"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a16:creationId xmlns:a16="http://schemas.microsoft.com/office/drawing/2014/main"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a16:creationId xmlns:a16="http://schemas.microsoft.com/office/drawing/2014/main"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a16:creationId xmlns:a16="http://schemas.microsoft.com/office/drawing/2014/main"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a16:creationId xmlns:a16="http://schemas.microsoft.com/office/drawing/2014/main"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a16:creationId xmlns:a16="http://schemas.microsoft.com/office/drawing/2014/main"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a16:creationId xmlns:a16="http://schemas.microsoft.com/office/drawing/2014/main"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a16:creationId xmlns:a16="http://schemas.microsoft.com/office/drawing/2014/main"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a16:creationId xmlns:a16="http://schemas.microsoft.com/office/drawing/2014/main"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a16:creationId xmlns:a16="http://schemas.microsoft.com/office/drawing/2014/main"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a16:creationId xmlns:a16="http://schemas.microsoft.com/office/drawing/2014/main"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a16:creationId xmlns:a16="http://schemas.microsoft.com/office/drawing/2014/main"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a16:creationId xmlns:a16="http://schemas.microsoft.com/office/drawing/2014/main"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a16:creationId xmlns:a16="http://schemas.microsoft.com/office/drawing/2014/main"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a16:creationId xmlns:a16="http://schemas.microsoft.com/office/drawing/2014/main"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a16:creationId xmlns:a16="http://schemas.microsoft.com/office/drawing/2014/main"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a16:creationId xmlns:a16="http://schemas.microsoft.com/office/drawing/2014/main"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a16:creationId xmlns:a16="http://schemas.microsoft.com/office/drawing/2014/main"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a16:creationId xmlns:a16="http://schemas.microsoft.com/office/drawing/2014/main"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a16:creationId xmlns:a16="http://schemas.microsoft.com/office/drawing/2014/main"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a16:creationId xmlns:a16="http://schemas.microsoft.com/office/drawing/2014/main"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a16:creationId xmlns:a16="http://schemas.microsoft.com/office/drawing/2014/main"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a16:creationId xmlns:a16="http://schemas.microsoft.com/office/drawing/2014/main"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a16:creationId xmlns:a16="http://schemas.microsoft.com/office/drawing/2014/main"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a16:creationId xmlns:a16="http://schemas.microsoft.com/office/drawing/2014/main"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a16:creationId xmlns:a16="http://schemas.microsoft.com/office/drawing/2014/main"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a16:creationId xmlns:a16="http://schemas.microsoft.com/office/drawing/2014/main"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a16:creationId xmlns:a16="http://schemas.microsoft.com/office/drawing/2014/main"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a16:creationId xmlns:a16="http://schemas.microsoft.com/office/drawing/2014/main"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a16:creationId xmlns:a16="http://schemas.microsoft.com/office/drawing/2014/main"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a16:creationId xmlns:a16="http://schemas.microsoft.com/office/drawing/2014/main"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a16:creationId xmlns:a16="http://schemas.microsoft.com/office/drawing/2014/main"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a16:creationId xmlns:a16="http://schemas.microsoft.com/office/drawing/2014/main"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a16:creationId xmlns:a16="http://schemas.microsoft.com/office/drawing/2014/main"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a16:creationId xmlns:a16="http://schemas.microsoft.com/office/drawing/2014/main"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a16:creationId xmlns:a16="http://schemas.microsoft.com/office/drawing/2014/main"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a16:creationId xmlns:a16="http://schemas.microsoft.com/office/drawing/2014/main"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a16:creationId xmlns:a16="http://schemas.microsoft.com/office/drawing/2014/main"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a16:creationId xmlns:a16="http://schemas.microsoft.com/office/drawing/2014/main"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a16:creationId xmlns:a16="http://schemas.microsoft.com/office/drawing/2014/main"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a16:creationId xmlns:a16="http://schemas.microsoft.com/office/drawing/2014/main"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a16:creationId xmlns:a16="http://schemas.microsoft.com/office/drawing/2014/main"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a16:creationId xmlns:a16="http://schemas.microsoft.com/office/drawing/2014/main"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a16:creationId xmlns:a16="http://schemas.microsoft.com/office/drawing/2014/main"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a16:creationId xmlns:a16="http://schemas.microsoft.com/office/drawing/2014/main"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a16:creationId xmlns:a16="http://schemas.microsoft.com/office/drawing/2014/main"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a16:creationId xmlns:a16="http://schemas.microsoft.com/office/drawing/2014/main"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a16:creationId xmlns:a16="http://schemas.microsoft.com/office/drawing/2014/main"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a16:creationId xmlns:a16="http://schemas.microsoft.com/office/drawing/2014/main"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a16:creationId xmlns:a16="http://schemas.microsoft.com/office/drawing/2014/main"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a16:creationId xmlns:a16="http://schemas.microsoft.com/office/drawing/2014/main"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a16:creationId xmlns:a16="http://schemas.microsoft.com/office/drawing/2014/main"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a16:creationId xmlns:a16="http://schemas.microsoft.com/office/drawing/2014/main"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a16:creationId xmlns:a16="http://schemas.microsoft.com/office/drawing/2014/main"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a16:creationId xmlns:a16="http://schemas.microsoft.com/office/drawing/2014/main"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a16:creationId xmlns:a16="http://schemas.microsoft.com/office/drawing/2014/main"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a16:creationId xmlns:a16="http://schemas.microsoft.com/office/drawing/2014/main"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a16:creationId xmlns:a16="http://schemas.microsoft.com/office/drawing/2014/main"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a16:creationId xmlns:a16="http://schemas.microsoft.com/office/drawing/2014/main"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a16:creationId xmlns:a16="http://schemas.microsoft.com/office/drawing/2014/main"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a16:creationId xmlns:a16="http://schemas.microsoft.com/office/drawing/2014/main"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a16:creationId xmlns:a16="http://schemas.microsoft.com/office/drawing/2014/main"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a16:creationId xmlns:a16="http://schemas.microsoft.com/office/drawing/2014/main"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a16:creationId xmlns:a16="http://schemas.microsoft.com/office/drawing/2014/main"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a16:creationId xmlns:a16="http://schemas.microsoft.com/office/drawing/2014/main"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a16:creationId xmlns:a16="http://schemas.microsoft.com/office/drawing/2014/main"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a16:creationId xmlns:a16="http://schemas.microsoft.com/office/drawing/2014/main"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a16:creationId xmlns:a16="http://schemas.microsoft.com/office/drawing/2014/main"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a16:creationId xmlns:a16="http://schemas.microsoft.com/office/drawing/2014/main"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a16:creationId xmlns:a16="http://schemas.microsoft.com/office/drawing/2014/main"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a16:creationId xmlns:a16="http://schemas.microsoft.com/office/drawing/2014/main"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a16:creationId xmlns:a16="http://schemas.microsoft.com/office/drawing/2014/main"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a16:creationId xmlns:a16="http://schemas.microsoft.com/office/drawing/2014/main"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a16:creationId xmlns:a16="http://schemas.microsoft.com/office/drawing/2014/main"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a16:creationId xmlns:a16="http://schemas.microsoft.com/office/drawing/2014/main"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a16:creationId xmlns:a16="http://schemas.microsoft.com/office/drawing/2014/main"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a16:creationId xmlns:a16="http://schemas.microsoft.com/office/drawing/2014/main"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a16:creationId xmlns:a16="http://schemas.microsoft.com/office/drawing/2014/main"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a16:creationId xmlns:a16="http://schemas.microsoft.com/office/drawing/2014/main"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a16:creationId xmlns:a16="http://schemas.microsoft.com/office/drawing/2014/main"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a16:creationId xmlns:a16="http://schemas.microsoft.com/office/drawing/2014/main"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a16:creationId xmlns:a16="http://schemas.microsoft.com/office/drawing/2014/main"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a16:creationId xmlns:a16="http://schemas.microsoft.com/office/drawing/2014/main"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a16:creationId xmlns:a16="http://schemas.microsoft.com/office/drawing/2014/main"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a16:creationId xmlns:a16="http://schemas.microsoft.com/office/drawing/2014/main"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a16:creationId xmlns:a16="http://schemas.microsoft.com/office/drawing/2014/main"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a16:creationId xmlns:a16="http://schemas.microsoft.com/office/drawing/2014/main"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a16:creationId xmlns:a16="http://schemas.microsoft.com/office/drawing/2014/main"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a16:creationId xmlns:a16="http://schemas.microsoft.com/office/drawing/2014/main"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a16:creationId xmlns:a16="http://schemas.microsoft.com/office/drawing/2014/main"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a16:creationId xmlns:a16="http://schemas.microsoft.com/office/drawing/2014/main"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a16:creationId xmlns:a16="http://schemas.microsoft.com/office/drawing/2014/main"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a16:creationId xmlns:a16="http://schemas.microsoft.com/office/drawing/2014/main"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a16:creationId xmlns:a16="http://schemas.microsoft.com/office/drawing/2014/main"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a16:creationId xmlns:a16="http://schemas.microsoft.com/office/drawing/2014/main"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a16:creationId xmlns:a16="http://schemas.microsoft.com/office/drawing/2014/main"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a16:creationId xmlns:a16="http://schemas.microsoft.com/office/drawing/2014/main"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a16:creationId xmlns:a16="http://schemas.microsoft.com/office/drawing/2014/main"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a16:creationId xmlns:a16="http://schemas.microsoft.com/office/drawing/2014/main"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a16:creationId xmlns:a16="http://schemas.microsoft.com/office/drawing/2014/main"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a16:creationId xmlns:a16="http://schemas.microsoft.com/office/drawing/2014/main"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a16:creationId xmlns:a16="http://schemas.microsoft.com/office/drawing/2014/main"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a16:creationId xmlns:a16="http://schemas.microsoft.com/office/drawing/2014/main"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a16:creationId xmlns:a16="http://schemas.microsoft.com/office/drawing/2014/main"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a16:creationId xmlns:a16="http://schemas.microsoft.com/office/drawing/2014/main"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a16:creationId xmlns:a16="http://schemas.microsoft.com/office/drawing/2014/main"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a16:creationId xmlns:a16="http://schemas.microsoft.com/office/drawing/2014/main"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a16:creationId xmlns:a16="http://schemas.microsoft.com/office/drawing/2014/main"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a16:creationId xmlns:a16="http://schemas.microsoft.com/office/drawing/2014/main"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671117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a16:creationId xmlns:a16="http://schemas.microsoft.com/office/drawing/2014/main"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a16:creationId xmlns:a16="http://schemas.microsoft.com/office/drawing/2014/main"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a16:creationId xmlns:a16="http://schemas.microsoft.com/office/drawing/2014/main"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a16:creationId xmlns:a16="http://schemas.microsoft.com/office/drawing/2014/main"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a16:creationId xmlns:a16="http://schemas.microsoft.com/office/drawing/2014/main"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a16:creationId xmlns:a16="http://schemas.microsoft.com/office/drawing/2014/main"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a16:creationId xmlns:a16="http://schemas.microsoft.com/office/drawing/2014/main"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a16:creationId xmlns:a16="http://schemas.microsoft.com/office/drawing/2014/main"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a16:creationId xmlns:a16="http://schemas.microsoft.com/office/drawing/2014/main"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a16:creationId xmlns:a16="http://schemas.microsoft.com/office/drawing/2014/main"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a16:creationId xmlns:a16="http://schemas.microsoft.com/office/drawing/2014/main"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a16:creationId xmlns:a16="http://schemas.microsoft.com/office/drawing/2014/main"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a16:creationId xmlns:a16="http://schemas.microsoft.com/office/drawing/2014/main"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a16:creationId xmlns:a16="http://schemas.microsoft.com/office/drawing/2014/main"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a16:creationId xmlns:a16="http://schemas.microsoft.com/office/drawing/2014/main"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a16:creationId xmlns:a16="http://schemas.microsoft.com/office/drawing/2014/main"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a16:creationId xmlns:a16="http://schemas.microsoft.com/office/drawing/2014/main"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a16:creationId xmlns:a16="http://schemas.microsoft.com/office/drawing/2014/main"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a16:creationId xmlns:a16="http://schemas.microsoft.com/office/drawing/2014/main"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a16:creationId xmlns:a16="http://schemas.microsoft.com/office/drawing/2014/main"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a16:creationId xmlns:a16="http://schemas.microsoft.com/office/drawing/2014/main"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a16:creationId xmlns:a16="http://schemas.microsoft.com/office/drawing/2014/main"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a16:creationId xmlns:a16="http://schemas.microsoft.com/office/drawing/2014/main"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a16:creationId xmlns:a16="http://schemas.microsoft.com/office/drawing/2014/main"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a16:creationId xmlns:a16="http://schemas.microsoft.com/office/drawing/2014/main"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a16:creationId xmlns:a16="http://schemas.microsoft.com/office/drawing/2014/main"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a16:creationId xmlns:a16="http://schemas.microsoft.com/office/drawing/2014/main"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a16:creationId xmlns:a16="http://schemas.microsoft.com/office/drawing/2014/main"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a16:creationId xmlns:a16="http://schemas.microsoft.com/office/drawing/2014/main"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a16:creationId xmlns:a16="http://schemas.microsoft.com/office/drawing/2014/main"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a16:creationId xmlns:a16="http://schemas.microsoft.com/office/drawing/2014/main"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a16:creationId xmlns:a16="http://schemas.microsoft.com/office/drawing/2014/main"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a16:creationId xmlns:a16="http://schemas.microsoft.com/office/drawing/2014/main"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a16:creationId xmlns:a16="http://schemas.microsoft.com/office/drawing/2014/main"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a16:creationId xmlns:a16="http://schemas.microsoft.com/office/drawing/2014/main"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a16:creationId xmlns:a16="http://schemas.microsoft.com/office/drawing/2014/main"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a16:creationId xmlns:a16="http://schemas.microsoft.com/office/drawing/2014/main"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a16:creationId xmlns:a16="http://schemas.microsoft.com/office/drawing/2014/main"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a16:creationId xmlns:a16="http://schemas.microsoft.com/office/drawing/2014/main"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a16:creationId xmlns:a16="http://schemas.microsoft.com/office/drawing/2014/main"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a16:creationId xmlns:a16="http://schemas.microsoft.com/office/drawing/2014/main"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a16:creationId xmlns:a16="http://schemas.microsoft.com/office/drawing/2014/main"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a16:creationId xmlns:a16="http://schemas.microsoft.com/office/drawing/2014/main"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a16:creationId xmlns:a16="http://schemas.microsoft.com/office/drawing/2014/main"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a16:creationId xmlns:a16="http://schemas.microsoft.com/office/drawing/2014/main"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a16:creationId xmlns:a16="http://schemas.microsoft.com/office/drawing/2014/main"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a16:creationId xmlns:a16="http://schemas.microsoft.com/office/drawing/2014/main"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a16:creationId xmlns:a16="http://schemas.microsoft.com/office/drawing/2014/main"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a16:creationId xmlns:a16="http://schemas.microsoft.com/office/drawing/2014/main"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a16:creationId xmlns:a16="http://schemas.microsoft.com/office/drawing/2014/main"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3693174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a16:creationId xmlns:a16="http://schemas.microsoft.com/office/drawing/2014/main"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a16:creationId xmlns:a16="http://schemas.microsoft.com/office/drawing/2014/main"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a16:creationId xmlns:a16="http://schemas.microsoft.com/office/drawing/2014/main"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a16:creationId xmlns:a16="http://schemas.microsoft.com/office/drawing/2014/main"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a16:creationId xmlns:a16="http://schemas.microsoft.com/office/drawing/2014/main"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a16:creationId xmlns:a16="http://schemas.microsoft.com/office/drawing/2014/main"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a16:creationId xmlns:a16="http://schemas.microsoft.com/office/drawing/2014/main"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a16:creationId xmlns:a16="http://schemas.microsoft.com/office/drawing/2014/main"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a16:creationId xmlns:a16="http://schemas.microsoft.com/office/drawing/2014/main"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a16:creationId xmlns:a16="http://schemas.microsoft.com/office/drawing/2014/main"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a16:creationId xmlns:a16="http://schemas.microsoft.com/office/drawing/2014/main"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a16:creationId xmlns:a16="http://schemas.microsoft.com/office/drawing/2014/main"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a16:creationId xmlns:a16="http://schemas.microsoft.com/office/drawing/2014/main"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a16:creationId xmlns:a16="http://schemas.microsoft.com/office/drawing/2014/main"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a16:creationId xmlns:a16="http://schemas.microsoft.com/office/drawing/2014/main"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a16:creationId xmlns:a16="http://schemas.microsoft.com/office/drawing/2014/main"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a16:creationId xmlns:a16="http://schemas.microsoft.com/office/drawing/2014/main"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a16:creationId xmlns:a16="http://schemas.microsoft.com/office/drawing/2014/main"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a16:creationId xmlns:a16="http://schemas.microsoft.com/office/drawing/2014/main"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a16:creationId xmlns:a16="http://schemas.microsoft.com/office/drawing/2014/main"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a16:creationId xmlns:a16="http://schemas.microsoft.com/office/drawing/2014/main"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a16:creationId xmlns:a16="http://schemas.microsoft.com/office/drawing/2014/main"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a16:creationId xmlns:a16="http://schemas.microsoft.com/office/drawing/2014/main"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a16:creationId xmlns:a16="http://schemas.microsoft.com/office/drawing/2014/main"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a16:creationId xmlns:a16="http://schemas.microsoft.com/office/drawing/2014/main"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a16:creationId xmlns:a16="http://schemas.microsoft.com/office/drawing/2014/main"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a16:creationId xmlns:a16="http://schemas.microsoft.com/office/drawing/2014/main"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a16:creationId xmlns:a16="http://schemas.microsoft.com/office/drawing/2014/main"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a16:creationId xmlns:a16="http://schemas.microsoft.com/office/drawing/2014/main"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a16:creationId xmlns:a16="http://schemas.microsoft.com/office/drawing/2014/main"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a16:creationId xmlns:a16="http://schemas.microsoft.com/office/drawing/2014/main"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a16:creationId xmlns:a16="http://schemas.microsoft.com/office/drawing/2014/main"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a16:creationId xmlns:a16="http://schemas.microsoft.com/office/drawing/2014/main"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a16:creationId xmlns:a16="http://schemas.microsoft.com/office/drawing/2014/main"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a16:creationId xmlns:a16="http://schemas.microsoft.com/office/drawing/2014/main"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a16:creationId xmlns:a16="http://schemas.microsoft.com/office/drawing/2014/main"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a16:creationId xmlns:a16="http://schemas.microsoft.com/office/drawing/2014/main"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a16:creationId xmlns:a16="http://schemas.microsoft.com/office/drawing/2014/main"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a16:creationId xmlns:a16="http://schemas.microsoft.com/office/drawing/2014/main"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a16:creationId xmlns:a16="http://schemas.microsoft.com/office/drawing/2014/main"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a16:creationId xmlns:a16="http://schemas.microsoft.com/office/drawing/2014/main"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a16:creationId xmlns:a16="http://schemas.microsoft.com/office/drawing/2014/main"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a16:creationId xmlns:a16="http://schemas.microsoft.com/office/drawing/2014/main"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a16:creationId xmlns:a16="http://schemas.microsoft.com/office/drawing/2014/main"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a16:creationId xmlns:a16="http://schemas.microsoft.com/office/drawing/2014/main"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a16:creationId xmlns:a16="http://schemas.microsoft.com/office/drawing/2014/main"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a16:creationId xmlns:a16="http://schemas.microsoft.com/office/drawing/2014/main"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a16:creationId xmlns:a16="http://schemas.microsoft.com/office/drawing/2014/main"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a16:creationId xmlns:a16="http://schemas.microsoft.com/office/drawing/2014/main"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a16:creationId xmlns:a16="http://schemas.microsoft.com/office/drawing/2014/main"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a16:creationId xmlns:a16="http://schemas.microsoft.com/office/drawing/2014/main"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a16:creationId xmlns:a16="http://schemas.microsoft.com/office/drawing/2014/main"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a16:creationId xmlns:a16="http://schemas.microsoft.com/office/drawing/2014/main"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a16:creationId xmlns:a16="http://schemas.microsoft.com/office/drawing/2014/main"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a16:creationId xmlns:a16="http://schemas.microsoft.com/office/drawing/2014/main"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a16:creationId xmlns:a16="http://schemas.microsoft.com/office/drawing/2014/main"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a16:creationId xmlns:a16="http://schemas.microsoft.com/office/drawing/2014/main"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a16:creationId xmlns:a16="http://schemas.microsoft.com/office/drawing/2014/main"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a16:creationId xmlns:a16="http://schemas.microsoft.com/office/drawing/2014/main"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a16:creationId xmlns:a16="http://schemas.microsoft.com/office/drawing/2014/main"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a16:creationId xmlns:a16="http://schemas.microsoft.com/office/drawing/2014/main"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67620506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a16:creationId xmlns:a16="http://schemas.microsoft.com/office/drawing/2014/main"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a16:creationId xmlns:a16="http://schemas.microsoft.com/office/drawing/2014/main"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a16:creationId xmlns:a16="http://schemas.microsoft.com/office/drawing/2014/main"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a16:creationId xmlns:a16="http://schemas.microsoft.com/office/drawing/2014/main"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a16:creationId xmlns:a16="http://schemas.microsoft.com/office/drawing/2014/main"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a16:creationId xmlns:a16="http://schemas.microsoft.com/office/drawing/2014/main"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a16:creationId xmlns:a16="http://schemas.microsoft.com/office/drawing/2014/main"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66014306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a16:creationId xmlns:a16="http://schemas.microsoft.com/office/drawing/2014/main"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a16:creationId xmlns:a16="http://schemas.microsoft.com/office/drawing/2014/main"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a16:creationId xmlns:a16="http://schemas.microsoft.com/office/drawing/2014/main"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a16:creationId xmlns:a16="http://schemas.microsoft.com/office/drawing/2014/main"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82847219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a16:creationId xmlns:a16="http://schemas.microsoft.com/office/drawing/2014/main"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a16:creationId xmlns:a16="http://schemas.microsoft.com/office/drawing/2014/main"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a16:creationId xmlns:a16="http://schemas.microsoft.com/office/drawing/2014/main"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a16:creationId xmlns:a16="http://schemas.microsoft.com/office/drawing/2014/main"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a16:creationId xmlns:a16="http://schemas.microsoft.com/office/drawing/2014/main"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a16:creationId xmlns:a16="http://schemas.microsoft.com/office/drawing/2014/main"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a16:creationId xmlns:a16="http://schemas.microsoft.com/office/drawing/2014/main"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a16:creationId xmlns:a16="http://schemas.microsoft.com/office/drawing/2014/main"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a16:creationId xmlns:a16="http://schemas.microsoft.com/office/drawing/2014/main"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a16:creationId xmlns:a16="http://schemas.microsoft.com/office/drawing/2014/main"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a16:creationId xmlns:a16="http://schemas.microsoft.com/office/drawing/2014/main"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a16:creationId xmlns:a16="http://schemas.microsoft.com/office/drawing/2014/main"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a16:creationId xmlns:a16="http://schemas.microsoft.com/office/drawing/2014/main"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a16:creationId xmlns:a16="http://schemas.microsoft.com/office/drawing/2014/main"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a16:creationId xmlns:a16="http://schemas.microsoft.com/office/drawing/2014/main"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a16:creationId xmlns:a16="http://schemas.microsoft.com/office/drawing/2014/main"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a16:creationId xmlns:a16="http://schemas.microsoft.com/office/drawing/2014/main"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a16:creationId xmlns:a16="http://schemas.microsoft.com/office/drawing/2014/main"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a16:creationId xmlns:a16="http://schemas.microsoft.com/office/drawing/2014/main"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a16:creationId xmlns:a16="http://schemas.microsoft.com/office/drawing/2014/main"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a16:creationId xmlns:a16="http://schemas.microsoft.com/office/drawing/2014/main"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a16:creationId xmlns:a16="http://schemas.microsoft.com/office/drawing/2014/main"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0771281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a16:creationId xmlns:a16="http://schemas.microsoft.com/office/drawing/2014/main"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a16:creationId xmlns:a16="http://schemas.microsoft.com/office/drawing/2014/main"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a16:creationId xmlns:a16="http://schemas.microsoft.com/office/drawing/2014/main"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a16:creationId xmlns:a16="http://schemas.microsoft.com/office/drawing/2014/main"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a16:creationId xmlns:a16="http://schemas.microsoft.com/office/drawing/2014/main"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a16:creationId xmlns:a16="http://schemas.microsoft.com/office/drawing/2014/main"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a16:creationId xmlns:a16="http://schemas.microsoft.com/office/drawing/2014/main"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a16:creationId xmlns:a16="http://schemas.microsoft.com/office/drawing/2014/main"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a16:creationId xmlns:a16="http://schemas.microsoft.com/office/drawing/2014/main"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a16:creationId xmlns:a16="http://schemas.microsoft.com/office/drawing/2014/main"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a16:creationId xmlns:a16="http://schemas.microsoft.com/office/drawing/2014/main"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a16:creationId xmlns:a16="http://schemas.microsoft.com/office/drawing/2014/main"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a16:creationId xmlns:a16="http://schemas.microsoft.com/office/drawing/2014/main"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a16:creationId xmlns:a16="http://schemas.microsoft.com/office/drawing/2014/main"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a16:creationId xmlns:a16="http://schemas.microsoft.com/office/drawing/2014/main"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a16:creationId xmlns:a16="http://schemas.microsoft.com/office/drawing/2014/main"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a16:creationId xmlns:a16="http://schemas.microsoft.com/office/drawing/2014/main"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a16:creationId xmlns:a16="http://schemas.microsoft.com/office/drawing/2014/main"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a16:creationId xmlns:a16="http://schemas.microsoft.com/office/drawing/2014/main"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a16:creationId xmlns:a16="http://schemas.microsoft.com/office/drawing/2014/main"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a16:creationId xmlns:a16="http://schemas.microsoft.com/office/drawing/2014/main"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a16:creationId xmlns:a16="http://schemas.microsoft.com/office/drawing/2014/main"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a16:creationId xmlns:a16="http://schemas.microsoft.com/office/drawing/2014/main"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a16:creationId xmlns:a16="http://schemas.microsoft.com/office/drawing/2014/main"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a16:creationId xmlns:a16="http://schemas.microsoft.com/office/drawing/2014/main"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a16:creationId xmlns:a16="http://schemas.microsoft.com/office/drawing/2014/main"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a16:creationId xmlns:a16="http://schemas.microsoft.com/office/drawing/2014/main"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a16:creationId xmlns:a16="http://schemas.microsoft.com/office/drawing/2014/main"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a16:creationId xmlns:a16="http://schemas.microsoft.com/office/drawing/2014/main"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a16:creationId xmlns:a16="http://schemas.microsoft.com/office/drawing/2014/main"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a16:creationId xmlns:a16="http://schemas.microsoft.com/office/drawing/2014/main"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a16:creationId xmlns:a16="http://schemas.microsoft.com/office/drawing/2014/main"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a16:creationId xmlns:a16="http://schemas.microsoft.com/office/drawing/2014/main"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a16:creationId xmlns:a16="http://schemas.microsoft.com/office/drawing/2014/main"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a16:creationId xmlns:a16="http://schemas.microsoft.com/office/drawing/2014/main"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a16:creationId xmlns:a16="http://schemas.microsoft.com/office/drawing/2014/main"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a16:creationId xmlns:a16="http://schemas.microsoft.com/office/drawing/2014/main"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a16:creationId xmlns:a16="http://schemas.microsoft.com/office/drawing/2014/main"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a16:creationId xmlns:a16="http://schemas.microsoft.com/office/drawing/2014/main"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a16:creationId xmlns:a16="http://schemas.microsoft.com/office/drawing/2014/main"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a16:creationId xmlns:a16="http://schemas.microsoft.com/office/drawing/2014/main"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a16:creationId xmlns:a16="http://schemas.microsoft.com/office/drawing/2014/main"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a16:creationId xmlns:a16="http://schemas.microsoft.com/office/drawing/2014/main"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a16:creationId xmlns:a16="http://schemas.microsoft.com/office/drawing/2014/main"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a16:creationId xmlns:a16="http://schemas.microsoft.com/office/drawing/2014/main"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a16:creationId xmlns:a16="http://schemas.microsoft.com/office/drawing/2014/main"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a16:creationId xmlns:a16="http://schemas.microsoft.com/office/drawing/2014/main"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a16:creationId xmlns:a16="http://schemas.microsoft.com/office/drawing/2014/main"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a16:creationId xmlns:a16="http://schemas.microsoft.com/office/drawing/2014/main"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a16:creationId xmlns:a16="http://schemas.microsoft.com/office/drawing/2014/main"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a16:creationId xmlns:a16="http://schemas.microsoft.com/office/drawing/2014/main"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a16:creationId xmlns:a16="http://schemas.microsoft.com/office/drawing/2014/main"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a16:creationId xmlns:a16="http://schemas.microsoft.com/office/drawing/2014/main"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a16:creationId xmlns:a16="http://schemas.microsoft.com/office/drawing/2014/main"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a16:creationId xmlns:a16="http://schemas.microsoft.com/office/drawing/2014/main"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a16:creationId xmlns:a16="http://schemas.microsoft.com/office/drawing/2014/main"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a16:creationId xmlns:a16="http://schemas.microsoft.com/office/drawing/2014/main"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a16:creationId xmlns:a16="http://schemas.microsoft.com/office/drawing/2014/main"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a16:creationId xmlns:a16="http://schemas.microsoft.com/office/drawing/2014/main"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a16:creationId xmlns:a16="http://schemas.microsoft.com/office/drawing/2014/main"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a16:creationId xmlns:a16="http://schemas.microsoft.com/office/drawing/2014/main"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9126962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a16:creationId xmlns:a16="http://schemas.microsoft.com/office/drawing/2014/main"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a16:creationId xmlns:a16="http://schemas.microsoft.com/office/drawing/2014/main"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a16:creationId xmlns:a16="http://schemas.microsoft.com/office/drawing/2014/main"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a16:creationId xmlns:a16="http://schemas.microsoft.com/office/drawing/2014/main"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a16:creationId xmlns:a16="http://schemas.microsoft.com/office/drawing/2014/main"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a16:creationId xmlns:a16="http://schemas.microsoft.com/office/drawing/2014/main"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a16:creationId xmlns:a16="http://schemas.microsoft.com/office/drawing/2014/main"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a16:creationId xmlns:a16="http://schemas.microsoft.com/office/drawing/2014/main"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a16:creationId xmlns:a16="http://schemas.microsoft.com/office/drawing/2014/main"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a16:creationId xmlns:a16="http://schemas.microsoft.com/office/drawing/2014/main"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a16:creationId xmlns:a16="http://schemas.microsoft.com/office/drawing/2014/main"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a16:creationId xmlns:a16="http://schemas.microsoft.com/office/drawing/2014/main"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a16:creationId xmlns:a16="http://schemas.microsoft.com/office/drawing/2014/main"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a16:creationId xmlns:a16="http://schemas.microsoft.com/office/drawing/2014/main"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a16:creationId xmlns:a16="http://schemas.microsoft.com/office/drawing/2014/main"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a16:creationId xmlns:a16="http://schemas.microsoft.com/office/drawing/2014/main"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a16:creationId xmlns:a16="http://schemas.microsoft.com/office/drawing/2014/main"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a16:creationId xmlns:a16="http://schemas.microsoft.com/office/drawing/2014/main"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a16:creationId xmlns:a16="http://schemas.microsoft.com/office/drawing/2014/main"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a16:creationId xmlns:a16="http://schemas.microsoft.com/office/drawing/2014/main"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a16:creationId xmlns:a16="http://schemas.microsoft.com/office/drawing/2014/main"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a16:creationId xmlns:a16="http://schemas.microsoft.com/office/drawing/2014/main"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a16:creationId xmlns:a16="http://schemas.microsoft.com/office/drawing/2014/main"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a16:creationId xmlns:a16="http://schemas.microsoft.com/office/drawing/2014/main"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a16:creationId xmlns:a16="http://schemas.microsoft.com/office/drawing/2014/main"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a16:creationId xmlns:a16="http://schemas.microsoft.com/office/drawing/2014/main"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a16:creationId xmlns:a16="http://schemas.microsoft.com/office/drawing/2014/main"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4606141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a16:creationId xmlns:a16="http://schemas.microsoft.com/office/drawing/2014/main"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a16:creationId xmlns:a16="http://schemas.microsoft.com/office/drawing/2014/main"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a16:creationId xmlns:a16="http://schemas.microsoft.com/office/drawing/2014/main"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a16:creationId xmlns:a16="http://schemas.microsoft.com/office/drawing/2014/main"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a16:creationId xmlns:a16="http://schemas.microsoft.com/office/drawing/2014/main"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a16:creationId xmlns:a16="http://schemas.microsoft.com/office/drawing/2014/main"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a16:creationId xmlns:a16="http://schemas.microsoft.com/office/drawing/2014/main"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a16:creationId xmlns:a16="http://schemas.microsoft.com/office/drawing/2014/main"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a16:creationId xmlns:a16="http://schemas.microsoft.com/office/drawing/2014/main"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a16:creationId xmlns:a16="http://schemas.microsoft.com/office/drawing/2014/main"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a16:creationId xmlns:a16="http://schemas.microsoft.com/office/drawing/2014/main"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6148786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a16:creationId xmlns:a16="http://schemas.microsoft.com/office/drawing/2014/main"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a16:creationId xmlns:a16="http://schemas.microsoft.com/office/drawing/2014/main"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a16:creationId xmlns:a16="http://schemas.microsoft.com/office/drawing/2014/main"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a16:creationId xmlns:a16="http://schemas.microsoft.com/office/drawing/2014/main"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a16:creationId xmlns:a16="http://schemas.microsoft.com/office/drawing/2014/main"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a16:creationId xmlns:a16="http://schemas.microsoft.com/office/drawing/2014/main"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a16:creationId xmlns:a16="http://schemas.microsoft.com/office/drawing/2014/main"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a16:creationId xmlns:a16="http://schemas.microsoft.com/office/drawing/2014/main"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a16:creationId xmlns:a16="http://schemas.microsoft.com/office/drawing/2014/main"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a16:creationId xmlns:a16="http://schemas.microsoft.com/office/drawing/2014/main"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a16:creationId xmlns:a16="http://schemas.microsoft.com/office/drawing/2014/main"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a16:creationId xmlns:a16="http://schemas.microsoft.com/office/drawing/2014/main"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a16:creationId xmlns:a16="http://schemas.microsoft.com/office/drawing/2014/main"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a16:creationId xmlns:a16="http://schemas.microsoft.com/office/drawing/2014/main"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a16:creationId xmlns:a16="http://schemas.microsoft.com/office/drawing/2014/main"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a16:creationId xmlns:a16="http://schemas.microsoft.com/office/drawing/2014/main"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a16:creationId xmlns:a16="http://schemas.microsoft.com/office/drawing/2014/main"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a16:creationId xmlns:a16="http://schemas.microsoft.com/office/drawing/2014/main"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a16:creationId xmlns:a16="http://schemas.microsoft.com/office/drawing/2014/main"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a16:creationId xmlns:a16="http://schemas.microsoft.com/office/drawing/2014/main"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a16:creationId xmlns:a16="http://schemas.microsoft.com/office/drawing/2014/main"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a16:creationId xmlns:a16="http://schemas.microsoft.com/office/drawing/2014/main"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a16:creationId xmlns:a16="http://schemas.microsoft.com/office/drawing/2014/main"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a16:creationId xmlns:a16="http://schemas.microsoft.com/office/drawing/2014/main"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a16:creationId xmlns:a16="http://schemas.microsoft.com/office/drawing/2014/main"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88109188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a16:creationId xmlns:a16="http://schemas.microsoft.com/office/drawing/2014/main"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a16:creationId xmlns:a16="http://schemas.microsoft.com/office/drawing/2014/main"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a16:creationId xmlns:a16="http://schemas.microsoft.com/office/drawing/2014/main"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a16:creationId xmlns:a16="http://schemas.microsoft.com/office/drawing/2014/main"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a16:creationId xmlns:a16="http://schemas.microsoft.com/office/drawing/2014/main"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a16:creationId xmlns:a16="http://schemas.microsoft.com/office/drawing/2014/main"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a16:creationId xmlns:a16="http://schemas.microsoft.com/office/drawing/2014/main"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a16:creationId xmlns:a16="http://schemas.microsoft.com/office/drawing/2014/main"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a16:creationId xmlns:a16="http://schemas.microsoft.com/office/drawing/2014/main"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a16:creationId xmlns:a16="http://schemas.microsoft.com/office/drawing/2014/main"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a16:creationId xmlns:a16="http://schemas.microsoft.com/office/drawing/2014/main"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a16:creationId xmlns:a16="http://schemas.microsoft.com/office/drawing/2014/main"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a16:creationId xmlns:a16="http://schemas.microsoft.com/office/drawing/2014/main"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a16:creationId xmlns:a16="http://schemas.microsoft.com/office/drawing/2014/main"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a16:creationId xmlns:a16="http://schemas.microsoft.com/office/drawing/2014/main"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a16:creationId xmlns:a16="http://schemas.microsoft.com/office/drawing/2014/main"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a16:creationId xmlns:a16="http://schemas.microsoft.com/office/drawing/2014/main"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a16:creationId xmlns:a16="http://schemas.microsoft.com/office/drawing/2014/main"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a16:creationId xmlns:a16="http://schemas.microsoft.com/office/drawing/2014/main"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a16:creationId xmlns:a16="http://schemas.microsoft.com/office/drawing/2014/main"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a16:creationId xmlns:a16="http://schemas.microsoft.com/office/drawing/2014/main"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a16:creationId xmlns:a16="http://schemas.microsoft.com/office/drawing/2014/main"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a16:creationId xmlns:a16="http://schemas.microsoft.com/office/drawing/2014/main"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a16:creationId xmlns:a16="http://schemas.microsoft.com/office/drawing/2014/main"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a16:creationId xmlns:a16="http://schemas.microsoft.com/office/drawing/2014/main"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a16:creationId xmlns:a16="http://schemas.microsoft.com/office/drawing/2014/main"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a16:creationId xmlns:a16="http://schemas.microsoft.com/office/drawing/2014/main"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a16:creationId xmlns:a16="http://schemas.microsoft.com/office/drawing/2014/main"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a16:creationId xmlns:a16="http://schemas.microsoft.com/office/drawing/2014/main"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a16:creationId xmlns:a16="http://schemas.microsoft.com/office/drawing/2014/main"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a16:creationId xmlns:a16="http://schemas.microsoft.com/office/drawing/2014/main"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a16:creationId xmlns:a16="http://schemas.microsoft.com/office/drawing/2014/main"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a16:creationId xmlns:a16="http://schemas.microsoft.com/office/drawing/2014/main"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a16:creationId xmlns:a16="http://schemas.microsoft.com/office/drawing/2014/main"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a16:creationId xmlns:a16="http://schemas.microsoft.com/office/drawing/2014/main"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a16:creationId xmlns:a16="http://schemas.microsoft.com/office/drawing/2014/main"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a16:creationId xmlns:a16="http://schemas.microsoft.com/office/drawing/2014/main"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a16:creationId xmlns:a16="http://schemas.microsoft.com/office/drawing/2014/main"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a16:creationId xmlns:a16="http://schemas.microsoft.com/office/drawing/2014/main"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a16:creationId xmlns:a16="http://schemas.microsoft.com/office/drawing/2014/main"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a16:creationId xmlns:a16="http://schemas.microsoft.com/office/drawing/2014/main"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a16:creationId xmlns:a16="http://schemas.microsoft.com/office/drawing/2014/main"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a16:creationId xmlns:a16="http://schemas.microsoft.com/office/drawing/2014/main"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a16:creationId xmlns:a16="http://schemas.microsoft.com/office/drawing/2014/main"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a16:creationId xmlns:a16="http://schemas.microsoft.com/office/drawing/2014/main"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a16:creationId xmlns:a16="http://schemas.microsoft.com/office/drawing/2014/main"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a16:creationId xmlns:a16="http://schemas.microsoft.com/office/drawing/2014/main"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a16:creationId xmlns:a16="http://schemas.microsoft.com/office/drawing/2014/main"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0816221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a16:creationId xmlns:a16="http://schemas.microsoft.com/office/drawing/2014/main"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a16:creationId xmlns:a16="http://schemas.microsoft.com/office/drawing/2014/main"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a16:creationId xmlns:a16="http://schemas.microsoft.com/office/drawing/2014/main"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a16:creationId xmlns:a16="http://schemas.microsoft.com/office/drawing/2014/main"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a16:creationId xmlns:a16="http://schemas.microsoft.com/office/drawing/2014/main"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a16:creationId xmlns:a16="http://schemas.microsoft.com/office/drawing/2014/main"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a16:creationId xmlns:a16="http://schemas.microsoft.com/office/drawing/2014/main"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a16:creationId xmlns:a16="http://schemas.microsoft.com/office/drawing/2014/main"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a16:creationId xmlns:a16="http://schemas.microsoft.com/office/drawing/2014/main"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a16:creationId xmlns:a16="http://schemas.microsoft.com/office/drawing/2014/main"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a16:creationId xmlns:a16="http://schemas.microsoft.com/office/drawing/2014/main"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a16:creationId xmlns:a16="http://schemas.microsoft.com/office/drawing/2014/main"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a16:creationId xmlns:a16="http://schemas.microsoft.com/office/drawing/2014/main"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a16:creationId xmlns:a16="http://schemas.microsoft.com/office/drawing/2014/main"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a16:creationId xmlns:a16="http://schemas.microsoft.com/office/drawing/2014/main"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a16:creationId xmlns:a16="http://schemas.microsoft.com/office/drawing/2014/main"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a16:creationId xmlns:a16="http://schemas.microsoft.com/office/drawing/2014/main"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a16:creationId xmlns:a16="http://schemas.microsoft.com/office/drawing/2014/main"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a16:creationId xmlns:a16="http://schemas.microsoft.com/office/drawing/2014/main"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a16:creationId xmlns:a16="http://schemas.microsoft.com/office/drawing/2014/main"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a16:creationId xmlns:a16="http://schemas.microsoft.com/office/drawing/2014/main"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a16:creationId xmlns:a16="http://schemas.microsoft.com/office/drawing/2014/main"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a16:creationId xmlns:a16="http://schemas.microsoft.com/office/drawing/2014/main"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a16:creationId xmlns:a16="http://schemas.microsoft.com/office/drawing/2014/main"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a16:creationId xmlns:a16="http://schemas.microsoft.com/office/drawing/2014/main"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a16:creationId xmlns:a16="http://schemas.microsoft.com/office/drawing/2014/main"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a16:creationId xmlns:a16="http://schemas.microsoft.com/office/drawing/2014/main"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a16:creationId xmlns:a16="http://schemas.microsoft.com/office/drawing/2014/main"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a16:creationId xmlns:a16="http://schemas.microsoft.com/office/drawing/2014/main"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a16:creationId xmlns:a16="http://schemas.microsoft.com/office/drawing/2014/main"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a16:creationId xmlns:a16="http://schemas.microsoft.com/office/drawing/2014/main"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a16:creationId xmlns:a16="http://schemas.microsoft.com/office/drawing/2014/main"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a16:creationId xmlns:a16="http://schemas.microsoft.com/office/drawing/2014/main"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a16:creationId xmlns:a16="http://schemas.microsoft.com/office/drawing/2014/main"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a16:creationId xmlns:a16="http://schemas.microsoft.com/office/drawing/2014/main"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a16:creationId xmlns:a16="http://schemas.microsoft.com/office/drawing/2014/main"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a16:creationId xmlns:a16="http://schemas.microsoft.com/office/drawing/2014/main"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a16:creationId xmlns:a16="http://schemas.microsoft.com/office/drawing/2014/main"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a16:creationId xmlns:a16="http://schemas.microsoft.com/office/drawing/2014/main"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a16:creationId xmlns:a16="http://schemas.microsoft.com/office/drawing/2014/main"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a16:creationId xmlns:a16="http://schemas.microsoft.com/office/drawing/2014/main"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a16:creationId xmlns:a16="http://schemas.microsoft.com/office/drawing/2014/main"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a16:creationId xmlns:a16="http://schemas.microsoft.com/office/drawing/2014/main"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a16:creationId xmlns:a16="http://schemas.microsoft.com/office/drawing/2014/main"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a16:creationId xmlns:a16="http://schemas.microsoft.com/office/drawing/2014/main"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a16:creationId xmlns:a16="http://schemas.microsoft.com/office/drawing/2014/main"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a16:creationId xmlns:a16="http://schemas.microsoft.com/office/drawing/2014/main"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a16:creationId xmlns:a16="http://schemas.microsoft.com/office/drawing/2014/main"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6785545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a16:creationId xmlns:a16="http://schemas.microsoft.com/office/drawing/2014/main"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a16:creationId xmlns:a16="http://schemas.microsoft.com/office/drawing/2014/main"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a16:creationId xmlns:a16="http://schemas.microsoft.com/office/drawing/2014/main"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a16:creationId xmlns:a16="http://schemas.microsoft.com/office/drawing/2014/main"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a16:creationId xmlns:a16="http://schemas.microsoft.com/office/drawing/2014/main"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a16:creationId xmlns:a16="http://schemas.microsoft.com/office/drawing/2014/main"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a16:creationId xmlns:a16="http://schemas.microsoft.com/office/drawing/2014/main"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a16:creationId xmlns:a16="http://schemas.microsoft.com/office/drawing/2014/main"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a16:creationId xmlns:a16="http://schemas.microsoft.com/office/drawing/2014/main"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a16:creationId xmlns:a16="http://schemas.microsoft.com/office/drawing/2014/main"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a16:creationId xmlns:a16="http://schemas.microsoft.com/office/drawing/2014/main"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a16:creationId xmlns:a16="http://schemas.microsoft.com/office/drawing/2014/main"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a16:creationId xmlns:a16="http://schemas.microsoft.com/office/drawing/2014/main"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a16:creationId xmlns:a16="http://schemas.microsoft.com/office/drawing/2014/main"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a16:creationId xmlns:a16="http://schemas.microsoft.com/office/drawing/2014/main"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a16:creationId xmlns:a16="http://schemas.microsoft.com/office/drawing/2014/main"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a16:creationId xmlns:a16="http://schemas.microsoft.com/office/drawing/2014/main"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a16:creationId xmlns:a16="http://schemas.microsoft.com/office/drawing/2014/main"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62664925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a16:creationId xmlns:a16="http://schemas.microsoft.com/office/drawing/2014/main"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a16:creationId xmlns:a16="http://schemas.microsoft.com/office/drawing/2014/main"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a16:creationId xmlns:a16="http://schemas.microsoft.com/office/drawing/2014/main"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a16:creationId xmlns:a16="http://schemas.microsoft.com/office/drawing/2014/main"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a16:creationId xmlns:a16="http://schemas.microsoft.com/office/drawing/2014/main"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a16:creationId xmlns:a16="http://schemas.microsoft.com/office/drawing/2014/main"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a16:creationId xmlns:a16="http://schemas.microsoft.com/office/drawing/2014/main"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a16:creationId xmlns:a16="http://schemas.microsoft.com/office/drawing/2014/main"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a16:creationId xmlns:a16="http://schemas.microsoft.com/office/drawing/2014/main"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a16:creationId xmlns:a16="http://schemas.microsoft.com/office/drawing/2014/main"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a16:creationId xmlns:a16="http://schemas.microsoft.com/office/drawing/2014/main"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a16:creationId xmlns:a16="http://schemas.microsoft.com/office/drawing/2014/main"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a16:creationId xmlns:a16="http://schemas.microsoft.com/office/drawing/2014/main"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a16:creationId xmlns:a16="http://schemas.microsoft.com/office/drawing/2014/main"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a16:creationId xmlns:a16="http://schemas.microsoft.com/office/drawing/2014/main"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a16:creationId xmlns:a16="http://schemas.microsoft.com/office/drawing/2014/main"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a16:creationId xmlns:a16="http://schemas.microsoft.com/office/drawing/2014/main"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a16:creationId xmlns:a16="http://schemas.microsoft.com/office/drawing/2014/main"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a16:creationId xmlns:a16="http://schemas.microsoft.com/office/drawing/2014/main"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a16:creationId xmlns:a16="http://schemas.microsoft.com/office/drawing/2014/main"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a16:creationId xmlns:a16="http://schemas.microsoft.com/office/drawing/2014/main"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a16:creationId xmlns:a16="http://schemas.microsoft.com/office/drawing/2014/main"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a16:creationId xmlns:a16="http://schemas.microsoft.com/office/drawing/2014/main"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a16:creationId xmlns:a16="http://schemas.microsoft.com/office/drawing/2014/main"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a16:creationId xmlns:a16="http://schemas.microsoft.com/office/drawing/2014/main"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a16:creationId xmlns:a16="http://schemas.microsoft.com/office/drawing/2014/main"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a16:creationId xmlns:a16="http://schemas.microsoft.com/office/drawing/2014/main"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a16:creationId xmlns:a16="http://schemas.microsoft.com/office/drawing/2014/main"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a16:creationId xmlns:a16="http://schemas.microsoft.com/office/drawing/2014/main"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a16:creationId xmlns:a16="http://schemas.microsoft.com/office/drawing/2014/main"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a16:creationId xmlns:a16="http://schemas.microsoft.com/office/drawing/2014/main"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a16:creationId xmlns:a16="http://schemas.microsoft.com/office/drawing/2014/main"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a16:creationId xmlns:a16="http://schemas.microsoft.com/office/drawing/2014/main"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a16:creationId xmlns:a16="http://schemas.microsoft.com/office/drawing/2014/main"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a16:creationId xmlns:a16="http://schemas.microsoft.com/office/drawing/2014/main"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a16:creationId xmlns:a16="http://schemas.microsoft.com/office/drawing/2014/main"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a16:creationId xmlns:a16="http://schemas.microsoft.com/office/drawing/2014/main"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a16:creationId xmlns:a16="http://schemas.microsoft.com/office/drawing/2014/main"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9389853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a16:creationId xmlns:a16="http://schemas.microsoft.com/office/drawing/2014/main"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a16:creationId xmlns:a16="http://schemas.microsoft.com/office/drawing/2014/main"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a16:creationId xmlns:a16="http://schemas.microsoft.com/office/drawing/2014/main"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a16:creationId xmlns:a16="http://schemas.microsoft.com/office/drawing/2014/main"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a16:creationId xmlns:a16="http://schemas.microsoft.com/office/drawing/2014/main"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a16:creationId xmlns:a16="http://schemas.microsoft.com/office/drawing/2014/main"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a16:creationId xmlns:a16="http://schemas.microsoft.com/office/drawing/2014/main"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a16:creationId xmlns:a16="http://schemas.microsoft.com/office/drawing/2014/main"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a16:creationId xmlns:a16="http://schemas.microsoft.com/office/drawing/2014/main"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a16:creationId xmlns:a16="http://schemas.microsoft.com/office/drawing/2014/main"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a16:creationId xmlns:a16="http://schemas.microsoft.com/office/drawing/2014/main"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a16:creationId xmlns:a16="http://schemas.microsoft.com/office/drawing/2014/main"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a16:creationId xmlns:a16="http://schemas.microsoft.com/office/drawing/2014/main"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a16:creationId xmlns:a16="http://schemas.microsoft.com/office/drawing/2014/main"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a16:creationId xmlns:a16="http://schemas.microsoft.com/office/drawing/2014/main"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a16:creationId xmlns:a16="http://schemas.microsoft.com/office/drawing/2014/main"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a16:creationId xmlns:a16="http://schemas.microsoft.com/office/drawing/2014/main"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a16:creationId xmlns:a16="http://schemas.microsoft.com/office/drawing/2014/main"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a16:creationId xmlns:a16="http://schemas.microsoft.com/office/drawing/2014/main"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a16:creationId xmlns:a16="http://schemas.microsoft.com/office/drawing/2014/main"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a16:creationId xmlns:a16="http://schemas.microsoft.com/office/drawing/2014/main"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a16:creationId xmlns:a16="http://schemas.microsoft.com/office/drawing/2014/main"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a16:creationId xmlns:a16="http://schemas.microsoft.com/office/drawing/2014/main"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a16:creationId xmlns:a16="http://schemas.microsoft.com/office/drawing/2014/main"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a16:creationId xmlns:a16="http://schemas.microsoft.com/office/drawing/2014/main"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a16:creationId xmlns:a16="http://schemas.microsoft.com/office/drawing/2014/main"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a16:creationId xmlns:a16="http://schemas.microsoft.com/office/drawing/2014/main"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a16:creationId xmlns:a16="http://schemas.microsoft.com/office/drawing/2014/main"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a16:creationId xmlns:a16="http://schemas.microsoft.com/office/drawing/2014/main"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a16:creationId xmlns:a16="http://schemas.microsoft.com/office/drawing/2014/main"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a16:creationId xmlns:a16="http://schemas.microsoft.com/office/drawing/2014/main"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a16:creationId xmlns:a16="http://schemas.microsoft.com/office/drawing/2014/main"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a16:creationId xmlns:a16="http://schemas.microsoft.com/office/drawing/2014/main"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a16:creationId xmlns:a16="http://schemas.microsoft.com/office/drawing/2014/main"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a16:creationId xmlns:a16="http://schemas.microsoft.com/office/drawing/2014/main"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a16:creationId xmlns:a16="http://schemas.microsoft.com/office/drawing/2014/main"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a16:creationId xmlns:a16="http://schemas.microsoft.com/office/drawing/2014/main"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a16:creationId xmlns:a16="http://schemas.microsoft.com/office/drawing/2014/main"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a16:creationId xmlns:a16="http://schemas.microsoft.com/office/drawing/2014/main"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a16:creationId xmlns:a16="http://schemas.microsoft.com/office/drawing/2014/main"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a16:creationId xmlns:a16="http://schemas.microsoft.com/office/drawing/2014/main"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a16:creationId xmlns:a16="http://schemas.microsoft.com/office/drawing/2014/main"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a16:creationId xmlns:a16="http://schemas.microsoft.com/office/drawing/2014/main"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a16:creationId xmlns:a16="http://schemas.microsoft.com/office/drawing/2014/main"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a16:creationId xmlns:a16="http://schemas.microsoft.com/office/drawing/2014/main"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a16:creationId xmlns:a16="http://schemas.microsoft.com/office/drawing/2014/main"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a16:creationId xmlns:a16="http://schemas.microsoft.com/office/drawing/2014/main"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a16:creationId xmlns:a16="http://schemas.microsoft.com/office/drawing/2014/main"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a16:creationId xmlns:a16="http://schemas.microsoft.com/office/drawing/2014/main"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a16:creationId xmlns:a16="http://schemas.microsoft.com/office/drawing/2014/main"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a16:creationId xmlns:a16="http://schemas.microsoft.com/office/drawing/2014/main"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a16:creationId xmlns:a16="http://schemas.microsoft.com/office/drawing/2014/main"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a16:creationId xmlns:a16="http://schemas.microsoft.com/office/drawing/2014/main"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a16:creationId xmlns:a16="http://schemas.microsoft.com/office/drawing/2014/main"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a16:creationId xmlns:a16="http://schemas.microsoft.com/office/drawing/2014/main"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a16:creationId xmlns:a16="http://schemas.microsoft.com/office/drawing/2014/main"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a16:creationId xmlns:a16="http://schemas.microsoft.com/office/drawing/2014/main"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a16:creationId xmlns:a16="http://schemas.microsoft.com/office/drawing/2014/main"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a16:creationId xmlns:a16="http://schemas.microsoft.com/office/drawing/2014/main"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a16:creationId xmlns:a16="http://schemas.microsoft.com/office/drawing/2014/main"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a16:creationId xmlns:a16="http://schemas.microsoft.com/office/drawing/2014/main"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a16:creationId xmlns:a16="http://schemas.microsoft.com/office/drawing/2014/main"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a16:creationId xmlns:a16="http://schemas.microsoft.com/office/drawing/2014/main"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a16:creationId xmlns:a16="http://schemas.microsoft.com/office/drawing/2014/main"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a16:creationId xmlns:a16="http://schemas.microsoft.com/office/drawing/2014/main"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a16:creationId xmlns:a16="http://schemas.microsoft.com/office/drawing/2014/main"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a16:creationId xmlns:a16="http://schemas.microsoft.com/office/drawing/2014/main"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a16:creationId xmlns:a16="http://schemas.microsoft.com/office/drawing/2014/main"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a16:creationId xmlns:a16="http://schemas.microsoft.com/office/drawing/2014/main"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a16:creationId xmlns:a16="http://schemas.microsoft.com/office/drawing/2014/main"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a16:creationId xmlns:a16="http://schemas.microsoft.com/office/drawing/2014/main"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a16:creationId xmlns:a16="http://schemas.microsoft.com/office/drawing/2014/main"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a16:creationId xmlns:a16="http://schemas.microsoft.com/office/drawing/2014/main"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a16:creationId xmlns:a16="http://schemas.microsoft.com/office/drawing/2014/main"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a16:creationId xmlns:a16="http://schemas.microsoft.com/office/drawing/2014/main"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a16:creationId xmlns:a16="http://schemas.microsoft.com/office/drawing/2014/main"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a16:creationId xmlns:a16="http://schemas.microsoft.com/office/drawing/2014/main"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a16:creationId xmlns:a16="http://schemas.microsoft.com/office/drawing/2014/main"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a16:creationId xmlns:a16="http://schemas.microsoft.com/office/drawing/2014/main"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a16:creationId xmlns:a16="http://schemas.microsoft.com/office/drawing/2014/main"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a16:creationId xmlns:a16="http://schemas.microsoft.com/office/drawing/2014/main"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a16:creationId xmlns:a16="http://schemas.microsoft.com/office/drawing/2014/main"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a16:creationId xmlns:a16="http://schemas.microsoft.com/office/drawing/2014/main"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a16:creationId xmlns:a16="http://schemas.microsoft.com/office/drawing/2014/main"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a16:creationId xmlns:a16="http://schemas.microsoft.com/office/drawing/2014/main"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a16:creationId xmlns:a16="http://schemas.microsoft.com/office/drawing/2014/main"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a16:creationId xmlns:a16="http://schemas.microsoft.com/office/drawing/2014/main"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a16:creationId xmlns:a16="http://schemas.microsoft.com/office/drawing/2014/main"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a16:creationId xmlns:a16="http://schemas.microsoft.com/office/drawing/2014/main"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a16:creationId xmlns:a16="http://schemas.microsoft.com/office/drawing/2014/main"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a16:creationId xmlns:a16="http://schemas.microsoft.com/office/drawing/2014/main"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a16:creationId xmlns:a16="http://schemas.microsoft.com/office/drawing/2014/main"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a16:creationId xmlns:a16="http://schemas.microsoft.com/office/drawing/2014/main"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a16:creationId xmlns:a16="http://schemas.microsoft.com/office/drawing/2014/main"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a16:creationId xmlns:a16="http://schemas.microsoft.com/office/drawing/2014/main"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a16:creationId xmlns:a16="http://schemas.microsoft.com/office/drawing/2014/main"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a16:creationId xmlns:a16="http://schemas.microsoft.com/office/drawing/2014/main"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a16:creationId xmlns:a16="http://schemas.microsoft.com/office/drawing/2014/main"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a16:creationId xmlns:a16="http://schemas.microsoft.com/office/drawing/2014/main"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a16:creationId xmlns:a16="http://schemas.microsoft.com/office/drawing/2014/main"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a16:creationId xmlns:a16="http://schemas.microsoft.com/office/drawing/2014/main"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a16:creationId xmlns:a16="http://schemas.microsoft.com/office/drawing/2014/main"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a16:creationId xmlns:a16="http://schemas.microsoft.com/office/drawing/2014/main"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a16:creationId xmlns:a16="http://schemas.microsoft.com/office/drawing/2014/main"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a16:creationId xmlns:a16="http://schemas.microsoft.com/office/drawing/2014/main"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a16:creationId xmlns:a16="http://schemas.microsoft.com/office/drawing/2014/main"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5685095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a16:creationId xmlns:a16="http://schemas.microsoft.com/office/drawing/2014/main"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a16:creationId xmlns:a16="http://schemas.microsoft.com/office/drawing/2014/main"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a16:creationId xmlns:a16="http://schemas.microsoft.com/office/drawing/2014/main"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a16:creationId xmlns:a16="http://schemas.microsoft.com/office/drawing/2014/main"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a16:creationId xmlns:a16="http://schemas.microsoft.com/office/drawing/2014/main"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a16:creationId xmlns:a16="http://schemas.microsoft.com/office/drawing/2014/main"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a16:creationId xmlns:a16="http://schemas.microsoft.com/office/drawing/2014/main"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a16:creationId xmlns:a16="http://schemas.microsoft.com/office/drawing/2014/main"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a16:creationId xmlns:a16="http://schemas.microsoft.com/office/drawing/2014/main"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a16:creationId xmlns:a16="http://schemas.microsoft.com/office/drawing/2014/main"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a16:creationId xmlns:a16="http://schemas.microsoft.com/office/drawing/2014/main"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a16:creationId xmlns:a16="http://schemas.microsoft.com/office/drawing/2014/main"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a16:creationId xmlns:a16="http://schemas.microsoft.com/office/drawing/2014/main"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a16:creationId xmlns:a16="http://schemas.microsoft.com/office/drawing/2014/main"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a16:creationId xmlns:a16="http://schemas.microsoft.com/office/drawing/2014/main"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a16:creationId xmlns:a16="http://schemas.microsoft.com/office/drawing/2014/main"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a16:creationId xmlns:a16="http://schemas.microsoft.com/office/drawing/2014/main"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a16:creationId xmlns:a16="http://schemas.microsoft.com/office/drawing/2014/main"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a16:creationId xmlns:a16="http://schemas.microsoft.com/office/drawing/2014/main"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a16:creationId xmlns:a16="http://schemas.microsoft.com/office/drawing/2014/main"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a16:creationId xmlns:a16="http://schemas.microsoft.com/office/drawing/2014/main"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a16:creationId xmlns:a16="http://schemas.microsoft.com/office/drawing/2014/main"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a16:creationId xmlns:a16="http://schemas.microsoft.com/office/drawing/2014/main"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a16:creationId xmlns:a16="http://schemas.microsoft.com/office/drawing/2014/main"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a16:creationId xmlns:a16="http://schemas.microsoft.com/office/drawing/2014/main"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a16:creationId xmlns:a16="http://schemas.microsoft.com/office/drawing/2014/main"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a16:creationId xmlns:a16="http://schemas.microsoft.com/office/drawing/2014/main"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a16:creationId xmlns:a16="http://schemas.microsoft.com/office/drawing/2014/main"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a16:creationId xmlns:a16="http://schemas.microsoft.com/office/drawing/2014/main"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a16:creationId xmlns:a16="http://schemas.microsoft.com/office/drawing/2014/main"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a16:creationId xmlns:a16="http://schemas.microsoft.com/office/drawing/2014/main"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a16:creationId xmlns:a16="http://schemas.microsoft.com/office/drawing/2014/main"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a16:creationId xmlns:a16="http://schemas.microsoft.com/office/drawing/2014/main"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a16:creationId xmlns:a16="http://schemas.microsoft.com/office/drawing/2014/main"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a16:creationId xmlns:a16="http://schemas.microsoft.com/office/drawing/2014/main"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a16:creationId xmlns:a16="http://schemas.microsoft.com/office/drawing/2014/main"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a16:creationId xmlns:a16="http://schemas.microsoft.com/office/drawing/2014/main"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a16:creationId xmlns:a16="http://schemas.microsoft.com/office/drawing/2014/main"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a16:creationId xmlns:a16="http://schemas.microsoft.com/office/drawing/2014/main"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a16:creationId xmlns:a16="http://schemas.microsoft.com/office/drawing/2014/main"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a16:creationId xmlns:a16="http://schemas.microsoft.com/office/drawing/2014/main"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a16:creationId xmlns:a16="http://schemas.microsoft.com/office/drawing/2014/main"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a16:creationId xmlns:a16="http://schemas.microsoft.com/office/drawing/2014/main"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a16:creationId xmlns:a16="http://schemas.microsoft.com/office/drawing/2014/main"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a16:creationId xmlns:a16="http://schemas.microsoft.com/office/drawing/2014/main"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a16:creationId xmlns:a16="http://schemas.microsoft.com/office/drawing/2014/main"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a16:creationId xmlns:a16="http://schemas.microsoft.com/office/drawing/2014/main"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a16:creationId xmlns:a16="http://schemas.microsoft.com/office/drawing/2014/main"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a16:creationId xmlns:a16="http://schemas.microsoft.com/office/drawing/2014/main"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a16:creationId xmlns:a16="http://schemas.microsoft.com/office/drawing/2014/main"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a16:creationId xmlns:a16="http://schemas.microsoft.com/office/drawing/2014/main"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a16:creationId xmlns:a16="http://schemas.microsoft.com/office/drawing/2014/main"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a16:creationId xmlns:a16="http://schemas.microsoft.com/office/drawing/2014/main"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a16:creationId xmlns:a16="http://schemas.microsoft.com/office/drawing/2014/main"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a16:creationId xmlns:a16="http://schemas.microsoft.com/office/drawing/2014/main"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a16:creationId xmlns:a16="http://schemas.microsoft.com/office/drawing/2014/main"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a16:creationId xmlns:a16="http://schemas.microsoft.com/office/drawing/2014/main"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a16:creationId xmlns:a16="http://schemas.microsoft.com/office/drawing/2014/main"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a16:creationId xmlns:a16="http://schemas.microsoft.com/office/drawing/2014/main"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a16:creationId xmlns:a16="http://schemas.microsoft.com/office/drawing/2014/main"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a16:creationId xmlns:a16="http://schemas.microsoft.com/office/drawing/2014/main"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a16:creationId xmlns:a16="http://schemas.microsoft.com/office/drawing/2014/main"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a16:creationId xmlns:a16="http://schemas.microsoft.com/office/drawing/2014/main"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a16:creationId xmlns:a16="http://schemas.microsoft.com/office/drawing/2014/main"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a16:creationId xmlns:a16="http://schemas.microsoft.com/office/drawing/2014/main"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a16:creationId xmlns:a16="http://schemas.microsoft.com/office/drawing/2014/main"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a16:creationId xmlns:a16="http://schemas.microsoft.com/office/drawing/2014/main"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a16:creationId xmlns:a16="http://schemas.microsoft.com/office/drawing/2014/main"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a16:creationId xmlns:a16="http://schemas.microsoft.com/office/drawing/2014/main"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a16:creationId xmlns:a16="http://schemas.microsoft.com/office/drawing/2014/main"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a16:creationId xmlns:a16="http://schemas.microsoft.com/office/drawing/2014/main"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a16:creationId xmlns:a16="http://schemas.microsoft.com/office/drawing/2014/main"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a16:creationId xmlns:a16="http://schemas.microsoft.com/office/drawing/2014/main"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a16:creationId xmlns:a16="http://schemas.microsoft.com/office/drawing/2014/main"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a16:creationId xmlns:a16="http://schemas.microsoft.com/office/drawing/2014/main"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a16:creationId xmlns:a16="http://schemas.microsoft.com/office/drawing/2014/main"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a16:creationId xmlns:a16="http://schemas.microsoft.com/office/drawing/2014/main"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a16:creationId xmlns:a16="http://schemas.microsoft.com/office/drawing/2014/main"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a16:creationId xmlns:a16="http://schemas.microsoft.com/office/drawing/2014/main"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a16:creationId xmlns:a16="http://schemas.microsoft.com/office/drawing/2014/main"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a16:creationId xmlns:a16="http://schemas.microsoft.com/office/drawing/2014/main"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a16:creationId xmlns:a16="http://schemas.microsoft.com/office/drawing/2014/main"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a16:creationId xmlns:a16="http://schemas.microsoft.com/office/drawing/2014/main"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a16:creationId xmlns:a16="http://schemas.microsoft.com/office/drawing/2014/main"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a16:creationId xmlns:a16="http://schemas.microsoft.com/office/drawing/2014/main"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a16:creationId xmlns:a16="http://schemas.microsoft.com/office/drawing/2014/main"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a16:creationId xmlns:a16="http://schemas.microsoft.com/office/drawing/2014/main"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a16:creationId xmlns:a16="http://schemas.microsoft.com/office/drawing/2014/main"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a16:creationId xmlns:a16="http://schemas.microsoft.com/office/drawing/2014/main"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a16:creationId xmlns:a16="http://schemas.microsoft.com/office/drawing/2014/main"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a16:creationId xmlns:a16="http://schemas.microsoft.com/office/drawing/2014/main"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a16:creationId xmlns:a16="http://schemas.microsoft.com/office/drawing/2014/main"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a16:creationId xmlns:a16="http://schemas.microsoft.com/office/drawing/2014/main"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a16:creationId xmlns:a16="http://schemas.microsoft.com/office/drawing/2014/main"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a16:creationId xmlns:a16="http://schemas.microsoft.com/office/drawing/2014/main"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776161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a16:creationId xmlns:a16="http://schemas.microsoft.com/office/drawing/2014/main"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a16:creationId xmlns:a16="http://schemas.microsoft.com/office/drawing/2014/main"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a16:creationId xmlns:a16="http://schemas.microsoft.com/office/drawing/2014/main"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a16:creationId xmlns:a16="http://schemas.microsoft.com/office/drawing/2014/main"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a16:creationId xmlns:a16="http://schemas.microsoft.com/office/drawing/2014/main"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a16:creationId xmlns:a16="http://schemas.microsoft.com/office/drawing/2014/main"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a16:creationId xmlns:a16="http://schemas.microsoft.com/office/drawing/2014/main"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a16:creationId xmlns:a16="http://schemas.microsoft.com/office/drawing/2014/main"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a16:creationId xmlns:a16="http://schemas.microsoft.com/office/drawing/2014/main"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a16:creationId xmlns:a16="http://schemas.microsoft.com/office/drawing/2014/main"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a16:creationId xmlns:a16="http://schemas.microsoft.com/office/drawing/2014/main"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a16:creationId xmlns:a16="http://schemas.microsoft.com/office/drawing/2014/main"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a16:creationId xmlns:a16="http://schemas.microsoft.com/office/drawing/2014/main"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a16:creationId xmlns:a16="http://schemas.microsoft.com/office/drawing/2014/main"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a16:creationId xmlns:a16="http://schemas.microsoft.com/office/drawing/2014/main"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a16:creationId xmlns:a16="http://schemas.microsoft.com/office/drawing/2014/main"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a16:creationId xmlns:a16="http://schemas.microsoft.com/office/drawing/2014/main"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a16:creationId xmlns:a16="http://schemas.microsoft.com/office/drawing/2014/main"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a16:creationId xmlns:a16="http://schemas.microsoft.com/office/drawing/2014/main"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a16:creationId xmlns:a16="http://schemas.microsoft.com/office/drawing/2014/main"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a16:creationId xmlns:a16="http://schemas.microsoft.com/office/drawing/2014/main"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a16:creationId xmlns:a16="http://schemas.microsoft.com/office/drawing/2014/main"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a16:creationId xmlns:a16="http://schemas.microsoft.com/office/drawing/2014/main"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a16:creationId xmlns:a16="http://schemas.microsoft.com/office/drawing/2014/main"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a16:creationId xmlns:a16="http://schemas.microsoft.com/office/drawing/2014/main"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a16:creationId xmlns:a16="http://schemas.microsoft.com/office/drawing/2014/main"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a16:creationId xmlns:a16="http://schemas.microsoft.com/office/drawing/2014/main"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a16:creationId xmlns:a16="http://schemas.microsoft.com/office/drawing/2014/main"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a16:creationId xmlns:a16="http://schemas.microsoft.com/office/drawing/2014/main"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a16:creationId xmlns:a16="http://schemas.microsoft.com/office/drawing/2014/main"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a16:creationId xmlns:a16="http://schemas.microsoft.com/office/drawing/2014/main"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a16:creationId xmlns:a16="http://schemas.microsoft.com/office/drawing/2014/main"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a16:creationId xmlns:a16="http://schemas.microsoft.com/office/drawing/2014/main"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a16:creationId xmlns:a16="http://schemas.microsoft.com/office/drawing/2014/main"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a16:creationId xmlns:a16="http://schemas.microsoft.com/office/drawing/2014/main"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a16:creationId xmlns:a16="http://schemas.microsoft.com/office/drawing/2014/main"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a16:creationId xmlns:a16="http://schemas.microsoft.com/office/drawing/2014/main"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a16:creationId xmlns:a16="http://schemas.microsoft.com/office/drawing/2014/main"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a16:creationId xmlns:a16="http://schemas.microsoft.com/office/drawing/2014/main"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a16:creationId xmlns:a16="http://schemas.microsoft.com/office/drawing/2014/main"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a16:creationId xmlns:a16="http://schemas.microsoft.com/office/drawing/2014/main"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a16:creationId xmlns:a16="http://schemas.microsoft.com/office/drawing/2014/main"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a16:creationId xmlns:a16="http://schemas.microsoft.com/office/drawing/2014/main"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a16:creationId xmlns:a16="http://schemas.microsoft.com/office/drawing/2014/main"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a16:creationId xmlns:a16="http://schemas.microsoft.com/office/drawing/2014/main"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a16:creationId xmlns:a16="http://schemas.microsoft.com/office/drawing/2014/main"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a16:creationId xmlns:a16="http://schemas.microsoft.com/office/drawing/2014/main"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a16:creationId xmlns:a16="http://schemas.microsoft.com/office/drawing/2014/main"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a16:creationId xmlns:a16="http://schemas.microsoft.com/office/drawing/2014/main"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a16:creationId xmlns:a16="http://schemas.microsoft.com/office/drawing/2014/main"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a16:creationId xmlns:a16="http://schemas.microsoft.com/office/drawing/2014/main"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a16:creationId xmlns:a16="http://schemas.microsoft.com/office/drawing/2014/main"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a16:creationId xmlns:a16="http://schemas.microsoft.com/office/drawing/2014/main"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a16:creationId xmlns:a16="http://schemas.microsoft.com/office/drawing/2014/main"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a16:creationId xmlns:a16="http://schemas.microsoft.com/office/drawing/2014/main"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a16:creationId xmlns:a16="http://schemas.microsoft.com/office/drawing/2014/main"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a16:creationId xmlns:a16="http://schemas.microsoft.com/office/drawing/2014/main"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a16:creationId xmlns:a16="http://schemas.microsoft.com/office/drawing/2014/main"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a16:creationId xmlns:a16="http://schemas.microsoft.com/office/drawing/2014/main"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a16:creationId xmlns:a16="http://schemas.microsoft.com/office/drawing/2014/main"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a16:creationId xmlns:a16="http://schemas.microsoft.com/office/drawing/2014/main"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a16:creationId xmlns:a16="http://schemas.microsoft.com/office/drawing/2014/main"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a16:creationId xmlns:a16="http://schemas.microsoft.com/office/drawing/2014/main"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a16:creationId xmlns:a16="http://schemas.microsoft.com/office/drawing/2014/main"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a16:creationId xmlns:a16="http://schemas.microsoft.com/office/drawing/2014/main"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a16:creationId xmlns:a16="http://schemas.microsoft.com/office/drawing/2014/main"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a16:creationId xmlns:a16="http://schemas.microsoft.com/office/drawing/2014/main"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a16:creationId xmlns:a16="http://schemas.microsoft.com/office/drawing/2014/main"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a16:creationId xmlns:a16="http://schemas.microsoft.com/office/drawing/2014/main"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a16:creationId xmlns:a16="http://schemas.microsoft.com/office/drawing/2014/main"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a16:creationId xmlns:a16="http://schemas.microsoft.com/office/drawing/2014/main"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a16:creationId xmlns:a16="http://schemas.microsoft.com/office/drawing/2014/main"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a16:creationId xmlns:a16="http://schemas.microsoft.com/office/drawing/2014/main"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a16:creationId xmlns:a16="http://schemas.microsoft.com/office/drawing/2014/main"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a16:creationId xmlns:a16="http://schemas.microsoft.com/office/drawing/2014/main"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a16:creationId xmlns:a16="http://schemas.microsoft.com/office/drawing/2014/main"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a16:creationId xmlns:a16="http://schemas.microsoft.com/office/drawing/2014/main"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a16:creationId xmlns:a16="http://schemas.microsoft.com/office/drawing/2014/main"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a16:creationId xmlns:a16="http://schemas.microsoft.com/office/drawing/2014/main"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a16:creationId xmlns:a16="http://schemas.microsoft.com/office/drawing/2014/main"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a16:creationId xmlns:a16="http://schemas.microsoft.com/office/drawing/2014/main"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a16:creationId xmlns:a16="http://schemas.microsoft.com/office/drawing/2014/main"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a16:creationId xmlns:a16="http://schemas.microsoft.com/office/drawing/2014/main"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a16:creationId xmlns:a16="http://schemas.microsoft.com/office/drawing/2014/main"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a16:creationId xmlns:a16="http://schemas.microsoft.com/office/drawing/2014/main"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a16:creationId xmlns:a16="http://schemas.microsoft.com/office/drawing/2014/main"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a16:creationId xmlns:a16="http://schemas.microsoft.com/office/drawing/2014/main"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a16:creationId xmlns:a16="http://schemas.microsoft.com/office/drawing/2014/main"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a16:creationId xmlns:a16="http://schemas.microsoft.com/office/drawing/2014/main"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a16:creationId xmlns:a16="http://schemas.microsoft.com/office/drawing/2014/main"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a16:creationId xmlns:a16="http://schemas.microsoft.com/office/drawing/2014/main"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a16:creationId xmlns:a16="http://schemas.microsoft.com/office/drawing/2014/main"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a16:creationId xmlns:a16="http://schemas.microsoft.com/office/drawing/2014/main"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a16:creationId xmlns:a16="http://schemas.microsoft.com/office/drawing/2014/main"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a16:creationId xmlns:a16="http://schemas.microsoft.com/office/drawing/2014/main"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a16:creationId xmlns:a16="http://schemas.microsoft.com/office/drawing/2014/main"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a16:creationId xmlns:a16="http://schemas.microsoft.com/office/drawing/2014/main"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a16:creationId xmlns:a16="http://schemas.microsoft.com/office/drawing/2014/main"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a16:creationId xmlns:a16="http://schemas.microsoft.com/office/drawing/2014/main"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a16:creationId xmlns:a16="http://schemas.microsoft.com/office/drawing/2014/main"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a16:creationId xmlns:a16="http://schemas.microsoft.com/office/drawing/2014/main"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9862797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a16:creationId xmlns:a16="http://schemas.microsoft.com/office/drawing/2014/main"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a16:creationId xmlns:a16="http://schemas.microsoft.com/office/drawing/2014/main"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a16:creationId xmlns:a16="http://schemas.microsoft.com/office/drawing/2014/main"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a16:creationId xmlns:a16="http://schemas.microsoft.com/office/drawing/2014/main"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a16:creationId xmlns:a16="http://schemas.microsoft.com/office/drawing/2014/main"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a16:creationId xmlns:a16="http://schemas.microsoft.com/office/drawing/2014/main"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3764745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a16:creationId xmlns:a16="http://schemas.microsoft.com/office/drawing/2014/main"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a16:creationId xmlns:a16="http://schemas.microsoft.com/office/drawing/2014/main"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a16:creationId xmlns:a16="http://schemas.microsoft.com/office/drawing/2014/main"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a16:creationId xmlns:a16="http://schemas.microsoft.com/office/drawing/2014/main"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a16:creationId xmlns:a16="http://schemas.microsoft.com/office/drawing/2014/main"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a16:creationId xmlns:a16="http://schemas.microsoft.com/office/drawing/2014/main"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a16:creationId xmlns:a16="http://schemas.microsoft.com/office/drawing/2014/main"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a16:creationId xmlns:a16="http://schemas.microsoft.com/office/drawing/2014/main"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a16:creationId xmlns:a16="http://schemas.microsoft.com/office/drawing/2014/main"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a16:creationId xmlns:a16="http://schemas.microsoft.com/office/drawing/2014/main"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a16:creationId xmlns:a16="http://schemas.microsoft.com/office/drawing/2014/main"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a16:creationId xmlns:a16="http://schemas.microsoft.com/office/drawing/2014/main"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a16:creationId xmlns:a16="http://schemas.microsoft.com/office/drawing/2014/main"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a16:creationId xmlns:a16="http://schemas.microsoft.com/office/drawing/2014/main"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a16:creationId xmlns:a16="http://schemas.microsoft.com/office/drawing/2014/main"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a16:creationId xmlns:a16="http://schemas.microsoft.com/office/drawing/2014/main"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a16:creationId xmlns:a16="http://schemas.microsoft.com/office/drawing/2014/main"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a16:creationId xmlns:a16="http://schemas.microsoft.com/office/drawing/2014/main"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a16:creationId xmlns:a16="http://schemas.microsoft.com/office/drawing/2014/main"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a16:creationId xmlns:a16="http://schemas.microsoft.com/office/drawing/2014/main"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a16:creationId xmlns:a16="http://schemas.microsoft.com/office/drawing/2014/main"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a16:creationId xmlns:a16="http://schemas.microsoft.com/office/drawing/2014/main"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a16:creationId xmlns:a16="http://schemas.microsoft.com/office/drawing/2014/main"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a16:creationId xmlns:a16="http://schemas.microsoft.com/office/drawing/2014/main"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a16:creationId xmlns:a16="http://schemas.microsoft.com/office/drawing/2014/main"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a16:creationId xmlns:a16="http://schemas.microsoft.com/office/drawing/2014/main"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a16:creationId xmlns:a16="http://schemas.microsoft.com/office/drawing/2014/main"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a16:creationId xmlns:a16="http://schemas.microsoft.com/office/drawing/2014/main"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a16:creationId xmlns:a16="http://schemas.microsoft.com/office/drawing/2014/main"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a16:creationId xmlns:a16="http://schemas.microsoft.com/office/drawing/2014/main"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a16:creationId xmlns:a16="http://schemas.microsoft.com/office/drawing/2014/main"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a16:creationId xmlns:a16="http://schemas.microsoft.com/office/drawing/2014/main"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a16:creationId xmlns:a16="http://schemas.microsoft.com/office/drawing/2014/main"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a16:creationId xmlns:a16="http://schemas.microsoft.com/office/drawing/2014/main"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a16:creationId xmlns:a16="http://schemas.microsoft.com/office/drawing/2014/main"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a16:creationId xmlns:a16="http://schemas.microsoft.com/office/drawing/2014/main"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a16:creationId xmlns:a16="http://schemas.microsoft.com/office/drawing/2014/main"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a16:creationId xmlns:a16="http://schemas.microsoft.com/office/drawing/2014/main"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a16:creationId xmlns:a16="http://schemas.microsoft.com/office/drawing/2014/main"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a16:creationId xmlns:a16="http://schemas.microsoft.com/office/drawing/2014/main"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a16:creationId xmlns:a16="http://schemas.microsoft.com/office/drawing/2014/main"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a16:creationId xmlns:a16="http://schemas.microsoft.com/office/drawing/2014/main"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a16:creationId xmlns:a16="http://schemas.microsoft.com/office/drawing/2014/main"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a16:creationId xmlns:a16="http://schemas.microsoft.com/office/drawing/2014/main"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221779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a16:creationId xmlns:a16="http://schemas.microsoft.com/office/drawing/2014/main"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a16:creationId xmlns:a16="http://schemas.microsoft.com/office/drawing/2014/main"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a16:creationId xmlns:a16="http://schemas.microsoft.com/office/drawing/2014/main"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a16:creationId xmlns:a16="http://schemas.microsoft.com/office/drawing/2014/main"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a16:creationId xmlns:a16="http://schemas.microsoft.com/office/drawing/2014/main"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a16:creationId xmlns:a16="http://schemas.microsoft.com/office/drawing/2014/main"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a16:creationId xmlns:a16="http://schemas.microsoft.com/office/drawing/2014/main"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a16:creationId xmlns:a16="http://schemas.microsoft.com/office/drawing/2014/main"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a16:creationId xmlns:a16="http://schemas.microsoft.com/office/drawing/2014/main"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a16:creationId xmlns:a16="http://schemas.microsoft.com/office/drawing/2014/main"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a16:creationId xmlns:a16="http://schemas.microsoft.com/office/drawing/2014/main"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a16:creationId xmlns:a16="http://schemas.microsoft.com/office/drawing/2014/main"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a16:creationId xmlns:a16="http://schemas.microsoft.com/office/drawing/2014/main"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a16:creationId xmlns:a16="http://schemas.microsoft.com/office/drawing/2014/main"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a16:creationId xmlns:a16="http://schemas.microsoft.com/office/drawing/2014/main"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a16:creationId xmlns:a16="http://schemas.microsoft.com/office/drawing/2014/main"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a16:creationId xmlns:a16="http://schemas.microsoft.com/office/drawing/2014/main"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a16:creationId xmlns:a16="http://schemas.microsoft.com/office/drawing/2014/main"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a16:creationId xmlns:a16="http://schemas.microsoft.com/office/drawing/2014/main"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a16:creationId xmlns:a16="http://schemas.microsoft.com/office/drawing/2014/main"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a16:creationId xmlns:a16="http://schemas.microsoft.com/office/drawing/2014/main"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a16:creationId xmlns:a16="http://schemas.microsoft.com/office/drawing/2014/main"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a16:creationId xmlns:a16="http://schemas.microsoft.com/office/drawing/2014/main"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a16:creationId xmlns:a16="http://schemas.microsoft.com/office/drawing/2014/main"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a16:creationId xmlns:a16="http://schemas.microsoft.com/office/drawing/2014/main"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a16:creationId xmlns:a16="http://schemas.microsoft.com/office/drawing/2014/main"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a16:creationId xmlns:a16="http://schemas.microsoft.com/office/drawing/2014/main"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a16:creationId xmlns:a16="http://schemas.microsoft.com/office/drawing/2014/main"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a16:creationId xmlns:a16="http://schemas.microsoft.com/office/drawing/2014/main"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a16:creationId xmlns:a16="http://schemas.microsoft.com/office/drawing/2014/main"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a16:creationId xmlns:a16="http://schemas.microsoft.com/office/drawing/2014/main"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a16:creationId xmlns:a16="http://schemas.microsoft.com/office/drawing/2014/main"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a16:creationId xmlns:a16="http://schemas.microsoft.com/office/drawing/2014/main"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a16:creationId xmlns:a16="http://schemas.microsoft.com/office/drawing/2014/main"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a16:creationId xmlns:a16="http://schemas.microsoft.com/office/drawing/2014/main"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a16:creationId xmlns:a16="http://schemas.microsoft.com/office/drawing/2014/main"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a16:creationId xmlns:a16="http://schemas.microsoft.com/office/drawing/2014/main"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a16:creationId xmlns:a16="http://schemas.microsoft.com/office/drawing/2014/main"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a16:creationId xmlns:a16="http://schemas.microsoft.com/office/drawing/2014/main"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a16:creationId xmlns:a16="http://schemas.microsoft.com/office/drawing/2014/main"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a16:creationId xmlns:a16="http://schemas.microsoft.com/office/drawing/2014/main"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a16:creationId xmlns:a16="http://schemas.microsoft.com/office/drawing/2014/main"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a16:creationId xmlns:a16="http://schemas.microsoft.com/office/drawing/2014/main"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a16:creationId xmlns:a16="http://schemas.microsoft.com/office/drawing/2014/main"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867462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a16:creationId xmlns:a16="http://schemas.microsoft.com/office/drawing/2014/main"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a16:creationId xmlns:a16="http://schemas.microsoft.com/office/drawing/2014/main"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a16:creationId xmlns:a16="http://schemas.microsoft.com/office/drawing/2014/main"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a16:creationId xmlns:a16="http://schemas.microsoft.com/office/drawing/2014/main"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a16:creationId xmlns:a16="http://schemas.microsoft.com/office/drawing/2014/main"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a16:creationId xmlns:a16="http://schemas.microsoft.com/office/drawing/2014/main"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a16:creationId xmlns:a16="http://schemas.microsoft.com/office/drawing/2014/main"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a16:creationId xmlns:a16="http://schemas.microsoft.com/office/drawing/2014/main"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a16:creationId xmlns:a16="http://schemas.microsoft.com/office/drawing/2014/main"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a16:creationId xmlns:a16="http://schemas.microsoft.com/office/drawing/2014/main"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a16:creationId xmlns:a16="http://schemas.microsoft.com/office/drawing/2014/main"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a16:creationId xmlns:a16="http://schemas.microsoft.com/office/drawing/2014/main"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a16:creationId xmlns:a16="http://schemas.microsoft.com/office/drawing/2014/main"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a16:creationId xmlns:a16="http://schemas.microsoft.com/office/drawing/2014/main"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a16:creationId xmlns:a16="http://schemas.microsoft.com/office/drawing/2014/main"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a16:creationId xmlns:a16="http://schemas.microsoft.com/office/drawing/2014/main"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a16:creationId xmlns:a16="http://schemas.microsoft.com/office/drawing/2014/main"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a16:creationId xmlns:a16="http://schemas.microsoft.com/office/drawing/2014/main"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a16:creationId xmlns:a16="http://schemas.microsoft.com/office/drawing/2014/main"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a16:creationId xmlns:a16="http://schemas.microsoft.com/office/drawing/2014/main"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a16:creationId xmlns:a16="http://schemas.microsoft.com/office/drawing/2014/main"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a16:creationId xmlns:a16="http://schemas.microsoft.com/office/drawing/2014/main"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a16:creationId xmlns:a16="http://schemas.microsoft.com/office/drawing/2014/main"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a16:creationId xmlns:a16="http://schemas.microsoft.com/office/drawing/2014/main"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a16:creationId xmlns:a16="http://schemas.microsoft.com/office/drawing/2014/main"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a16:creationId xmlns:a16="http://schemas.microsoft.com/office/drawing/2014/main"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a16:creationId xmlns:a16="http://schemas.microsoft.com/office/drawing/2014/main"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a16:creationId xmlns:a16="http://schemas.microsoft.com/office/drawing/2014/main"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a16:creationId xmlns:a16="http://schemas.microsoft.com/office/drawing/2014/main"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a16:creationId xmlns:a16="http://schemas.microsoft.com/office/drawing/2014/main"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a16:creationId xmlns:a16="http://schemas.microsoft.com/office/drawing/2014/main"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5672350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a16:creationId xmlns:a16="http://schemas.microsoft.com/office/drawing/2014/main"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a16:creationId xmlns:a16="http://schemas.microsoft.com/office/drawing/2014/main"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a16:creationId xmlns:a16="http://schemas.microsoft.com/office/drawing/2014/main"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a16:creationId xmlns:a16="http://schemas.microsoft.com/office/drawing/2014/main"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a16:creationId xmlns:a16="http://schemas.microsoft.com/office/drawing/2014/main"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a16:creationId xmlns:a16="http://schemas.microsoft.com/office/drawing/2014/main"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a16:creationId xmlns:a16="http://schemas.microsoft.com/office/drawing/2014/main"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a16:creationId xmlns:a16="http://schemas.microsoft.com/office/drawing/2014/main"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a16:creationId xmlns:a16="http://schemas.microsoft.com/office/drawing/2014/main"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a16:creationId xmlns:a16="http://schemas.microsoft.com/office/drawing/2014/main"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a16:creationId xmlns:a16="http://schemas.microsoft.com/office/drawing/2014/main"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a16:creationId xmlns:a16="http://schemas.microsoft.com/office/drawing/2014/main"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a16:creationId xmlns:a16="http://schemas.microsoft.com/office/drawing/2014/main"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a16:creationId xmlns:a16="http://schemas.microsoft.com/office/drawing/2014/main"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a16:creationId xmlns:a16="http://schemas.microsoft.com/office/drawing/2014/main"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a16:creationId xmlns:a16="http://schemas.microsoft.com/office/drawing/2014/main"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a16:creationId xmlns:a16="http://schemas.microsoft.com/office/drawing/2014/main"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a16:creationId xmlns:a16="http://schemas.microsoft.com/office/drawing/2014/main"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a16:creationId xmlns:a16="http://schemas.microsoft.com/office/drawing/2014/main"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a16:creationId xmlns:a16="http://schemas.microsoft.com/office/drawing/2014/main"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a16:creationId xmlns:a16="http://schemas.microsoft.com/office/drawing/2014/main"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a16:creationId xmlns:a16="http://schemas.microsoft.com/office/drawing/2014/main"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a16:creationId xmlns:a16="http://schemas.microsoft.com/office/drawing/2014/main"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a16:creationId xmlns:a16="http://schemas.microsoft.com/office/drawing/2014/main"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a16:creationId xmlns:a16="http://schemas.microsoft.com/office/drawing/2014/main"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a16:creationId xmlns:a16="http://schemas.microsoft.com/office/drawing/2014/main"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a16:creationId xmlns:a16="http://schemas.microsoft.com/office/drawing/2014/main"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a16:creationId xmlns:a16="http://schemas.microsoft.com/office/drawing/2014/main"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a16:creationId xmlns:a16="http://schemas.microsoft.com/office/drawing/2014/main"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a16:creationId xmlns:a16="http://schemas.microsoft.com/office/drawing/2014/main"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a16:creationId xmlns:a16="http://schemas.microsoft.com/office/drawing/2014/main"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a16:creationId xmlns:a16="http://schemas.microsoft.com/office/drawing/2014/main"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a16:creationId xmlns:a16="http://schemas.microsoft.com/office/drawing/2014/main"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a16:creationId xmlns:a16="http://schemas.microsoft.com/office/drawing/2014/main"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a16:creationId xmlns:a16="http://schemas.microsoft.com/office/drawing/2014/main"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a16:creationId xmlns:a16="http://schemas.microsoft.com/office/drawing/2014/main"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a16:creationId xmlns:a16="http://schemas.microsoft.com/office/drawing/2014/main"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a16:creationId xmlns:a16="http://schemas.microsoft.com/office/drawing/2014/main"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a16:creationId xmlns:a16="http://schemas.microsoft.com/office/drawing/2014/main"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a16:creationId xmlns:a16="http://schemas.microsoft.com/office/drawing/2014/main"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a16:creationId xmlns:a16="http://schemas.microsoft.com/office/drawing/2014/main"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a16:creationId xmlns:a16="http://schemas.microsoft.com/office/drawing/2014/main"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a16:creationId xmlns:a16="http://schemas.microsoft.com/office/drawing/2014/main"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a16:creationId xmlns:a16="http://schemas.microsoft.com/office/drawing/2014/main"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a16:creationId xmlns:a16="http://schemas.microsoft.com/office/drawing/2014/main"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a16:creationId xmlns:a16="http://schemas.microsoft.com/office/drawing/2014/main"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a16:creationId xmlns:a16="http://schemas.microsoft.com/office/drawing/2014/main"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a16:creationId xmlns:a16="http://schemas.microsoft.com/office/drawing/2014/main"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a16:creationId xmlns:a16="http://schemas.microsoft.com/office/drawing/2014/main"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a16:creationId xmlns:a16="http://schemas.microsoft.com/office/drawing/2014/main"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a16:creationId xmlns:a16="http://schemas.microsoft.com/office/drawing/2014/main"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a16:creationId xmlns:a16="http://schemas.microsoft.com/office/drawing/2014/main"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a16:creationId xmlns:a16="http://schemas.microsoft.com/office/drawing/2014/main"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a16:creationId xmlns:a16="http://schemas.microsoft.com/office/drawing/2014/main"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a16:creationId xmlns:a16="http://schemas.microsoft.com/office/drawing/2014/main"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a16:creationId xmlns:a16="http://schemas.microsoft.com/office/drawing/2014/main"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a16:creationId xmlns:a16="http://schemas.microsoft.com/office/drawing/2014/main"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a16:creationId xmlns:a16="http://schemas.microsoft.com/office/drawing/2014/main"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a16:creationId xmlns:a16="http://schemas.microsoft.com/office/drawing/2014/main"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a16:creationId xmlns:a16="http://schemas.microsoft.com/office/drawing/2014/main"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a16:creationId xmlns:a16="http://schemas.microsoft.com/office/drawing/2014/main"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a16:creationId xmlns:a16="http://schemas.microsoft.com/office/drawing/2014/main"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a16:creationId xmlns:a16="http://schemas.microsoft.com/office/drawing/2014/main"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a16:creationId xmlns:a16="http://schemas.microsoft.com/office/drawing/2014/main"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a16:creationId xmlns:a16="http://schemas.microsoft.com/office/drawing/2014/main"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a16:creationId xmlns:a16="http://schemas.microsoft.com/office/drawing/2014/main"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a16:creationId xmlns:a16="http://schemas.microsoft.com/office/drawing/2014/main"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a16:creationId xmlns:a16="http://schemas.microsoft.com/office/drawing/2014/main"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a16:creationId xmlns:a16="http://schemas.microsoft.com/office/drawing/2014/main"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a16:creationId xmlns:a16="http://schemas.microsoft.com/office/drawing/2014/main"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a16:creationId xmlns:a16="http://schemas.microsoft.com/office/drawing/2014/main"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a16:creationId xmlns:a16="http://schemas.microsoft.com/office/drawing/2014/main"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a16:creationId xmlns:a16="http://schemas.microsoft.com/office/drawing/2014/main"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a16:creationId xmlns:a16="http://schemas.microsoft.com/office/drawing/2014/main"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a16:creationId xmlns:a16="http://schemas.microsoft.com/office/drawing/2014/main"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a16:creationId xmlns:a16="http://schemas.microsoft.com/office/drawing/2014/main"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a16:creationId xmlns:a16="http://schemas.microsoft.com/office/drawing/2014/main"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a16:creationId xmlns:a16="http://schemas.microsoft.com/office/drawing/2014/main"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a16:creationId xmlns:a16="http://schemas.microsoft.com/office/drawing/2014/main"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a16:creationId xmlns:a16="http://schemas.microsoft.com/office/drawing/2014/main"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a16:creationId xmlns:a16="http://schemas.microsoft.com/office/drawing/2014/main"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a16:creationId xmlns:a16="http://schemas.microsoft.com/office/drawing/2014/main"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a16:creationId xmlns:a16="http://schemas.microsoft.com/office/drawing/2014/main"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a16:creationId xmlns:a16="http://schemas.microsoft.com/office/drawing/2014/main"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a16:creationId xmlns:a16="http://schemas.microsoft.com/office/drawing/2014/main"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a16:creationId xmlns:a16="http://schemas.microsoft.com/office/drawing/2014/main"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a16:creationId xmlns:a16="http://schemas.microsoft.com/office/drawing/2014/main"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a16:creationId xmlns:a16="http://schemas.microsoft.com/office/drawing/2014/main"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a16:creationId xmlns:a16="http://schemas.microsoft.com/office/drawing/2014/main"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a16:creationId xmlns:a16="http://schemas.microsoft.com/office/drawing/2014/main"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a16:creationId xmlns:a16="http://schemas.microsoft.com/office/drawing/2014/main"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a16:creationId xmlns:a16="http://schemas.microsoft.com/office/drawing/2014/main"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a16:creationId xmlns:a16="http://schemas.microsoft.com/office/drawing/2014/main"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a16:creationId xmlns:a16="http://schemas.microsoft.com/office/drawing/2014/main"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a16:creationId xmlns:a16="http://schemas.microsoft.com/office/drawing/2014/main"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a16:creationId xmlns:a16="http://schemas.microsoft.com/office/drawing/2014/main"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a16:creationId xmlns:a16="http://schemas.microsoft.com/office/drawing/2014/main"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a16:creationId xmlns:a16="http://schemas.microsoft.com/office/drawing/2014/main"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a16:creationId xmlns:a16="http://schemas.microsoft.com/office/drawing/2014/main"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a16:creationId xmlns:a16="http://schemas.microsoft.com/office/drawing/2014/main"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a16:creationId xmlns:a16="http://schemas.microsoft.com/office/drawing/2014/main"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a16:creationId xmlns:a16="http://schemas.microsoft.com/office/drawing/2014/main"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a16:creationId xmlns:a16="http://schemas.microsoft.com/office/drawing/2014/main"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a16:creationId xmlns:a16="http://schemas.microsoft.com/office/drawing/2014/main"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a16:creationId xmlns:a16="http://schemas.microsoft.com/office/drawing/2014/main"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a16:creationId xmlns:a16="http://schemas.microsoft.com/office/drawing/2014/main"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a16:creationId xmlns:a16="http://schemas.microsoft.com/office/drawing/2014/main"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a16:creationId xmlns:a16="http://schemas.microsoft.com/office/drawing/2014/main"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a16:creationId xmlns:a16="http://schemas.microsoft.com/office/drawing/2014/main"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a16:creationId xmlns:a16="http://schemas.microsoft.com/office/drawing/2014/main"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a16:creationId xmlns:a16="http://schemas.microsoft.com/office/drawing/2014/main"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a16:creationId xmlns:a16="http://schemas.microsoft.com/office/drawing/2014/main"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a16:creationId xmlns:a16="http://schemas.microsoft.com/office/drawing/2014/main"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a16:creationId xmlns:a16="http://schemas.microsoft.com/office/drawing/2014/main"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a16:creationId xmlns:a16="http://schemas.microsoft.com/office/drawing/2014/main"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a16:creationId xmlns:a16="http://schemas.microsoft.com/office/drawing/2014/main"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a16:creationId xmlns:a16="http://schemas.microsoft.com/office/drawing/2014/main"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a16:creationId xmlns:a16="http://schemas.microsoft.com/office/drawing/2014/main"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a16:creationId xmlns:a16="http://schemas.microsoft.com/office/drawing/2014/main"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a16:creationId xmlns:a16="http://schemas.microsoft.com/office/drawing/2014/main"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a16:creationId xmlns:a16="http://schemas.microsoft.com/office/drawing/2014/main"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a16:creationId xmlns:a16="http://schemas.microsoft.com/office/drawing/2014/main"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a16:creationId xmlns:a16="http://schemas.microsoft.com/office/drawing/2014/main"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a16:creationId xmlns:a16="http://schemas.microsoft.com/office/drawing/2014/main"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a16:creationId xmlns:a16="http://schemas.microsoft.com/office/drawing/2014/main"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a16:creationId xmlns:a16="http://schemas.microsoft.com/office/drawing/2014/main"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a16:creationId xmlns:a16="http://schemas.microsoft.com/office/drawing/2014/main"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a16:creationId xmlns:a16="http://schemas.microsoft.com/office/drawing/2014/main"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a16:creationId xmlns:a16="http://schemas.microsoft.com/office/drawing/2014/main"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a16:creationId xmlns:a16="http://schemas.microsoft.com/office/drawing/2014/main"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a16:creationId xmlns:a16="http://schemas.microsoft.com/office/drawing/2014/main"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a16:creationId xmlns:a16="http://schemas.microsoft.com/office/drawing/2014/main"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a16:creationId xmlns:a16="http://schemas.microsoft.com/office/drawing/2014/main"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a16:creationId xmlns:a16="http://schemas.microsoft.com/office/drawing/2014/main"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a16:creationId xmlns:a16="http://schemas.microsoft.com/office/drawing/2014/main"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a16:creationId xmlns:a16="http://schemas.microsoft.com/office/drawing/2014/main"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a16:creationId xmlns:a16="http://schemas.microsoft.com/office/drawing/2014/main"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a16:creationId xmlns:a16="http://schemas.microsoft.com/office/drawing/2014/main"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a16:creationId xmlns:a16="http://schemas.microsoft.com/office/drawing/2014/main"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a16:creationId xmlns:a16="http://schemas.microsoft.com/office/drawing/2014/main"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a16:creationId xmlns:a16="http://schemas.microsoft.com/office/drawing/2014/main"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a16:creationId xmlns:a16="http://schemas.microsoft.com/office/drawing/2014/main"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a16:creationId xmlns:a16="http://schemas.microsoft.com/office/drawing/2014/main"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a16:creationId xmlns:a16="http://schemas.microsoft.com/office/drawing/2014/main"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a16:creationId xmlns:a16="http://schemas.microsoft.com/office/drawing/2014/main"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a16:creationId xmlns:a16="http://schemas.microsoft.com/office/drawing/2014/main"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a16:creationId xmlns:a16="http://schemas.microsoft.com/office/drawing/2014/main"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a16:creationId xmlns:a16="http://schemas.microsoft.com/office/drawing/2014/main"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a16:creationId xmlns:a16="http://schemas.microsoft.com/office/drawing/2014/main"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a16:creationId xmlns:a16="http://schemas.microsoft.com/office/drawing/2014/main"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a16:creationId xmlns:a16="http://schemas.microsoft.com/office/drawing/2014/main"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a16:creationId xmlns:a16="http://schemas.microsoft.com/office/drawing/2014/main"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a16:creationId xmlns:a16="http://schemas.microsoft.com/office/drawing/2014/main"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a16:creationId xmlns:a16="http://schemas.microsoft.com/office/drawing/2014/main"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a16:creationId xmlns:a16="http://schemas.microsoft.com/office/drawing/2014/main"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a16:creationId xmlns:a16="http://schemas.microsoft.com/office/drawing/2014/main"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a16:creationId xmlns:a16="http://schemas.microsoft.com/office/drawing/2014/main"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a16:creationId xmlns:a16="http://schemas.microsoft.com/office/drawing/2014/main"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a16:creationId xmlns:a16="http://schemas.microsoft.com/office/drawing/2014/main"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a16:creationId xmlns:a16="http://schemas.microsoft.com/office/drawing/2014/main"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a16:creationId xmlns:a16="http://schemas.microsoft.com/office/drawing/2014/main"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a16:creationId xmlns:a16="http://schemas.microsoft.com/office/drawing/2014/main"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a16:creationId xmlns:a16="http://schemas.microsoft.com/office/drawing/2014/main"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a16:creationId xmlns:a16="http://schemas.microsoft.com/office/drawing/2014/main"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a16:creationId xmlns:a16="http://schemas.microsoft.com/office/drawing/2014/main"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a16:creationId xmlns:a16="http://schemas.microsoft.com/office/drawing/2014/main"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a16:creationId xmlns:a16="http://schemas.microsoft.com/office/drawing/2014/main"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a16:creationId xmlns:a16="http://schemas.microsoft.com/office/drawing/2014/main"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a16:creationId xmlns:a16="http://schemas.microsoft.com/office/drawing/2014/main"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a16:creationId xmlns:a16="http://schemas.microsoft.com/office/drawing/2014/main"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a16:creationId xmlns:a16="http://schemas.microsoft.com/office/drawing/2014/main"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a16:creationId xmlns:a16="http://schemas.microsoft.com/office/drawing/2014/main"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a16:creationId xmlns:a16="http://schemas.microsoft.com/office/drawing/2014/main"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a16:creationId xmlns:a16="http://schemas.microsoft.com/office/drawing/2014/main"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a16:creationId xmlns:a16="http://schemas.microsoft.com/office/drawing/2014/main"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a16:creationId xmlns:a16="http://schemas.microsoft.com/office/drawing/2014/main"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a16:creationId xmlns:a16="http://schemas.microsoft.com/office/drawing/2014/main"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a16:creationId xmlns:a16="http://schemas.microsoft.com/office/drawing/2014/main"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a16:creationId xmlns:a16="http://schemas.microsoft.com/office/drawing/2014/main"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a16:creationId xmlns:a16="http://schemas.microsoft.com/office/drawing/2014/main"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a16:creationId xmlns:a16="http://schemas.microsoft.com/office/drawing/2014/main"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a16:creationId xmlns:a16="http://schemas.microsoft.com/office/drawing/2014/main"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a16:creationId xmlns:a16="http://schemas.microsoft.com/office/drawing/2014/main"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a16:creationId xmlns:a16="http://schemas.microsoft.com/office/drawing/2014/main"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a16:creationId xmlns:a16="http://schemas.microsoft.com/office/drawing/2014/main"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a16:creationId xmlns:a16="http://schemas.microsoft.com/office/drawing/2014/main"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a16:creationId xmlns:a16="http://schemas.microsoft.com/office/drawing/2014/main"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a16:creationId xmlns:a16="http://schemas.microsoft.com/office/drawing/2014/main"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a16:creationId xmlns:a16="http://schemas.microsoft.com/office/drawing/2014/main"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a16:creationId xmlns:a16="http://schemas.microsoft.com/office/drawing/2014/main"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a16:creationId xmlns:a16="http://schemas.microsoft.com/office/drawing/2014/main"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a16:creationId xmlns:a16="http://schemas.microsoft.com/office/drawing/2014/main"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a16:creationId xmlns:a16="http://schemas.microsoft.com/office/drawing/2014/main"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a16:creationId xmlns:a16="http://schemas.microsoft.com/office/drawing/2014/main"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a16:creationId xmlns:a16="http://schemas.microsoft.com/office/drawing/2014/main"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a16:creationId xmlns:a16="http://schemas.microsoft.com/office/drawing/2014/main"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a16:creationId xmlns:a16="http://schemas.microsoft.com/office/drawing/2014/main"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a16:creationId xmlns:a16="http://schemas.microsoft.com/office/drawing/2014/main"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a16:creationId xmlns:a16="http://schemas.microsoft.com/office/drawing/2014/main"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a16:creationId xmlns:a16="http://schemas.microsoft.com/office/drawing/2014/main"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a16:creationId xmlns:a16="http://schemas.microsoft.com/office/drawing/2014/main"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a16:creationId xmlns:a16="http://schemas.microsoft.com/office/drawing/2014/main"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a16:creationId xmlns:a16="http://schemas.microsoft.com/office/drawing/2014/main"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a16:creationId xmlns:a16="http://schemas.microsoft.com/office/drawing/2014/main"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25960733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a16:creationId xmlns:a16="http://schemas.microsoft.com/office/drawing/2014/main"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a16:creationId xmlns:a16="http://schemas.microsoft.com/office/drawing/2014/main"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a16:creationId xmlns:a16="http://schemas.microsoft.com/office/drawing/2014/main"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a16:creationId xmlns:a16="http://schemas.microsoft.com/office/drawing/2014/main"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a16:creationId xmlns:a16="http://schemas.microsoft.com/office/drawing/2014/main"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a16:creationId xmlns:a16="http://schemas.microsoft.com/office/drawing/2014/main"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a16:creationId xmlns:a16="http://schemas.microsoft.com/office/drawing/2014/main"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a16:creationId xmlns:a16="http://schemas.microsoft.com/office/drawing/2014/main"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a16:creationId xmlns:a16="http://schemas.microsoft.com/office/drawing/2014/main"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a16:creationId xmlns:a16="http://schemas.microsoft.com/office/drawing/2014/main"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a16:creationId xmlns:a16="http://schemas.microsoft.com/office/drawing/2014/main"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a16:creationId xmlns:a16="http://schemas.microsoft.com/office/drawing/2014/main"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a16:creationId xmlns:a16="http://schemas.microsoft.com/office/drawing/2014/main"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a16:creationId xmlns:a16="http://schemas.microsoft.com/office/drawing/2014/main"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a16:creationId xmlns:a16="http://schemas.microsoft.com/office/drawing/2014/main"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a16:creationId xmlns:a16="http://schemas.microsoft.com/office/drawing/2014/main"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a16:creationId xmlns:a16="http://schemas.microsoft.com/office/drawing/2014/main"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a16:creationId xmlns:a16="http://schemas.microsoft.com/office/drawing/2014/main"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a16:creationId xmlns:a16="http://schemas.microsoft.com/office/drawing/2014/main"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a16:creationId xmlns:a16="http://schemas.microsoft.com/office/drawing/2014/main"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a16:creationId xmlns:a16="http://schemas.microsoft.com/office/drawing/2014/main"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a16:creationId xmlns:a16="http://schemas.microsoft.com/office/drawing/2014/main"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a16:creationId xmlns:a16="http://schemas.microsoft.com/office/drawing/2014/main"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a16:creationId xmlns:a16="http://schemas.microsoft.com/office/drawing/2014/main"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a16:creationId xmlns:a16="http://schemas.microsoft.com/office/drawing/2014/main"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a16:creationId xmlns:a16="http://schemas.microsoft.com/office/drawing/2014/main"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a16:creationId xmlns:a16="http://schemas.microsoft.com/office/drawing/2014/main"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a16:creationId xmlns:a16="http://schemas.microsoft.com/office/drawing/2014/main"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a16:creationId xmlns:a16="http://schemas.microsoft.com/office/drawing/2014/main"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a16:creationId xmlns:a16="http://schemas.microsoft.com/office/drawing/2014/main"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a16:creationId xmlns:a16="http://schemas.microsoft.com/office/drawing/2014/main"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a16:creationId xmlns:a16="http://schemas.microsoft.com/office/drawing/2014/main"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a16:creationId xmlns:a16="http://schemas.microsoft.com/office/drawing/2014/main"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a16:creationId xmlns:a16="http://schemas.microsoft.com/office/drawing/2014/main"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a16:creationId xmlns:a16="http://schemas.microsoft.com/office/drawing/2014/main"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a16:creationId xmlns:a16="http://schemas.microsoft.com/office/drawing/2014/main"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a16:creationId xmlns:a16="http://schemas.microsoft.com/office/drawing/2014/main"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a16:creationId xmlns:a16="http://schemas.microsoft.com/office/drawing/2014/main"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a16:creationId xmlns:a16="http://schemas.microsoft.com/office/drawing/2014/main"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a16:creationId xmlns:a16="http://schemas.microsoft.com/office/drawing/2014/main"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a16:creationId xmlns:a16="http://schemas.microsoft.com/office/drawing/2014/main"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a16:creationId xmlns:a16="http://schemas.microsoft.com/office/drawing/2014/main"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a16:creationId xmlns:a16="http://schemas.microsoft.com/office/drawing/2014/main"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a16:creationId xmlns:a16="http://schemas.microsoft.com/office/drawing/2014/main"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a16:creationId xmlns:a16="http://schemas.microsoft.com/office/drawing/2014/main"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a16:creationId xmlns:a16="http://schemas.microsoft.com/office/drawing/2014/main"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a16:creationId xmlns:a16="http://schemas.microsoft.com/office/drawing/2014/main"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a16:creationId xmlns:a16="http://schemas.microsoft.com/office/drawing/2014/main"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a16:creationId xmlns:a16="http://schemas.microsoft.com/office/drawing/2014/main"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a16:creationId xmlns:a16="http://schemas.microsoft.com/office/drawing/2014/main"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a16:creationId xmlns:a16="http://schemas.microsoft.com/office/drawing/2014/main"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a16:creationId xmlns:a16="http://schemas.microsoft.com/office/drawing/2014/main"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a16:creationId xmlns:a16="http://schemas.microsoft.com/office/drawing/2014/main"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a16:creationId xmlns:a16="http://schemas.microsoft.com/office/drawing/2014/main"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a16:creationId xmlns:a16="http://schemas.microsoft.com/office/drawing/2014/main"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a16:creationId xmlns:a16="http://schemas.microsoft.com/office/drawing/2014/main"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a16:creationId xmlns:a16="http://schemas.microsoft.com/office/drawing/2014/main"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a16:creationId xmlns:a16="http://schemas.microsoft.com/office/drawing/2014/main"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a16:creationId xmlns:a16="http://schemas.microsoft.com/office/drawing/2014/main"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a16:creationId xmlns:a16="http://schemas.microsoft.com/office/drawing/2014/main"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a16:creationId xmlns:a16="http://schemas.microsoft.com/office/drawing/2014/main"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a16:creationId xmlns:a16="http://schemas.microsoft.com/office/drawing/2014/main"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a16:creationId xmlns:a16="http://schemas.microsoft.com/office/drawing/2014/main"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a16:creationId xmlns:a16="http://schemas.microsoft.com/office/drawing/2014/main"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a16:creationId xmlns:a16="http://schemas.microsoft.com/office/drawing/2014/main"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a16:creationId xmlns:a16="http://schemas.microsoft.com/office/drawing/2014/main"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a16:creationId xmlns:a16="http://schemas.microsoft.com/office/drawing/2014/main"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a16:creationId xmlns:a16="http://schemas.microsoft.com/office/drawing/2014/main"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a16:creationId xmlns:a16="http://schemas.microsoft.com/office/drawing/2014/main"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a16:creationId xmlns:a16="http://schemas.microsoft.com/office/drawing/2014/main"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a16:creationId xmlns:a16="http://schemas.microsoft.com/office/drawing/2014/main"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a16:creationId xmlns:a16="http://schemas.microsoft.com/office/drawing/2014/main"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a16:creationId xmlns:a16="http://schemas.microsoft.com/office/drawing/2014/main"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a16:creationId xmlns:a16="http://schemas.microsoft.com/office/drawing/2014/main"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a16:creationId xmlns:a16="http://schemas.microsoft.com/office/drawing/2014/main"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a16:creationId xmlns:a16="http://schemas.microsoft.com/office/drawing/2014/main"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a16:creationId xmlns:a16="http://schemas.microsoft.com/office/drawing/2014/main"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a16:creationId xmlns:a16="http://schemas.microsoft.com/office/drawing/2014/main"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a16:creationId xmlns:a16="http://schemas.microsoft.com/office/drawing/2014/main"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a16:creationId xmlns:a16="http://schemas.microsoft.com/office/drawing/2014/main"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a16:creationId xmlns:a16="http://schemas.microsoft.com/office/drawing/2014/main"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a16:creationId xmlns:a16="http://schemas.microsoft.com/office/drawing/2014/main"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a16:creationId xmlns:a16="http://schemas.microsoft.com/office/drawing/2014/main"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a16:creationId xmlns:a16="http://schemas.microsoft.com/office/drawing/2014/main"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a16:creationId xmlns:a16="http://schemas.microsoft.com/office/drawing/2014/main"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a16:creationId xmlns:a16="http://schemas.microsoft.com/office/drawing/2014/main"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a16:creationId xmlns:a16="http://schemas.microsoft.com/office/drawing/2014/main"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a16:creationId xmlns:a16="http://schemas.microsoft.com/office/drawing/2014/main"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a16:creationId xmlns:a16="http://schemas.microsoft.com/office/drawing/2014/main"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a16:creationId xmlns:a16="http://schemas.microsoft.com/office/drawing/2014/main"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a16:creationId xmlns:a16="http://schemas.microsoft.com/office/drawing/2014/main"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a16:creationId xmlns:a16="http://schemas.microsoft.com/office/drawing/2014/main"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a16:creationId xmlns:a16="http://schemas.microsoft.com/office/drawing/2014/main"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a16:creationId xmlns:a16="http://schemas.microsoft.com/office/drawing/2014/main"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a16:creationId xmlns:a16="http://schemas.microsoft.com/office/drawing/2014/main"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a16:creationId xmlns:a16="http://schemas.microsoft.com/office/drawing/2014/main"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a16:creationId xmlns:a16="http://schemas.microsoft.com/office/drawing/2014/main"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a16:creationId xmlns:a16="http://schemas.microsoft.com/office/drawing/2014/main"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a16:creationId xmlns:a16="http://schemas.microsoft.com/office/drawing/2014/main"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a16:creationId xmlns:a16="http://schemas.microsoft.com/office/drawing/2014/main"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a16:creationId xmlns:a16="http://schemas.microsoft.com/office/drawing/2014/main"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a16:creationId xmlns:a16="http://schemas.microsoft.com/office/drawing/2014/main"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a16:creationId xmlns:a16="http://schemas.microsoft.com/office/drawing/2014/main"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a16:creationId xmlns:a16="http://schemas.microsoft.com/office/drawing/2014/main"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a16:creationId xmlns:a16="http://schemas.microsoft.com/office/drawing/2014/main"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a16:creationId xmlns:a16="http://schemas.microsoft.com/office/drawing/2014/main"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a16:creationId xmlns:a16="http://schemas.microsoft.com/office/drawing/2014/main"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a16:creationId xmlns:a16="http://schemas.microsoft.com/office/drawing/2014/main"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a16:creationId xmlns:a16="http://schemas.microsoft.com/office/drawing/2014/main"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a16:creationId xmlns:a16="http://schemas.microsoft.com/office/drawing/2014/main"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a16:creationId xmlns:a16="http://schemas.microsoft.com/office/drawing/2014/main"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a16:creationId xmlns:a16="http://schemas.microsoft.com/office/drawing/2014/main"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a16:creationId xmlns:a16="http://schemas.microsoft.com/office/drawing/2014/main"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a16:creationId xmlns:a16="http://schemas.microsoft.com/office/drawing/2014/main"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a16:creationId xmlns:a16="http://schemas.microsoft.com/office/drawing/2014/main"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a16:creationId xmlns:a16="http://schemas.microsoft.com/office/drawing/2014/main"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a16:creationId xmlns:a16="http://schemas.microsoft.com/office/drawing/2014/main"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a16:creationId xmlns:a16="http://schemas.microsoft.com/office/drawing/2014/main"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a16:creationId xmlns:a16="http://schemas.microsoft.com/office/drawing/2014/main"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a16:creationId xmlns:a16="http://schemas.microsoft.com/office/drawing/2014/main"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a16:creationId xmlns:a16="http://schemas.microsoft.com/office/drawing/2014/main"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a16:creationId xmlns:a16="http://schemas.microsoft.com/office/drawing/2014/main"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a16:creationId xmlns:a16="http://schemas.microsoft.com/office/drawing/2014/main"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a16:creationId xmlns:a16="http://schemas.microsoft.com/office/drawing/2014/main"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a16:creationId xmlns:a16="http://schemas.microsoft.com/office/drawing/2014/main"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a16:creationId xmlns:a16="http://schemas.microsoft.com/office/drawing/2014/main"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a16:creationId xmlns:a16="http://schemas.microsoft.com/office/drawing/2014/main"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a16:creationId xmlns:a16="http://schemas.microsoft.com/office/drawing/2014/main"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a16:creationId xmlns:a16="http://schemas.microsoft.com/office/drawing/2014/main"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a16:creationId xmlns:a16="http://schemas.microsoft.com/office/drawing/2014/main"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a16:creationId xmlns:a16="http://schemas.microsoft.com/office/drawing/2014/main"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a16:creationId xmlns:a16="http://schemas.microsoft.com/office/drawing/2014/main"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a16:creationId xmlns:a16="http://schemas.microsoft.com/office/drawing/2014/main"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a16:creationId xmlns:a16="http://schemas.microsoft.com/office/drawing/2014/main"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a16:creationId xmlns:a16="http://schemas.microsoft.com/office/drawing/2014/main"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a16:creationId xmlns:a16="http://schemas.microsoft.com/office/drawing/2014/main"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a16:creationId xmlns:a16="http://schemas.microsoft.com/office/drawing/2014/main"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a16:creationId xmlns:a16="http://schemas.microsoft.com/office/drawing/2014/main"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a16:creationId xmlns:a16="http://schemas.microsoft.com/office/drawing/2014/main"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a16:creationId xmlns:a16="http://schemas.microsoft.com/office/drawing/2014/main"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a16:creationId xmlns:a16="http://schemas.microsoft.com/office/drawing/2014/main"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a16:creationId xmlns:a16="http://schemas.microsoft.com/office/drawing/2014/main"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a16:creationId xmlns:a16="http://schemas.microsoft.com/office/drawing/2014/main"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a16:creationId xmlns:a16="http://schemas.microsoft.com/office/drawing/2014/main"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a16:creationId xmlns:a16="http://schemas.microsoft.com/office/drawing/2014/main"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a16:creationId xmlns:a16="http://schemas.microsoft.com/office/drawing/2014/main"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a16:creationId xmlns:a16="http://schemas.microsoft.com/office/drawing/2014/main"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a16:creationId xmlns:a16="http://schemas.microsoft.com/office/drawing/2014/main"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a16:creationId xmlns:a16="http://schemas.microsoft.com/office/drawing/2014/main"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a16:creationId xmlns:a16="http://schemas.microsoft.com/office/drawing/2014/main"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a16:creationId xmlns:a16="http://schemas.microsoft.com/office/drawing/2014/main"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a16:creationId xmlns:a16="http://schemas.microsoft.com/office/drawing/2014/main"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a16:creationId xmlns:a16="http://schemas.microsoft.com/office/drawing/2014/main"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a16:creationId xmlns:a16="http://schemas.microsoft.com/office/drawing/2014/main"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a16:creationId xmlns:a16="http://schemas.microsoft.com/office/drawing/2014/main"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a16:creationId xmlns:a16="http://schemas.microsoft.com/office/drawing/2014/main"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a16:creationId xmlns:a16="http://schemas.microsoft.com/office/drawing/2014/main"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a16:creationId xmlns:a16="http://schemas.microsoft.com/office/drawing/2014/main"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a16:creationId xmlns:a16="http://schemas.microsoft.com/office/drawing/2014/main"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a16:creationId xmlns:a16="http://schemas.microsoft.com/office/drawing/2014/main"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a16:creationId xmlns:a16="http://schemas.microsoft.com/office/drawing/2014/main"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a16:creationId xmlns:a16="http://schemas.microsoft.com/office/drawing/2014/main"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a16:creationId xmlns:a16="http://schemas.microsoft.com/office/drawing/2014/main"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a16:creationId xmlns:a16="http://schemas.microsoft.com/office/drawing/2014/main"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a16:creationId xmlns:a16="http://schemas.microsoft.com/office/drawing/2014/main"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a16:creationId xmlns:a16="http://schemas.microsoft.com/office/drawing/2014/main"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a16:creationId xmlns:a16="http://schemas.microsoft.com/office/drawing/2014/main"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a16:creationId xmlns:a16="http://schemas.microsoft.com/office/drawing/2014/main"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a16:creationId xmlns:a16="http://schemas.microsoft.com/office/drawing/2014/main"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a16:creationId xmlns:a16="http://schemas.microsoft.com/office/drawing/2014/main"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a16:creationId xmlns:a16="http://schemas.microsoft.com/office/drawing/2014/main"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a16:creationId xmlns:a16="http://schemas.microsoft.com/office/drawing/2014/main"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a16:creationId xmlns:a16="http://schemas.microsoft.com/office/drawing/2014/main"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a16:creationId xmlns:a16="http://schemas.microsoft.com/office/drawing/2014/main"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a16:creationId xmlns:a16="http://schemas.microsoft.com/office/drawing/2014/main"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a16:creationId xmlns:a16="http://schemas.microsoft.com/office/drawing/2014/main"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a16:creationId xmlns:a16="http://schemas.microsoft.com/office/drawing/2014/main"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a16:creationId xmlns:a16="http://schemas.microsoft.com/office/drawing/2014/main"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a16:creationId xmlns:a16="http://schemas.microsoft.com/office/drawing/2014/main"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a16:creationId xmlns:a16="http://schemas.microsoft.com/office/drawing/2014/main"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a16:creationId xmlns:a16="http://schemas.microsoft.com/office/drawing/2014/main"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a16:creationId xmlns:a16="http://schemas.microsoft.com/office/drawing/2014/main"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a16:creationId xmlns:a16="http://schemas.microsoft.com/office/drawing/2014/main"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a16:creationId xmlns:a16="http://schemas.microsoft.com/office/drawing/2014/main"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a16:creationId xmlns:a16="http://schemas.microsoft.com/office/drawing/2014/main"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a16:creationId xmlns:a16="http://schemas.microsoft.com/office/drawing/2014/main"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a16:creationId xmlns:a16="http://schemas.microsoft.com/office/drawing/2014/main"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a16:creationId xmlns:a16="http://schemas.microsoft.com/office/drawing/2014/main"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a16:creationId xmlns:a16="http://schemas.microsoft.com/office/drawing/2014/main"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a16:creationId xmlns:a16="http://schemas.microsoft.com/office/drawing/2014/main"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a16:creationId xmlns:a16="http://schemas.microsoft.com/office/drawing/2014/main"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a16:creationId xmlns:a16="http://schemas.microsoft.com/office/drawing/2014/main"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a16:creationId xmlns:a16="http://schemas.microsoft.com/office/drawing/2014/main"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a16:creationId xmlns:a16="http://schemas.microsoft.com/office/drawing/2014/main"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a16:creationId xmlns:a16="http://schemas.microsoft.com/office/drawing/2014/main"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a16:creationId xmlns:a16="http://schemas.microsoft.com/office/drawing/2014/main"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a16:creationId xmlns:a16="http://schemas.microsoft.com/office/drawing/2014/main"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a16:creationId xmlns:a16="http://schemas.microsoft.com/office/drawing/2014/main"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a16:creationId xmlns:a16="http://schemas.microsoft.com/office/drawing/2014/main"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a16:creationId xmlns:a16="http://schemas.microsoft.com/office/drawing/2014/main"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a16:creationId xmlns:a16="http://schemas.microsoft.com/office/drawing/2014/main"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a16:creationId xmlns:a16="http://schemas.microsoft.com/office/drawing/2014/main"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a16:creationId xmlns:a16="http://schemas.microsoft.com/office/drawing/2014/main"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a16:creationId xmlns:a16="http://schemas.microsoft.com/office/drawing/2014/main"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a16:creationId xmlns:a16="http://schemas.microsoft.com/office/drawing/2014/main"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a16:creationId xmlns:a16="http://schemas.microsoft.com/office/drawing/2014/main"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a16:creationId xmlns:a16="http://schemas.microsoft.com/office/drawing/2014/main"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a16:creationId xmlns:a16="http://schemas.microsoft.com/office/drawing/2014/main"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a16:creationId xmlns:a16="http://schemas.microsoft.com/office/drawing/2014/main"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a16:creationId xmlns:a16="http://schemas.microsoft.com/office/drawing/2014/main"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a16:creationId xmlns:a16="http://schemas.microsoft.com/office/drawing/2014/main"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a16:creationId xmlns:a16="http://schemas.microsoft.com/office/drawing/2014/main"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a16:creationId xmlns:a16="http://schemas.microsoft.com/office/drawing/2014/main"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a16:creationId xmlns:a16="http://schemas.microsoft.com/office/drawing/2014/main"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a16:creationId xmlns:a16="http://schemas.microsoft.com/office/drawing/2014/main"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a16:creationId xmlns:a16="http://schemas.microsoft.com/office/drawing/2014/main"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a16:creationId xmlns:a16="http://schemas.microsoft.com/office/drawing/2014/main"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a16:creationId xmlns:a16="http://schemas.microsoft.com/office/drawing/2014/main"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a16:creationId xmlns:a16="http://schemas.microsoft.com/office/drawing/2014/main"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a16:creationId xmlns:a16="http://schemas.microsoft.com/office/drawing/2014/main"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a16:creationId xmlns:a16="http://schemas.microsoft.com/office/drawing/2014/main"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a16:creationId xmlns:a16="http://schemas.microsoft.com/office/drawing/2014/main"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a16:creationId xmlns:a16="http://schemas.microsoft.com/office/drawing/2014/main"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a16:creationId xmlns:a16="http://schemas.microsoft.com/office/drawing/2014/main"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a16:creationId xmlns:a16="http://schemas.microsoft.com/office/drawing/2014/main"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a16:creationId xmlns:a16="http://schemas.microsoft.com/office/drawing/2014/main"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a16:creationId xmlns:a16="http://schemas.microsoft.com/office/drawing/2014/main"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a16:creationId xmlns:a16="http://schemas.microsoft.com/office/drawing/2014/main"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a16:creationId xmlns:a16="http://schemas.microsoft.com/office/drawing/2014/main"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a16:creationId xmlns:a16="http://schemas.microsoft.com/office/drawing/2014/main"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a16:creationId xmlns:a16="http://schemas.microsoft.com/office/drawing/2014/main"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a16:creationId xmlns:a16="http://schemas.microsoft.com/office/drawing/2014/main"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a16:creationId xmlns:a16="http://schemas.microsoft.com/office/drawing/2014/main"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a16:creationId xmlns:a16="http://schemas.microsoft.com/office/drawing/2014/main"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a16:creationId xmlns:a16="http://schemas.microsoft.com/office/drawing/2014/main"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a16:creationId xmlns:a16="http://schemas.microsoft.com/office/drawing/2014/main"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a16:creationId xmlns:a16="http://schemas.microsoft.com/office/drawing/2014/main"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a16:creationId xmlns:a16="http://schemas.microsoft.com/office/drawing/2014/main"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a16:creationId xmlns:a16="http://schemas.microsoft.com/office/drawing/2014/main"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a16:creationId xmlns:a16="http://schemas.microsoft.com/office/drawing/2014/main"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a16:creationId xmlns:a16="http://schemas.microsoft.com/office/drawing/2014/main"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a16:creationId xmlns:a16="http://schemas.microsoft.com/office/drawing/2014/main"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a16:creationId xmlns:a16="http://schemas.microsoft.com/office/drawing/2014/main"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a16:creationId xmlns:a16="http://schemas.microsoft.com/office/drawing/2014/main"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a16:creationId xmlns:a16="http://schemas.microsoft.com/office/drawing/2014/main"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a16:creationId xmlns:a16="http://schemas.microsoft.com/office/drawing/2014/main"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a16:creationId xmlns:a16="http://schemas.microsoft.com/office/drawing/2014/main"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a16:creationId xmlns:a16="http://schemas.microsoft.com/office/drawing/2014/main"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a16:creationId xmlns:a16="http://schemas.microsoft.com/office/drawing/2014/main"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a16:creationId xmlns:a16="http://schemas.microsoft.com/office/drawing/2014/main"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a16:creationId xmlns:a16="http://schemas.microsoft.com/office/drawing/2014/main"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a16:creationId xmlns:a16="http://schemas.microsoft.com/office/drawing/2014/main"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a16:creationId xmlns:a16="http://schemas.microsoft.com/office/drawing/2014/main"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a16:creationId xmlns:a16="http://schemas.microsoft.com/office/drawing/2014/main"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a16:creationId xmlns:a16="http://schemas.microsoft.com/office/drawing/2014/main"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a16:creationId xmlns:a16="http://schemas.microsoft.com/office/drawing/2014/main"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a16:creationId xmlns:a16="http://schemas.microsoft.com/office/drawing/2014/main"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a16:creationId xmlns:a16="http://schemas.microsoft.com/office/drawing/2014/main"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a16:creationId xmlns:a16="http://schemas.microsoft.com/office/drawing/2014/main"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a16:creationId xmlns:a16="http://schemas.microsoft.com/office/drawing/2014/main"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a16:creationId xmlns:a16="http://schemas.microsoft.com/office/drawing/2014/main"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a16:creationId xmlns:a16="http://schemas.microsoft.com/office/drawing/2014/main"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a16:creationId xmlns:a16="http://schemas.microsoft.com/office/drawing/2014/main"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a16:creationId xmlns:a16="http://schemas.microsoft.com/office/drawing/2014/main"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a16:creationId xmlns:a16="http://schemas.microsoft.com/office/drawing/2014/main"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a16:creationId xmlns:a16="http://schemas.microsoft.com/office/drawing/2014/main"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a16:creationId xmlns:a16="http://schemas.microsoft.com/office/drawing/2014/main"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a16:creationId xmlns:a16="http://schemas.microsoft.com/office/drawing/2014/main"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a16:creationId xmlns:a16="http://schemas.microsoft.com/office/drawing/2014/main"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a16:creationId xmlns:a16="http://schemas.microsoft.com/office/drawing/2014/main"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a16:creationId xmlns:a16="http://schemas.microsoft.com/office/drawing/2014/main"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a16:creationId xmlns:a16="http://schemas.microsoft.com/office/drawing/2014/main"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a16:creationId xmlns:a16="http://schemas.microsoft.com/office/drawing/2014/main"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a16:creationId xmlns:a16="http://schemas.microsoft.com/office/drawing/2014/main"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a16:creationId xmlns:a16="http://schemas.microsoft.com/office/drawing/2014/main"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a16:creationId xmlns:a16="http://schemas.microsoft.com/office/drawing/2014/main"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a16:creationId xmlns:a16="http://schemas.microsoft.com/office/drawing/2014/main"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a16:creationId xmlns:a16="http://schemas.microsoft.com/office/drawing/2014/main"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a16:creationId xmlns:a16="http://schemas.microsoft.com/office/drawing/2014/main"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a16:creationId xmlns:a16="http://schemas.microsoft.com/office/drawing/2014/main"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a16:creationId xmlns:a16="http://schemas.microsoft.com/office/drawing/2014/main"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a16:creationId xmlns:a16="http://schemas.microsoft.com/office/drawing/2014/main"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a16:creationId xmlns:a16="http://schemas.microsoft.com/office/drawing/2014/main"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a16:creationId xmlns:a16="http://schemas.microsoft.com/office/drawing/2014/main"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a16:creationId xmlns:a16="http://schemas.microsoft.com/office/drawing/2014/main"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a16:creationId xmlns:a16="http://schemas.microsoft.com/office/drawing/2014/main"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a16:creationId xmlns:a16="http://schemas.microsoft.com/office/drawing/2014/main"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a16:creationId xmlns:a16="http://schemas.microsoft.com/office/drawing/2014/main"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a16:creationId xmlns:a16="http://schemas.microsoft.com/office/drawing/2014/main"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a16:creationId xmlns:a16="http://schemas.microsoft.com/office/drawing/2014/main"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a16:creationId xmlns:a16="http://schemas.microsoft.com/office/drawing/2014/main"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a16:creationId xmlns:a16="http://schemas.microsoft.com/office/drawing/2014/main"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a16:creationId xmlns:a16="http://schemas.microsoft.com/office/drawing/2014/main"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a16:creationId xmlns:a16="http://schemas.microsoft.com/office/drawing/2014/main"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a16:creationId xmlns:a16="http://schemas.microsoft.com/office/drawing/2014/main"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a16:creationId xmlns:a16="http://schemas.microsoft.com/office/drawing/2014/main"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a16:creationId xmlns:a16="http://schemas.microsoft.com/office/drawing/2014/main"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a16:creationId xmlns:a16="http://schemas.microsoft.com/office/drawing/2014/main"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a16:creationId xmlns:a16="http://schemas.microsoft.com/office/drawing/2014/main"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a16:creationId xmlns:a16="http://schemas.microsoft.com/office/drawing/2014/main"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a16:creationId xmlns:a16="http://schemas.microsoft.com/office/drawing/2014/main"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a16:creationId xmlns:a16="http://schemas.microsoft.com/office/drawing/2014/main"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a16:creationId xmlns:a16="http://schemas.microsoft.com/office/drawing/2014/main"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a16:creationId xmlns:a16="http://schemas.microsoft.com/office/drawing/2014/main"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a16:creationId xmlns:a16="http://schemas.microsoft.com/office/drawing/2014/main"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a16:creationId xmlns:a16="http://schemas.microsoft.com/office/drawing/2014/main"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a16:creationId xmlns:a16="http://schemas.microsoft.com/office/drawing/2014/main"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a16:creationId xmlns:a16="http://schemas.microsoft.com/office/drawing/2014/main"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a16:creationId xmlns:a16="http://schemas.microsoft.com/office/drawing/2014/main"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a16:creationId xmlns:a16="http://schemas.microsoft.com/office/drawing/2014/main"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a16:creationId xmlns:a16="http://schemas.microsoft.com/office/drawing/2014/main"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a16:creationId xmlns:a16="http://schemas.microsoft.com/office/drawing/2014/main"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a16:creationId xmlns:a16="http://schemas.microsoft.com/office/drawing/2014/main"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a16:creationId xmlns:a16="http://schemas.microsoft.com/office/drawing/2014/main"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a16:creationId xmlns:a16="http://schemas.microsoft.com/office/drawing/2014/main"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a16:creationId xmlns:a16="http://schemas.microsoft.com/office/drawing/2014/main"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a16:creationId xmlns:a16="http://schemas.microsoft.com/office/drawing/2014/main"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a16:creationId xmlns:a16="http://schemas.microsoft.com/office/drawing/2014/main"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a16:creationId xmlns:a16="http://schemas.microsoft.com/office/drawing/2014/main"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a16:creationId xmlns:a16="http://schemas.microsoft.com/office/drawing/2014/main"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a16:creationId xmlns:a16="http://schemas.microsoft.com/office/drawing/2014/main"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a16:creationId xmlns:a16="http://schemas.microsoft.com/office/drawing/2014/main"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a16:creationId xmlns:a16="http://schemas.microsoft.com/office/drawing/2014/main"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a16:creationId xmlns:a16="http://schemas.microsoft.com/office/drawing/2014/main"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a16:creationId xmlns:a16="http://schemas.microsoft.com/office/drawing/2014/main"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a16:creationId xmlns:a16="http://schemas.microsoft.com/office/drawing/2014/main"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a16:creationId xmlns:a16="http://schemas.microsoft.com/office/drawing/2014/main"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a16:creationId xmlns:a16="http://schemas.microsoft.com/office/drawing/2014/main"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a16:creationId xmlns:a16="http://schemas.microsoft.com/office/drawing/2014/main"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a16:creationId xmlns:a16="http://schemas.microsoft.com/office/drawing/2014/main"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a16:creationId xmlns:a16="http://schemas.microsoft.com/office/drawing/2014/main"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a16:creationId xmlns:a16="http://schemas.microsoft.com/office/drawing/2014/main"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a16:creationId xmlns:a16="http://schemas.microsoft.com/office/drawing/2014/main"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a16:creationId xmlns:a16="http://schemas.microsoft.com/office/drawing/2014/main"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a16:creationId xmlns:a16="http://schemas.microsoft.com/office/drawing/2014/main"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a16:creationId xmlns:a16="http://schemas.microsoft.com/office/drawing/2014/main"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a16:creationId xmlns:a16="http://schemas.microsoft.com/office/drawing/2014/main"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a16:creationId xmlns:a16="http://schemas.microsoft.com/office/drawing/2014/main"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a16:creationId xmlns:a16="http://schemas.microsoft.com/office/drawing/2014/main"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a16:creationId xmlns:a16="http://schemas.microsoft.com/office/drawing/2014/main"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a16:creationId xmlns:a16="http://schemas.microsoft.com/office/drawing/2014/main"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a16:creationId xmlns:a16="http://schemas.microsoft.com/office/drawing/2014/main"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a16:creationId xmlns:a16="http://schemas.microsoft.com/office/drawing/2014/main"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a16:creationId xmlns:a16="http://schemas.microsoft.com/office/drawing/2014/main"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a16:creationId xmlns:a16="http://schemas.microsoft.com/office/drawing/2014/main"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a16:creationId xmlns:a16="http://schemas.microsoft.com/office/drawing/2014/main"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a16:creationId xmlns:a16="http://schemas.microsoft.com/office/drawing/2014/main"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a16:creationId xmlns:a16="http://schemas.microsoft.com/office/drawing/2014/main"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a16:creationId xmlns:a16="http://schemas.microsoft.com/office/drawing/2014/main"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a16:creationId xmlns:a16="http://schemas.microsoft.com/office/drawing/2014/main"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a16:creationId xmlns:a16="http://schemas.microsoft.com/office/drawing/2014/main"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a16:creationId xmlns:a16="http://schemas.microsoft.com/office/drawing/2014/main"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a16:creationId xmlns:a16="http://schemas.microsoft.com/office/drawing/2014/main"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a16:creationId xmlns:a16="http://schemas.microsoft.com/office/drawing/2014/main"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a16:creationId xmlns:a16="http://schemas.microsoft.com/office/drawing/2014/main"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a16:creationId xmlns:a16="http://schemas.microsoft.com/office/drawing/2014/main"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a16:creationId xmlns:a16="http://schemas.microsoft.com/office/drawing/2014/main"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a16:creationId xmlns:a16="http://schemas.microsoft.com/office/drawing/2014/main"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a16:creationId xmlns:a16="http://schemas.microsoft.com/office/drawing/2014/main"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a16:creationId xmlns:a16="http://schemas.microsoft.com/office/drawing/2014/main"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a16:creationId xmlns:a16="http://schemas.microsoft.com/office/drawing/2014/main"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a16:creationId xmlns:a16="http://schemas.microsoft.com/office/drawing/2014/main"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a16:creationId xmlns:a16="http://schemas.microsoft.com/office/drawing/2014/main"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a16:creationId xmlns:a16="http://schemas.microsoft.com/office/drawing/2014/main"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a16:creationId xmlns:a16="http://schemas.microsoft.com/office/drawing/2014/main"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a16:creationId xmlns:a16="http://schemas.microsoft.com/office/drawing/2014/main"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a16:creationId xmlns:a16="http://schemas.microsoft.com/office/drawing/2014/main"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a16:creationId xmlns:a16="http://schemas.microsoft.com/office/drawing/2014/main"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a16:creationId xmlns:a16="http://schemas.microsoft.com/office/drawing/2014/main"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a16:creationId xmlns:a16="http://schemas.microsoft.com/office/drawing/2014/main"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a16:creationId xmlns:a16="http://schemas.microsoft.com/office/drawing/2014/main"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a16:creationId xmlns:a16="http://schemas.microsoft.com/office/drawing/2014/main"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a16:creationId xmlns:a16="http://schemas.microsoft.com/office/drawing/2014/main"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a16:creationId xmlns:a16="http://schemas.microsoft.com/office/drawing/2014/main"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a16:creationId xmlns:a16="http://schemas.microsoft.com/office/drawing/2014/main"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a16:creationId xmlns:a16="http://schemas.microsoft.com/office/drawing/2014/main"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a16:creationId xmlns:a16="http://schemas.microsoft.com/office/drawing/2014/main"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a16:creationId xmlns:a16="http://schemas.microsoft.com/office/drawing/2014/main"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a16:creationId xmlns:a16="http://schemas.microsoft.com/office/drawing/2014/main"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a16:creationId xmlns:a16="http://schemas.microsoft.com/office/drawing/2014/main"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a16:creationId xmlns:a16="http://schemas.microsoft.com/office/drawing/2014/main"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a16:creationId xmlns:a16="http://schemas.microsoft.com/office/drawing/2014/main"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a16:creationId xmlns:a16="http://schemas.microsoft.com/office/drawing/2014/main"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a16:creationId xmlns:a16="http://schemas.microsoft.com/office/drawing/2014/main"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a16:creationId xmlns:a16="http://schemas.microsoft.com/office/drawing/2014/main"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a16:creationId xmlns:a16="http://schemas.microsoft.com/office/drawing/2014/main"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a16:creationId xmlns:a16="http://schemas.microsoft.com/office/drawing/2014/main"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a16:creationId xmlns:a16="http://schemas.microsoft.com/office/drawing/2014/main"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a16:creationId xmlns:a16="http://schemas.microsoft.com/office/drawing/2014/main"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a16:creationId xmlns:a16="http://schemas.microsoft.com/office/drawing/2014/main"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a16:creationId xmlns:a16="http://schemas.microsoft.com/office/drawing/2014/main"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a16:creationId xmlns:a16="http://schemas.microsoft.com/office/drawing/2014/main"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a16:creationId xmlns:a16="http://schemas.microsoft.com/office/drawing/2014/main"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a16:creationId xmlns:a16="http://schemas.microsoft.com/office/drawing/2014/main"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a16:creationId xmlns:a16="http://schemas.microsoft.com/office/drawing/2014/main"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a16:creationId xmlns:a16="http://schemas.microsoft.com/office/drawing/2014/main"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a16:creationId xmlns:a16="http://schemas.microsoft.com/office/drawing/2014/main"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a16:creationId xmlns:a16="http://schemas.microsoft.com/office/drawing/2014/main"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a16:creationId xmlns:a16="http://schemas.microsoft.com/office/drawing/2014/main"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a16:creationId xmlns:a16="http://schemas.microsoft.com/office/drawing/2014/main"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a16:creationId xmlns:a16="http://schemas.microsoft.com/office/drawing/2014/main"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a16:creationId xmlns:a16="http://schemas.microsoft.com/office/drawing/2014/main"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a16:creationId xmlns:a16="http://schemas.microsoft.com/office/drawing/2014/main"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a16:creationId xmlns:a16="http://schemas.microsoft.com/office/drawing/2014/main"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a16:creationId xmlns:a16="http://schemas.microsoft.com/office/drawing/2014/main"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a16:creationId xmlns:a16="http://schemas.microsoft.com/office/drawing/2014/main"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a16:creationId xmlns:a16="http://schemas.microsoft.com/office/drawing/2014/main"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a16:creationId xmlns:a16="http://schemas.microsoft.com/office/drawing/2014/main"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a16:creationId xmlns:a16="http://schemas.microsoft.com/office/drawing/2014/main"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a16:creationId xmlns:a16="http://schemas.microsoft.com/office/drawing/2014/main"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a16:creationId xmlns:a16="http://schemas.microsoft.com/office/drawing/2014/main"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a16:creationId xmlns:a16="http://schemas.microsoft.com/office/drawing/2014/main"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a16:creationId xmlns:a16="http://schemas.microsoft.com/office/drawing/2014/main"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a16:creationId xmlns:a16="http://schemas.microsoft.com/office/drawing/2014/main"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a16:creationId xmlns:a16="http://schemas.microsoft.com/office/drawing/2014/main"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a16:creationId xmlns:a16="http://schemas.microsoft.com/office/drawing/2014/main"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a16:creationId xmlns:a16="http://schemas.microsoft.com/office/drawing/2014/main"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a16:creationId xmlns:a16="http://schemas.microsoft.com/office/drawing/2014/main"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a16:creationId xmlns:a16="http://schemas.microsoft.com/office/drawing/2014/main"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a16:creationId xmlns:a16="http://schemas.microsoft.com/office/drawing/2014/main"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a16:creationId xmlns:a16="http://schemas.microsoft.com/office/drawing/2014/main"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a16:creationId xmlns:a16="http://schemas.microsoft.com/office/drawing/2014/main"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a16:creationId xmlns:a16="http://schemas.microsoft.com/office/drawing/2014/main"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a16:creationId xmlns:a16="http://schemas.microsoft.com/office/drawing/2014/main"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a16:creationId xmlns:a16="http://schemas.microsoft.com/office/drawing/2014/main"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a16:creationId xmlns:a16="http://schemas.microsoft.com/office/drawing/2014/main"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a16:creationId xmlns:a16="http://schemas.microsoft.com/office/drawing/2014/main"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a16:creationId xmlns:a16="http://schemas.microsoft.com/office/drawing/2014/main"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a16:creationId xmlns:a16="http://schemas.microsoft.com/office/drawing/2014/main"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a16:creationId xmlns:a16="http://schemas.microsoft.com/office/drawing/2014/main"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a16:creationId xmlns:a16="http://schemas.microsoft.com/office/drawing/2014/main"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a16:creationId xmlns:a16="http://schemas.microsoft.com/office/drawing/2014/main"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a16:creationId xmlns:a16="http://schemas.microsoft.com/office/drawing/2014/main"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a16:creationId xmlns:a16="http://schemas.microsoft.com/office/drawing/2014/main"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a16:creationId xmlns:a16="http://schemas.microsoft.com/office/drawing/2014/main"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a16:creationId xmlns:a16="http://schemas.microsoft.com/office/drawing/2014/main"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a16:creationId xmlns:a16="http://schemas.microsoft.com/office/drawing/2014/main"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a16:creationId xmlns:a16="http://schemas.microsoft.com/office/drawing/2014/main"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a16:creationId xmlns:a16="http://schemas.microsoft.com/office/drawing/2014/main"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a16:creationId xmlns:a16="http://schemas.microsoft.com/office/drawing/2014/main"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a16:creationId xmlns:a16="http://schemas.microsoft.com/office/drawing/2014/main"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a16:creationId xmlns:a16="http://schemas.microsoft.com/office/drawing/2014/main"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a16:creationId xmlns:a16="http://schemas.microsoft.com/office/drawing/2014/main"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a16:creationId xmlns:a16="http://schemas.microsoft.com/office/drawing/2014/main"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a16:creationId xmlns:a16="http://schemas.microsoft.com/office/drawing/2014/main"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a16:creationId xmlns:a16="http://schemas.microsoft.com/office/drawing/2014/main"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a16:creationId xmlns:a16="http://schemas.microsoft.com/office/drawing/2014/main"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a16:creationId xmlns:a16="http://schemas.microsoft.com/office/drawing/2014/main"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a16:creationId xmlns:a16="http://schemas.microsoft.com/office/drawing/2014/main"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a16:creationId xmlns:a16="http://schemas.microsoft.com/office/drawing/2014/main"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123197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a16:creationId xmlns:a16="http://schemas.microsoft.com/office/drawing/2014/main"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a16:creationId xmlns:a16="http://schemas.microsoft.com/office/drawing/2014/main"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a16:creationId xmlns:a16="http://schemas.microsoft.com/office/drawing/2014/main"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a16:creationId xmlns:a16="http://schemas.microsoft.com/office/drawing/2014/main"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a16:creationId xmlns:a16="http://schemas.microsoft.com/office/drawing/2014/main"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a16:creationId xmlns:a16="http://schemas.microsoft.com/office/drawing/2014/main"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a16:creationId xmlns:a16="http://schemas.microsoft.com/office/drawing/2014/main"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a16:creationId xmlns:a16="http://schemas.microsoft.com/office/drawing/2014/main"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a16:creationId xmlns:a16="http://schemas.microsoft.com/office/drawing/2014/main"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a16:creationId xmlns:a16="http://schemas.microsoft.com/office/drawing/2014/main"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a16:creationId xmlns:a16="http://schemas.microsoft.com/office/drawing/2014/main"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a16:creationId xmlns:a16="http://schemas.microsoft.com/office/drawing/2014/main"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a16:creationId xmlns:a16="http://schemas.microsoft.com/office/drawing/2014/main"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a16:creationId xmlns:a16="http://schemas.microsoft.com/office/drawing/2014/main"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a16:creationId xmlns:a16="http://schemas.microsoft.com/office/drawing/2014/main"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a16:creationId xmlns:a16="http://schemas.microsoft.com/office/drawing/2014/main"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a16:creationId xmlns:a16="http://schemas.microsoft.com/office/drawing/2014/main"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a16:creationId xmlns:a16="http://schemas.microsoft.com/office/drawing/2014/main"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a16:creationId xmlns:a16="http://schemas.microsoft.com/office/drawing/2014/main"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a16:creationId xmlns:a16="http://schemas.microsoft.com/office/drawing/2014/main"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a16:creationId xmlns:a16="http://schemas.microsoft.com/office/drawing/2014/main"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a16:creationId xmlns:a16="http://schemas.microsoft.com/office/drawing/2014/main"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a16:creationId xmlns:a16="http://schemas.microsoft.com/office/drawing/2014/main"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a16:creationId xmlns:a16="http://schemas.microsoft.com/office/drawing/2014/main"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a16:creationId xmlns:a16="http://schemas.microsoft.com/office/drawing/2014/main"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a16:creationId xmlns:a16="http://schemas.microsoft.com/office/drawing/2014/main"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a16:creationId xmlns:a16="http://schemas.microsoft.com/office/drawing/2014/main"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a16:creationId xmlns:a16="http://schemas.microsoft.com/office/drawing/2014/main"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a16:creationId xmlns:a16="http://schemas.microsoft.com/office/drawing/2014/main"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a16:creationId xmlns:a16="http://schemas.microsoft.com/office/drawing/2014/main"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a16:creationId xmlns:a16="http://schemas.microsoft.com/office/drawing/2014/main"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a16:creationId xmlns:a16="http://schemas.microsoft.com/office/drawing/2014/main"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a16:creationId xmlns:a16="http://schemas.microsoft.com/office/drawing/2014/main"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a16:creationId xmlns:a16="http://schemas.microsoft.com/office/drawing/2014/main"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a16:creationId xmlns:a16="http://schemas.microsoft.com/office/drawing/2014/main"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a16:creationId xmlns:a16="http://schemas.microsoft.com/office/drawing/2014/main"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a16:creationId xmlns:a16="http://schemas.microsoft.com/office/drawing/2014/main"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a16:creationId xmlns:a16="http://schemas.microsoft.com/office/drawing/2014/main"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a16:creationId xmlns:a16="http://schemas.microsoft.com/office/drawing/2014/main"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a16:creationId xmlns:a16="http://schemas.microsoft.com/office/drawing/2014/main"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a16:creationId xmlns:a16="http://schemas.microsoft.com/office/drawing/2014/main"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a16:creationId xmlns:a16="http://schemas.microsoft.com/office/drawing/2014/main"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a16:creationId xmlns:a16="http://schemas.microsoft.com/office/drawing/2014/main"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a16:creationId xmlns:a16="http://schemas.microsoft.com/office/drawing/2014/main"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a16:creationId xmlns:a16="http://schemas.microsoft.com/office/drawing/2014/main"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a16:creationId xmlns:a16="http://schemas.microsoft.com/office/drawing/2014/main"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a16:creationId xmlns:a16="http://schemas.microsoft.com/office/drawing/2014/main"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a16:creationId xmlns:a16="http://schemas.microsoft.com/office/drawing/2014/main"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a16:creationId xmlns:a16="http://schemas.microsoft.com/office/drawing/2014/main"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a16:creationId xmlns:a16="http://schemas.microsoft.com/office/drawing/2014/main"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a16:creationId xmlns:a16="http://schemas.microsoft.com/office/drawing/2014/main"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a16:creationId xmlns:a16="http://schemas.microsoft.com/office/drawing/2014/main"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46506384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a16:creationId xmlns:a16="http://schemas.microsoft.com/office/drawing/2014/main"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a16:creationId xmlns:a16="http://schemas.microsoft.com/office/drawing/2014/main"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a16:creationId xmlns:a16="http://schemas.microsoft.com/office/drawing/2014/main"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a16:creationId xmlns:a16="http://schemas.microsoft.com/office/drawing/2014/main"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a16:creationId xmlns:a16="http://schemas.microsoft.com/office/drawing/2014/main"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a16:creationId xmlns:a16="http://schemas.microsoft.com/office/drawing/2014/main"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a16:creationId xmlns:a16="http://schemas.microsoft.com/office/drawing/2014/main"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a16:creationId xmlns:a16="http://schemas.microsoft.com/office/drawing/2014/main"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a16:creationId xmlns:a16="http://schemas.microsoft.com/office/drawing/2014/main"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a16:creationId xmlns:a16="http://schemas.microsoft.com/office/drawing/2014/main"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a16:creationId xmlns:a16="http://schemas.microsoft.com/office/drawing/2014/main"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a16:creationId xmlns:a16="http://schemas.microsoft.com/office/drawing/2014/main"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a16:creationId xmlns:a16="http://schemas.microsoft.com/office/drawing/2014/main"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a16:creationId xmlns:a16="http://schemas.microsoft.com/office/drawing/2014/main"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a16:creationId xmlns:a16="http://schemas.microsoft.com/office/drawing/2014/main"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a16:creationId xmlns:a16="http://schemas.microsoft.com/office/drawing/2014/main"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a16:creationId xmlns:a16="http://schemas.microsoft.com/office/drawing/2014/main"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a16:creationId xmlns:a16="http://schemas.microsoft.com/office/drawing/2014/main"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a16:creationId xmlns:a16="http://schemas.microsoft.com/office/drawing/2014/main"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a16:creationId xmlns:a16="http://schemas.microsoft.com/office/drawing/2014/main"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a16:creationId xmlns:a16="http://schemas.microsoft.com/office/drawing/2014/main"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a16:creationId xmlns:a16="http://schemas.microsoft.com/office/drawing/2014/main"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a16:creationId xmlns:a16="http://schemas.microsoft.com/office/drawing/2014/main"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a16:creationId xmlns:a16="http://schemas.microsoft.com/office/drawing/2014/main"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a16:creationId xmlns:a16="http://schemas.microsoft.com/office/drawing/2014/main"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a16:creationId xmlns:a16="http://schemas.microsoft.com/office/drawing/2014/main"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a16:creationId xmlns:a16="http://schemas.microsoft.com/office/drawing/2014/main"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a16:creationId xmlns:a16="http://schemas.microsoft.com/office/drawing/2014/main"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a16:creationId xmlns:a16="http://schemas.microsoft.com/office/drawing/2014/main"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a16:creationId xmlns:a16="http://schemas.microsoft.com/office/drawing/2014/main"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a16:creationId xmlns:a16="http://schemas.microsoft.com/office/drawing/2014/main"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a16:creationId xmlns:a16="http://schemas.microsoft.com/office/drawing/2014/main"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a16:creationId xmlns:a16="http://schemas.microsoft.com/office/drawing/2014/main"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a16:creationId xmlns:a16="http://schemas.microsoft.com/office/drawing/2014/main"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a16:creationId xmlns:a16="http://schemas.microsoft.com/office/drawing/2014/main"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a16:creationId xmlns:a16="http://schemas.microsoft.com/office/drawing/2014/main"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a16:creationId xmlns:a16="http://schemas.microsoft.com/office/drawing/2014/main"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a16:creationId xmlns:a16="http://schemas.microsoft.com/office/drawing/2014/main"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a16:creationId xmlns:a16="http://schemas.microsoft.com/office/drawing/2014/main"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a16:creationId xmlns:a16="http://schemas.microsoft.com/office/drawing/2014/main"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a16:creationId xmlns:a16="http://schemas.microsoft.com/office/drawing/2014/main"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a16:creationId xmlns:a16="http://schemas.microsoft.com/office/drawing/2014/main"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a16:creationId xmlns:a16="http://schemas.microsoft.com/office/drawing/2014/main"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a16:creationId xmlns:a16="http://schemas.microsoft.com/office/drawing/2014/main"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a16:creationId xmlns:a16="http://schemas.microsoft.com/office/drawing/2014/main"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a16:creationId xmlns:a16="http://schemas.microsoft.com/office/drawing/2014/main"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a16:creationId xmlns:a16="http://schemas.microsoft.com/office/drawing/2014/main"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a16:creationId xmlns:a16="http://schemas.microsoft.com/office/drawing/2014/main"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a16:creationId xmlns:a16="http://schemas.microsoft.com/office/drawing/2014/main"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a16:creationId xmlns:a16="http://schemas.microsoft.com/office/drawing/2014/main"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14934987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a16:creationId xmlns:a16="http://schemas.microsoft.com/office/drawing/2014/main"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a16:creationId xmlns:a16="http://schemas.microsoft.com/office/drawing/2014/main"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a16:creationId xmlns:a16="http://schemas.microsoft.com/office/drawing/2014/main"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a16:creationId xmlns:a16="http://schemas.microsoft.com/office/drawing/2014/main"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a16:creationId xmlns:a16="http://schemas.microsoft.com/office/drawing/2014/main"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a16:creationId xmlns:a16="http://schemas.microsoft.com/office/drawing/2014/main"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a16:creationId xmlns:a16="http://schemas.microsoft.com/office/drawing/2014/main"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a16:creationId xmlns:a16="http://schemas.microsoft.com/office/drawing/2014/main"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a16:creationId xmlns:a16="http://schemas.microsoft.com/office/drawing/2014/main"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a16:creationId xmlns:a16="http://schemas.microsoft.com/office/drawing/2014/main"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a16:creationId xmlns:a16="http://schemas.microsoft.com/office/drawing/2014/main"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a16:creationId xmlns:a16="http://schemas.microsoft.com/office/drawing/2014/main"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a16:creationId xmlns:a16="http://schemas.microsoft.com/office/drawing/2014/main"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a16:creationId xmlns:a16="http://schemas.microsoft.com/office/drawing/2014/main"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a16:creationId xmlns:a16="http://schemas.microsoft.com/office/drawing/2014/main"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a16:creationId xmlns:a16="http://schemas.microsoft.com/office/drawing/2014/main"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a16:creationId xmlns:a16="http://schemas.microsoft.com/office/drawing/2014/main"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a16:creationId xmlns:a16="http://schemas.microsoft.com/office/drawing/2014/main"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a16:creationId xmlns:a16="http://schemas.microsoft.com/office/drawing/2014/main"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a16:creationId xmlns:a16="http://schemas.microsoft.com/office/drawing/2014/main"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a16:creationId xmlns:a16="http://schemas.microsoft.com/office/drawing/2014/main"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a16:creationId xmlns:a16="http://schemas.microsoft.com/office/drawing/2014/main"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a16:creationId xmlns:a16="http://schemas.microsoft.com/office/drawing/2014/main"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a16:creationId xmlns:a16="http://schemas.microsoft.com/office/drawing/2014/main"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a16:creationId xmlns:a16="http://schemas.microsoft.com/office/drawing/2014/main"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a16:creationId xmlns:a16="http://schemas.microsoft.com/office/drawing/2014/main"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a16:creationId xmlns:a16="http://schemas.microsoft.com/office/drawing/2014/main"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a16:creationId xmlns:a16="http://schemas.microsoft.com/office/drawing/2014/main"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a16:creationId xmlns:a16="http://schemas.microsoft.com/office/drawing/2014/main"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a16:creationId xmlns:a16="http://schemas.microsoft.com/office/drawing/2014/main"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a16:creationId xmlns:a16="http://schemas.microsoft.com/office/drawing/2014/main"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2375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a16:creationId xmlns:a16="http://schemas.microsoft.com/office/drawing/2014/main"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a16:creationId xmlns:a16="http://schemas.microsoft.com/office/drawing/2014/main"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a16:creationId xmlns:a16="http://schemas.microsoft.com/office/drawing/2014/main"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a16:creationId xmlns:a16="http://schemas.microsoft.com/office/drawing/2014/main"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a16:creationId xmlns:a16="http://schemas.microsoft.com/office/drawing/2014/main"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a16:creationId xmlns:a16="http://schemas.microsoft.com/office/drawing/2014/main"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a16:creationId xmlns:a16="http://schemas.microsoft.com/office/drawing/2014/main"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a16:creationId xmlns:a16="http://schemas.microsoft.com/office/drawing/2014/main"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a16:creationId xmlns:a16="http://schemas.microsoft.com/office/drawing/2014/main"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a16:creationId xmlns:a16="http://schemas.microsoft.com/office/drawing/2014/main"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a16:creationId xmlns:a16="http://schemas.microsoft.com/office/drawing/2014/main"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a16:creationId xmlns:a16="http://schemas.microsoft.com/office/drawing/2014/main"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a16:creationId xmlns:a16="http://schemas.microsoft.com/office/drawing/2014/main"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a16:creationId xmlns:a16="http://schemas.microsoft.com/office/drawing/2014/main"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a16:creationId xmlns:a16="http://schemas.microsoft.com/office/drawing/2014/main"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a16:creationId xmlns:a16="http://schemas.microsoft.com/office/drawing/2014/main"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a16:creationId xmlns:a16="http://schemas.microsoft.com/office/drawing/2014/main"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a16:creationId xmlns:a16="http://schemas.microsoft.com/office/drawing/2014/main"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a16:creationId xmlns:a16="http://schemas.microsoft.com/office/drawing/2014/main"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a16:creationId xmlns:a16="http://schemas.microsoft.com/office/drawing/2014/main"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a16:creationId xmlns:a16="http://schemas.microsoft.com/office/drawing/2014/main"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a16:creationId xmlns:a16="http://schemas.microsoft.com/office/drawing/2014/main"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a16:creationId xmlns:a16="http://schemas.microsoft.com/office/drawing/2014/main"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a16:creationId xmlns:a16="http://schemas.microsoft.com/office/drawing/2014/main"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a16:creationId xmlns:a16="http://schemas.microsoft.com/office/drawing/2014/main"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a16:creationId xmlns:a16="http://schemas.microsoft.com/office/drawing/2014/main"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a16:creationId xmlns:a16="http://schemas.microsoft.com/office/drawing/2014/main"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a16:creationId xmlns:a16="http://schemas.microsoft.com/office/drawing/2014/main"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a16:creationId xmlns:a16="http://schemas.microsoft.com/office/drawing/2014/main"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a16:creationId xmlns:a16="http://schemas.microsoft.com/office/drawing/2014/main"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a16:creationId xmlns:a16="http://schemas.microsoft.com/office/drawing/2014/main"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a16:creationId xmlns:a16="http://schemas.microsoft.com/office/drawing/2014/main"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a16:creationId xmlns:a16="http://schemas.microsoft.com/office/drawing/2014/main"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a16:creationId xmlns:a16="http://schemas.microsoft.com/office/drawing/2014/main"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a16:creationId xmlns:a16="http://schemas.microsoft.com/office/drawing/2014/main"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a16:creationId xmlns:a16="http://schemas.microsoft.com/office/drawing/2014/main"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a16:creationId xmlns:a16="http://schemas.microsoft.com/office/drawing/2014/main"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a16:creationId xmlns:a16="http://schemas.microsoft.com/office/drawing/2014/main"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a16:creationId xmlns:a16="http://schemas.microsoft.com/office/drawing/2014/main"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9305307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99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a16:creationId xmlns:a16="http://schemas.microsoft.com/office/drawing/2014/main"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a16:creationId xmlns:a16="http://schemas.microsoft.com/office/drawing/2014/main"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a16:creationId xmlns:a16="http://schemas.microsoft.com/office/drawing/2014/main"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a16:creationId xmlns:a16="http://schemas.microsoft.com/office/drawing/2014/main"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a16:creationId xmlns:a16="http://schemas.microsoft.com/office/drawing/2014/main"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a16:creationId xmlns:a16="http://schemas.microsoft.com/office/drawing/2014/main"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a16:creationId xmlns:a16="http://schemas.microsoft.com/office/drawing/2014/main"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a16:creationId xmlns:a16="http://schemas.microsoft.com/office/drawing/2014/main"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a16:creationId xmlns:a16="http://schemas.microsoft.com/office/drawing/2014/main"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a16:creationId xmlns:a16="http://schemas.microsoft.com/office/drawing/2014/main"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a16:creationId xmlns:a16="http://schemas.microsoft.com/office/drawing/2014/main"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a16:creationId xmlns:a16="http://schemas.microsoft.com/office/drawing/2014/main"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a16:creationId xmlns:a16="http://schemas.microsoft.com/office/drawing/2014/main"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a16:creationId xmlns:a16="http://schemas.microsoft.com/office/drawing/2014/main"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a16:creationId xmlns:a16="http://schemas.microsoft.com/office/drawing/2014/main"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a16:creationId xmlns:a16="http://schemas.microsoft.com/office/drawing/2014/main"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a16:creationId xmlns:a16="http://schemas.microsoft.com/office/drawing/2014/main"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a16:creationId xmlns:a16="http://schemas.microsoft.com/office/drawing/2014/main"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a16:creationId xmlns:a16="http://schemas.microsoft.com/office/drawing/2014/main"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a16:creationId xmlns:a16="http://schemas.microsoft.com/office/drawing/2014/main"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a16:creationId xmlns:a16="http://schemas.microsoft.com/office/drawing/2014/main"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a16:creationId xmlns:a16="http://schemas.microsoft.com/office/drawing/2014/main"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a16:creationId xmlns:a16="http://schemas.microsoft.com/office/drawing/2014/main"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a16:creationId xmlns:a16="http://schemas.microsoft.com/office/drawing/2014/main"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a16:creationId xmlns:a16="http://schemas.microsoft.com/office/drawing/2014/main"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a16:creationId xmlns:a16="http://schemas.microsoft.com/office/drawing/2014/main"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a16:creationId xmlns:a16="http://schemas.microsoft.com/office/drawing/2014/main"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a16:creationId xmlns:a16="http://schemas.microsoft.com/office/drawing/2014/main"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a16:creationId xmlns:a16="http://schemas.microsoft.com/office/drawing/2014/main"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a16:creationId xmlns:a16="http://schemas.microsoft.com/office/drawing/2014/main"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a16:creationId xmlns:a16="http://schemas.microsoft.com/office/drawing/2014/main"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a16:creationId xmlns:a16="http://schemas.microsoft.com/office/drawing/2014/main"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a16:creationId xmlns:a16="http://schemas.microsoft.com/office/drawing/2014/main"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a16:creationId xmlns:a16="http://schemas.microsoft.com/office/drawing/2014/main"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a16:creationId xmlns:a16="http://schemas.microsoft.com/office/drawing/2014/main"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a16:creationId xmlns:a16="http://schemas.microsoft.com/office/drawing/2014/main"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a16:creationId xmlns:a16="http://schemas.microsoft.com/office/drawing/2014/main"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a16:creationId xmlns:a16="http://schemas.microsoft.com/office/drawing/2014/main"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a16:creationId xmlns:a16="http://schemas.microsoft.com/office/drawing/2014/main"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a16:creationId xmlns:a16="http://schemas.microsoft.com/office/drawing/2014/main"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a16:creationId xmlns:a16="http://schemas.microsoft.com/office/drawing/2014/main"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a16:creationId xmlns:a16="http://schemas.microsoft.com/office/drawing/2014/main"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a16:creationId xmlns:a16="http://schemas.microsoft.com/office/drawing/2014/main"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a16:creationId xmlns:a16="http://schemas.microsoft.com/office/drawing/2014/main"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a16:creationId xmlns:a16="http://schemas.microsoft.com/office/drawing/2014/main"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a16:creationId xmlns:a16="http://schemas.microsoft.com/office/drawing/2014/main"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a16:creationId xmlns:a16="http://schemas.microsoft.com/office/drawing/2014/main"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4164005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a16:creationId xmlns:a16="http://schemas.microsoft.com/office/drawing/2014/main"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a16:creationId xmlns:a16="http://schemas.microsoft.com/office/drawing/2014/main"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a16:creationId xmlns:a16="http://schemas.microsoft.com/office/drawing/2014/main"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a16:creationId xmlns:a16="http://schemas.microsoft.com/office/drawing/2014/main"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a16:creationId xmlns:a16="http://schemas.microsoft.com/office/drawing/2014/main"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a16:creationId xmlns:a16="http://schemas.microsoft.com/office/drawing/2014/main"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815205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a16:creationId xmlns:a16="http://schemas.microsoft.com/office/drawing/2014/main"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a16:creationId xmlns:a16="http://schemas.microsoft.com/office/drawing/2014/main"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a16:creationId xmlns:a16="http://schemas.microsoft.com/office/drawing/2014/main"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a16:creationId xmlns:a16="http://schemas.microsoft.com/office/drawing/2014/main"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a16:creationId xmlns:a16="http://schemas.microsoft.com/office/drawing/2014/main"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a16:creationId xmlns:a16="http://schemas.microsoft.com/office/drawing/2014/main"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a16:creationId xmlns:a16="http://schemas.microsoft.com/office/drawing/2014/main"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a16:creationId xmlns:a16="http://schemas.microsoft.com/office/drawing/2014/main"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a16:creationId xmlns:a16="http://schemas.microsoft.com/office/drawing/2014/main"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a16:creationId xmlns:a16="http://schemas.microsoft.com/office/drawing/2014/main"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a16:creationId xmlns:a16="http://schemas.microsoft.com/office/drawing/2014/main"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a16:creationId xmlns:a16="http://schemas.microsoft.com/office/drawing/2014/main"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a16:creationId xmlns:a16="http://schemas.microsoft.com/office/drawing/2014/main"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8710762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a16:creationId xmlns:a16="http://schemas.microsoft.com/office/drawing/2014/main"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a16:creationId xmlns:a16="http://schemas.microsoft.com/office/drawing/2014/main"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a16:creationId xmlns:a16="http://schemas.microsoft.com/office/drawing/2014/main"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a16:creationId xmlns:a16="http://schemas.microsoft.com/office/drawing/2014/main"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a16:creationId xmlns:a16="http://schemas.microsoft.com/office/drawing/2014/main"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a16:creationId xmlns:a16="http://schemas.microsoft.com/office/drawing/2014/main"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a16:creationId xmlns:a16="http://schemas.microsoft.com/office/drawing/2014/main"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a16:creationId xmlns:a16="http://schemas.microsoft.com/office/drawing/2014/main"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a16:creationId xmlns:a16="http://schemas.microsoft.com/office/drawing/2014/main"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a16:creationId xmlns:a16="http://schemas.microsoft.com/office/drawing/2014/main"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a16:creationId xmlns:a16="http://schemas.microsoft.com/office/drawing/2014/main"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a16:creationId xmlns:a16="http://schemas.microsoft.com/office/drawing/2014/main"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a16:creationId xmlns:a16="http://schemas.microsoft.com/office/drawing/2014/main"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a16:creationId xmlns:a16="http://schemas.microsoft.com/office/drawing/2014/main"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a16:creationId xmlns:a16="http://schemas.microsoft.com/office/drawing/2014/main"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a16:creationId xmlns:a16="http://schemas.microsoft.com/office/drawing/2014/main"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650213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a16:creationId xmlns:a16="http://schemas.microsoft.com/office/drawing/2014/main"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a16:creationId xmlns:a16="http://schemas.microsoft.com/office/drawing/2014/main"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a16:creationId xmlns:a16="http://schemas.microsoft.com/office/drawing/2014/main"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a16:creationId xmlns:a16="http://schemas.microsoft.com/office/drawing/2014/main"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a16:creationId xmlns:a16="http://schemas.microsoft.com/office/drawing/2014/main"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a16:creationId xmlns:a16="http://schemas.microsoft.com/office/drawing/2014/main"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a16:creationId xmlns:a16="http://schemas.microsoft.com/office/drawing/2014/main"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a16:creationId xmlns:a16="http://schemas.microsoft.com/office/drawing/2014/main"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a16:creationId xmlns:a16="http://schemas.microsoft.com/office/drawing/2014/main"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a16:creationId xmlns:a16="http://schemas.microsoft.com/office/drawing/2014/main"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a16:creationId xmlns:a16="http://schemas.microsoft.com/office/drawing/2014/main"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a16:creationId xmlns:a16="http://schemas.microsoft.com/office/drawing/2014/main"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a16:creationId xmlns:a16="http://schemas.microsoft.com/office/drawing/2014/main"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a16:creationId xmlns:a16="http://schemas.microsoft.com/office/drawing/2014/main"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a16:creationId xmlns:a16="http://schemas.microsoft.com/office/drawing/2014/main"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a16:creationId xmlns:a16="http://schemas.microsoft.com/office/drawing/2014/main"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a16:creationId xmlns:a16="http://schemas.microsoft.com/office/drawing/2014/main"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5700688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a16:creationId xmlns:a16="http://schemas.microsoft.com/office/drawing/2014/main"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a16:creationId xmlns:a16="http://schemas.microsoft.com/office/drawing/2014/main"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a16:creationId xmlns:a16="http://schemas.microsoft.com/office/drawing/2014/main"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a16:creationId xmlns:a16="http://schemas.microsoft.com/office/drawing/2014/main"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a16:creationId xmlns:a16="http://schemas.microsoft.com/office/drawing/2014/main"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a16:creationId xmlns:a16="http://schemas.microsoft.com/office/drawing/2014/main"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a16:creationId xmlns:a16="http://schemas.microsoft.com/office/drawing/2014/main"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a16:creationId xmlns:a16="http://schemas.microsoft.com/office/drawing/2014/main"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a16:creationId xmlns:a16="http://schemas.microsoft.com/office/drawing/2014/main"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a16:creationId xmlns:a16="http://schemas.microsoft.com/office/drawing/2014/main"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a16:creationId xmlns:a16="http://schemas.microsoft.com/office/drawing/2014/main"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a16:creationId xmlns:a16="http://schemas.microsoft.com/office/drawing/2014/main"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a16:creationId xmlns:a16="http://schemas.microsoft.com/office/drawing/2014/main"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a16:creationId xmlns:a16="http://schemas.microsoft.com/office/drawing/2014/main"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a16:creationId xmlns:a16="http://schemas.microsoft.com/office/drawing/2014/main"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a16:creationId xmlns:a16="http://schemas.microsoft.com/office/drawing/2014/main"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a16:creationId xmlns:a16="http://schemas.microsoft.com/office/drawing/2014/main"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a16:creationId xmlns:a16="http://schemas.microsoft.com/office/drawing/2014/main"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a16:creationId xmlns:a16="http://schemas.microsoft.com/office/drawing/2014/main"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a16:creationId xmlns:a16="http://schemas.microsoft.com/office/drawing/2014/main"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a16:creationId xmlns:a16="http://schemas.microsoft.com/office/drawing/2014/main"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a16:creationId xmlns:a16="http://schemas.microsoft.com/office/drawing/2014/main"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a16:creationId xmlns:a16="http://schemas.microsoft.com/office/drawing/2014/main"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a16:creationId xmlns:a16="http://schemas.microsoft.com/office/drawing/2014/main"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a16:creationId xmlns:a16="http://schemas.microsoft.com/office/drawing/2014/main"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a16:creationId xmlns:a16="http://schemas.microsoft.com/office/drawing/2014/main"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a16:creationId xmlns:a16="http://schemas.microsoft.com/office/drawing/2014/main"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a16:creationId xmlns:a16="http://schemas.microsoft.com/office/drawing/2014/main"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a16:creationId xmlns:a16="http://schemas.microsoft.com/office/drawing/2014/main"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a16:creationId xmlns:a16="http://schemas.microsoft.com/office/drawing/2014/main"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a16:creationId xmlns:a16="http://schemas.microsoft.com/office/drawing/2014/main"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a16:creationId xmlns:a16="http://schemas.microsoft.com/office/drawing/2014/main"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a16:creationId xmlns:a16="http://schemas.microsoft.com/office/drawing/2014/main"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a16:creationId xmlns:a16="http://schemas.microsoft.com/office/drawing/2014/main"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a16:creationId xmlns:a16="http://schemas.microsoft.com/office/drawing/2014/main"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a16:creationId xmlns:a16="http://schemas.microsoft.com/office/drawing/2014/main"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a16:creationId xmlns:a16="http://schemas.microsoft.com/office/drawing/2014/main"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a16:creationId xmlns:a16="http://schemas.microsoft.com/office/drawing/2014/main"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a16:creationId xmlns:a16="http://schemas.microsoft.com/office/drawing/2014/main"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a16:creationId xmlns:a16="http://schemas.microsoft.com/office/drawing/2014/main"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a16:creationId xmlns:a16="http://schemas.microsoft.com/office/drawing/2014/main"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a16:creationId xmlns:a16="http://schemas.microsoft.com/office/drawing/2014/main"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a16:creationId xmlns:a16="http://schemas.microsoft.com/office/drawing/2014/main"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4805277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a16:creationId xmlns:a16="http://schemas.microsoft.com/office/drawing/2014/main"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a16:creationId xmlns:a16="http://schemas.microsoft.com/office/drawing/2014/main"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a16:creationId xmlns:a16="http://schemas.microsoft.com/office/drawing/2014/main"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a16:creationId xmlns:a16="http://schemas.microsoft.com/office/drawing/2014/main"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a16:creationId xmlns:a16="http://schemas.microsoft.com/office/drawing/2014/main"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a16:creationId xmlns:a16="http://schemas.microsoft.com/office/drawing/2014/main"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a16:creationId xmlns:a16="http://schemas.microsoft.com/office/drawing/2014/main"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a16:creationId xmlns:a16="http://schemas.microsoft.com/office/drawing/2014/main"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a16:creationId xmlns:a16="http://schemas.microsoft.com/office/drawing/2014/main"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a16:creationId xmlns:a16="http://schemas.microsoft.com/office/drawing/2014/main"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a16:creationId xmlns:a16="http://schemas.microsoft.com/office/drawing/2014/main"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a16:creationId xmlns:a16="http://schemas.microsoft.com/office/drawing/2014/main"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a16:creationId xmlns:a16="http://schemas.microsoft.com/office/drawing/2014/main"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a16:creationId xmlns:a16="http://schemas.microsoft.com/office/drawing/2014/main"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a16:creationId xmlns:a16="http://schemas.microsoft.com/office/drawing/2014/main"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a16:creationId xmlns:a16="http://schemas.microsoft.com/office/drawing/2014/main"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a16:creationId xmlns:a16="http://schemas.microsoft.com/office/drawing/2014/main"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a16:creationId xmlns:a16="http://schemas.microsoft.com/office/drawing/2014/main"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a16:creationId xmlns:a16="http://schemas.microsoft.com/office/drawing/2014/main"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a16:creationId xmlns:a16="http://schemas.microsoft.com/office/drawing/2014/main"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a16:creationId xmlns:a16="http://schemas.microsoft.com/office/drawing/2014/main"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a16:creationId xmlns:a16="http://schemas.microsoft.com/office/drawing/2014/main"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a16:creationId xmlns:a16="http://schemas.microsoft.com/office/drawing/2014/main"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a16:creationId xmlns:a16="http://schemas.microsoft.com/office/drawing/2014/main"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a16:creationId xmlns:a16="http://schemas.microsoft.com/office/drawing/2014/main"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a16:creationId xmlns:a16="http://schemas.microsoft.com/office/drawing/2014/main"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a16:creationId xmlns:a16="http://schemas.microsoft.com/office/drawing/2014/main"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a16:creationId xmlns:a16="http://schemas.microsoft.com/office/drawing/2014/main"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a16:creationId xmlns:a16="http://schemas.microsoft.com/office/drawing/2014/main"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a16:creationId xmlns:a16="http://schemas.microsoft.com/office/drawing/2014/main"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a16:creationId xmlns:a16="http://schemas.microsoft.com/office/drawing/2014/main"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a16:creationId xmlns:a16="http://schemas.microsoft.com/office/drawing/2014/main"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a16:creationId xmlns:a16="http://schemas.microsoft.com/office/drawing/2014/main"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a16:creationId xmlns:a16="http://schemas.microsoft.com/office/drawing/2014/main"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a16:creationId xmlns:a16="http://schemas.microsoft.com/office/drawing/2014/main"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a16:creationId xmlns:a16="http://schemas.microsoft.com/office/drawing/2014/main"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a16:creationId xmlns:a16="http://schemas.microsoft.com/office/drawing/2014/main"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a16:creationId xmlns:a16="http://schemas.microsoft.com/office/drawing/2014/main"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a16:creationId xmlns:a16="http://schemas.microsoft.com/office/drawing/2014/main"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a16:creationId xmlns:a16="http://schemas.microsoft.com/office/drawing/2014/main"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a16:creationId xmlns:a16="http://schemas.microsoft.com/office/drawing/2014/main"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a16:creationId xmlns:a16="http://schemas.microsoft.com/office/drawing/2014/main"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a16:creationId xmlns:a16="http://schemas.microsoft.com/office/drawing/2014/main"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a16:creationId xmlns:a16="http://schemas.microsoft.com/office/drawing/2014/main"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a16:creationId xmlns:a16="http://schemas.microsoft.com/office/drawing/2014/main"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a16:creationId xmlns:a16="http://schemas.microsoft.com/office/drawing/2014/main"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a16:creationId xmlns:a16="http://schemas.microsoft.com/office/drawing/2014/main"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a16:creationId xmlns:a16="http://schemas.microsoft.com/office/drawing/2014/main"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a16:creationId xmlns:a16="http://schemas.microsoft.com/office/drawing/2014/main"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a16:creationId xmlns:a16="http://schemas.microsoft.com/office/drawing/2014/main"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a16:creationId xmlns:a16="http://schemas.microsoft.com/office/drawing/2014/main"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a16:creationId xmlns:a16="http://schemas.microsoft.com/office/drawing/2014/main"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a16:creationId xmlns:a16="http://schemas.microsoft.com/office/drawing/2014/main"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a16:creationId xmlns:a16="http://schemas.microsoft.com/office/drawing/2014/main"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a16:creationId xmlns:a16="http://schemas.microsoft.com/office/drawing/2014/main"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a16:creationId xmlns:a16="http://schemas.microsoft.com/office/drawing/2014/main"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a16:creationId xmlns:a16="http://schemas.microsoft.com/office/drawing/2014/main"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a16:creationId xmlns:a16="http://schemas.microsoft.com/office/drawing/2014/main"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a16:creationId xmlns:a16="http://schemas.microsoft.com/office/drawing/2014/main"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a16:creationId xmlns:a16="http://schemas.microsoft.com/office/drawing/2014/main"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a16:creationId xmlns:a16="http://schemas.microsoft.com/office/drawing/2014/main"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a16:creationId xmlns:a16="http://schemas.microsoft.com/office/drawing/2014/main"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a16:creationId xmlns:a16="http://schemas.microsoft.com/office/drawing/2014/main"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a16:creationId xmlns:a16="http://schemas.microsoft.com/office/drawing/2014/main"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a16:creationId xmlns:a16="http://schemas.microsoft.com/office/drawing/2014/main"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a16:creationId xmlns:a16="http://schemas.microsoft.com/office/drawing/2014/main"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a16:creationId xmlns:a16="http://schemas.microsoft.com/office/drawing/2014/main"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a16:creationId xmlns:a16="http://schemas.microsoft.com/office/drawing/2014/main"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a16:creationId xmlns:a16="http://schemas.microsoft.com/office/drawing/2014/main"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a16:creationId xmlns:a16="http://schemas.microsoft.com/office/drawing/2014/main"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a16:creationId xmlns:a16="http://schemas.microsoft.com/office/drawing/2014/main"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a16:creationId xmlns:a16="http://schemas.microsoft.com/office/drawing/2014/main"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a16:creationId xmlns:a16="http://schemas.microsoft.com/office/drawing/2014/main"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a16:creationId xmlns:a16="http://schemas.microsoft.com/office/drawing/2014/main"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a16:creationId xmlns:a16="http://schemas.microsoft.com/office/drawing/2014/main"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a16:creationId xmlns:a16="http://schemas.microsoft.com/office/drawing/2014/main"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a16:creationId xmlns:a16="http://schemas.microsoft.com/office/drawing/2014/main"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a16:creationId xmlns:a16="http://schemas.microsoft.com/office/drawing/2014/main"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a16:creationId xmlns:a16="http://schemas.microsoft.com/office/drawing/2014/main"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a16:creationId xmlns:a16="http://schemas.microsoft.com/office/drawing/2014/main"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a16:creationId xmlns:a16="http://schemas.microsoft.com/office/drawing/2014/main"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a16:creationId xmlns:a16="http://schemas.microsoft.com/office/drawing/2014/main"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a16:creationId xmlns:a16="http://schemas.microsoft.com/office/drawing/2014/main"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a16:creationId xmlns:a16="http://schemas.microsoft.com/office/drawing/2014/main"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a16:creationId xmlns:a16="http://schemas.microsoft.com/office/drawing/2014/main"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a16:creationId xmlns:a16="http://schemas.microsoft.com/office/drawing/2014/main"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a16:creationId xmlns:a16="http://schemas.microsoft.com/office/drawing/2014/main"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a16:creationId xmlns:a16="http://schemas.microsoft.com/office/drawing/2014/main"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a16:creationId xmlns:a16="http://schemas.microsoft.com/office/drawing/2014/main"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a16:creationId xmlns:a16="http://schemas.microsoft.com/office/drawing/2014/main"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a16:creationId xmlns:a16="http://schemas.microsoft.com/office/drawing/2014/main"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a16:creationId xmlns:a16="http://schemas.microsoft.com/office/drawing/2014/main"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a16:creationId xmlns:a16="http://schemas.microsoft.com/office/drawing/2014/main"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a16:creationId xmlns:a16="http://schemas.microsoft.com/office/drawing/2014/main"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a16:creationId xmlns:a16="http://schemas.microsoft.com/office/drawing/2014/main"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a16:creationId xmlns:a16="http://schemas.microsoft.com/office/drawing/2014/main"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a16:creationId xmlns:a16="http://schemas.microsoft.com/office/drawing/2014/main"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a16:creationId xmlns:a16="http://schemas.microsoft.com/office/drawing/2014/main"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a16:creationId xmlns:a16="http://schemas.microsoft.com/office/drawing/2014/main"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a16:creationId xmlns:a16="http://schemas.microsoft.com/office/drawing/2014/main"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a16:creationId xmlns:a16="http://schemas.microsoft.com/office/drawing/2014/main"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a16:creationId xmlns:a16="http://schemas.microsoft.com/office/drawing/2014/main"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a16:creationId xmlns:a16="http://schemas.microsoft.com/office/drawing/2014/main"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a16:creationId xmlns:a16="http://schemas.microsoft.com/office/drawing/2014/main"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a16:creationId xmlns:a16="http://schemas.microsoft.com/office/drawing/2014/main"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a16:creationId xmlns:a16="http://schemas.microsoft.com/office/drawing/2014/main"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a16:creationId xmlns:a16="http://schemas.microsoft.com/office/drawing/2014/main"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a16:creationId xmlns:a16="http://schemas.microsoft.com/office/drawing/2014/main"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a16:creationId xmlns:a16="http://schemas.microsoft.com/office/drawing/2014/main"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a16:creationId xmlns:a16="http://schemas.microsoft.com/office/drawing/2014/main"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a16:creationId xmlns:a16="http://schemas.microsoft.com/office/drawing/2014/main"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a16:creationId xmlns:a16="http://schemas.microsoft.com/office/drawing/2014/main"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a16:creationId xmlns:a16="http://schemas.microsoft.com/office/drawing/2014/main"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a16:creationId xmlns:a16="http://schemas.microsoft.com/office/drawing/2014/main"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a16:creationId xmlns:a16="http://schemas.microsoft.com/office/drawing/2014/main"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a16:creationId xmlns:a16="http://schemas.microsoft.com/office/drawing/2014/main"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a16:creationId xmlns:a16="http://schemas.microsoft.com/office/drawing/2014/main"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a16:creationId xmlns:a16="http://schemas.microsoft.com/office/drawing/2014/main"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a16:creationId xmlns:a16="http://schemas.microsoft.com/office/drawing/2014/main"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a16:creationId xmlns:a16="http://schemas.microsoft.com/office/drawing/2014/main"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a16:creationId xmlns:a16="http://schemas.microsoft.com/office/drawing/2014/main"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a16:creationId xmlns:a16="http://schemas.microsoft.com/office/drawing/2014/main"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a16:creationId xmlns:a16="http://schemas.microsoft.com/office/drawing/2014/main"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a16:creationId xmlns:a16="http://schemas.microsoft.com/office/drawing/2014/main"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a16:creationId xmlns:a16="http://schemas.microsoft.com/office/drawing/2014/main"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a16:creationId xmlns:a16="http://schemas.microsoft.com/office/drawing/2014/main"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a16:creationId xmlns:a16="http://schemas.microsoft.com/office/drawing/2014/main"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a16:creationId xmlns:a16="http://schemas.microsoft.com/office/drawing/2014/main"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a16:creationId xmlns:a16="http://schemas.microsoft.com/office/drawing/2014/main"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a16:creationId xmlns:a16="http://schemas.microsoft.com/office/drawing/2014/main"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a16:creationId xmlns:a16="http://schemas.microsoft.com/office/drawing/2014/main"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a16:creationId xmlns:a16="http://schemas.microsoft.com/office/drawing/2014/main"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a16:creationId xmlns:a16="http://schemas.microsoft.com/office/drawing/2014/main"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a16:creationId xmlns:a16="http://schemas.microsoft.com/office/drawing/2014/main"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a16:creationId xmlns:a16="http://schemas.microsoft.com/office/drawing/2014/main"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a16:creationId xmlns:a16="http://schemas.microsoft.com/office/drawing/2014/main"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a16:creationId xmlns:a16="http://schemas.microsoft.com/office/drawing/2014/main"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a16:creationId xmlns:a16="http://schemas.microsoft.com/office/drawing/2014/main"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a16:creationId xmlns:a16="http://schemas.microsoft.com/office/drawing/2014/main"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a16:creationId xmlns:a16="http://schemas.microsoft.com/office/drawing/2014/main"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a16:creationId xmlns:a16="http://schemas.microsoft.com/office/drawing/2014/main"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a16:creationId xmlns:a16="http://schemas.microsoft.com/office/drawing/2014/main"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a16:creationId xmlns:a16="http://schemas.microsoft.com/office/drawing/2014/main"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a16:creationId xmlns:a16="http://schemas.microsoft.com/office/drawing/2014/main"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a16:creationId xmlns:a16="http://schemas.microsoft.com/office/drawing/2014/main"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a16:creationId xmlns:a16="http://schemas.microsoft.com/office/drawing/2014/main"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a16:creationId xmlns:a16="http://schemas.microsoft.com/office/drawing/2014/main"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a16:creationId xmlns:a16="http://schemas.microsoft.com/office/drawing/2014/main"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a16:creationId xmlns:a16="http://schemas.microsoft.com/office/drawing/2014/main"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a16:creationId xmlns:a16="http://schemas.microsoft.com/office/drawing/2014/main"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a16:creationId xmlns:a16="http://schemas.microsoft.com/office/drawing/2014/main"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a16:creationId xmlns:a16="http://schemas.microsoft.com/office/drawing/2014/main"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610752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a16:creationId xmlns:a16="http://schemas.microsoft.com/office/drawing/2014/main"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a16:creationId xmlns:a16="http://schemas.microsoft.com/office/drawing/2014/main"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a16:creationId xmlns:a16="http://schemas.microsoft.com/office/drawing/2014/main"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a16:creationId xmlns:a16="http://schemas.microsoft.com/office/drawing/2014/main"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a16:creationId xmlns:a16="http://schemas.microsoft.com/office/drawing/2014/main"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a16:creationId xmlns:a16="http://schemas.microsoft.com/office/drawing/2014/main"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75740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a16:creationId xmlns:a16="http://schemas.microsoft.com/office/drawing/2014/main"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a16:creationId xmlns:a16="http://schemas.microsoft.com/office/drawing/2014/main"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a16:creationId xmlns:a16="http://schemas.microsoft.com/office/drawing/2014/main"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a16:creationId xmlns:a16="http://schemas.microsoft.com/office/drawing/2014/main"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a16:creationId xmlns:a16="http://schemas.microsoft.com/office/drawing/2014/main"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a16:creationId xmlns:a16="http://schemas.microsoft.com/office/drawing/2014/main"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a16:creationId xmlns:a16="http://schemas.microsoft.com/office/drawing/2014/main"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a16:creationId xmlns:a16="http://schemas.microsoft.com/office/drawing/2014/main"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a16:creationId xmlns:a16="http://schemas.microsoft.com/office/drawing/2014/main"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a16:creationId xmlns:a16="http://schemas.microsoft.com/office/drawing/2014/main"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a16:creationId xmlns:a16="http://schemas.microsoft.com/office/drawing/2014/main"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a16:creationId xmlns:a16="http://schemas.microsoft.com/office/drawing/2014/main"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a16:creationId xmlns:a16="http://schemas.microsoft.com/office/drawing/2014/main"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97724016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a16:creationId xmlns:a16="http://schemas.microsoft.com/office/drawing/2014/main"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a16:creationId xmlns:a16="http://schemas.microsoft.com/office/drawing/2014/main"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a16:creationId xmlns:a16="http://schemas.microsoft.com/office/drawing/2014/main"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a16:creationId xmlns:a16="http://schemas.microsoft.com/office/drawing/2014/main"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a16:creationId xmlns:a16="http://schemas.microsoft.com/office/drawing/2014/main"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a16:creationId xmlns:a16="http://schemas.microsoft.com/office/drawing/2014/main"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a16:creationId xmlns:a16="http://schemas.microsoft.com/office/drawing/2014/main"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a16:creationId xmlns:a16="http://schemas.microsoft.com/office/drawing/2014/main"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a16:creationId xmlns:a16="http://schemas.microsoft.com/office/drawing/2014/main"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a16:creationId xmlns:a16="http://schemas.microsoft.com/office/drawing/2014/main"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a16:creationId xmlns:a16="http://schemas.microsoft.com/office/drawing/2014/main"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a16:creationId xmlns:a16="http://schemas.microsoft.com/office/drawing/2014/main"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a16:creationId xmlns:a16="http://schemas.microsoft.com/office/drawing/2014/main"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a16:creationId xmlns:a16="http://schemas.microsoft.com/office/drawing/2014/main"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a16:creationId xmlns:a16="http://schemas.microsoft.com/office/drawing/2014/main"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a16:creationId xmlns:a16="http://schemas.microsoft.com/office/drawing/2014/main"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303284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a16:creationId xmlns:a16="http://schemas.microsoft.com/office/drawing/2014/main"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a16:creationId xmlns:a16="http://schemas.microsoft.com/office/drawing/2014/main"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a16:creationId xmlns:a16="http://schemas.microsoft.com/office/drawing/2014/main"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a16:creationId xmlns:a16="http://schemas.microsoft.com/office/drawing/2014/main"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a16:creationId xmlns:a16="http://schemas.microsoft.com/office/drawing/2014/main"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a16:creationId xmlns:a16="http://schemas.microsoft.com/office/drawing/2014/main"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a16:creationId xmlns:a16="http://schemas.microsoft.com/office/drawing/2014/main"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a16:creationId xmlns:a16="http://schemas.microsoft.com/office/drawing/2014/main"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a16:creationId xmlns:a16="http://schemas.microsoft.com/office/drawing/2014/main"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a16:creationId xmlns:a16="http://schemas.microsoft.com/office/drawing/2014/main"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a16:creationId xmlns:a16="http://schemas.microsoft.com/office/drawing/2014/main"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a16:creationId xmlns:a16="http://schemas.microsoft.com/office/drawing/2014/main"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a16:creationId xmlns:a16="http://schemas.microsoft.com/office/drawing/2014/main"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a16:creationId xmlns:a16="http://schemas.microsoft.com/office/drawing/2014/main"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a16:creationId xmlns:a16="http://schemas.microsoft.com/office/drawing/2014/main"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a16:creationId xmlns:a16="http://schemas.microsoft.com/office/drawing/2014/main"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a16:creationId xmlns:a16="http://schemas.microsoft.com/office/drawing/2014/main"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1511047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a16:creationId xmlns:a16="http://schemas.microsoft.com/office/drawing/2014/main"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a16:creationId xmlns:a16="http://schemas.microsoft.com/office/drawing/2014/main"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a16:creationId xmlns:a16="http://schemas.microsoft.com/office/drawing/2014/main"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a16:creationId xmlns:a16="http://schemas.microsoft.com/office/drawing/2014/main"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a16:creationId xmlns:a16="http://schemas.microsoft.com/office/drawing/2014/main"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a16:creationId xmlns:a16="http://schemas.microsoft.com/office/drawing/2014/main"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a16:creationId xmlns:a16="http://schemas.microsoft.com/office/drawing/2014/main"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a16:creationId xmlns:a16="http://schemas.microsoft.com/office/drawing/2014/main"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a16:creationId xmlns:a16="http://schemas.microsoft.com/office/drawing/2014/main"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a16:creationId xmlns:a16="http://schemas.microsoft.com/office/drawing/2014/main"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a16:creationId xmlns:a16="http://schemas.microsoft.com/office/drawing/2014/main"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a16:creationId xmlns:a16="http://schemas.microsoft.com/office/drawing/2014/main"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a16:creationId xmlns:a16="http://schemas.microsoft.com/office/drawing/2014/main"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a16:creationId xmlns:a16="http://schemas.microsoft.com/office/drawing/2014/main"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a16:creationId xmlns:a16="http://schemas.microsoft.com/office/drawing/2014/main"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a16:creationId xmlns:a16="http://schemas.microsoft.com/office/drawing/2014/main"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a16:creationId xmlns:a16="http://schemas.microsoft.com/office/drawing/2014/main"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a16:creationId xmlns:a16="http://schemas.microsoft.com/office/drawing/2014/main"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a16:creationId xmlns:a16="http://schemas.microsoft.com/office/drawing/2014/main"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a16:creationId xmlns:a16="http://schemas.microsoft.com/office/drawing/2014/main"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a16:creationId xmlns:a16="http://schemas.microsoft.com/office/drawing/2014/main"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a16:creationId xmlns:a16="http://schemas.microsoft.com/office/drawing/2014/main"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a16:creationId xmlns:a16="http://schemas.microsoft.com/office/drawing/2014/main"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a16:creationId xmlns:a16="http://schemas.microsoft.com/office/drawing/2014/main"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a16:creationId xmlns:a16="http://schemas.microsoft.com/office/drawing/2014/main"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a16:creationId xmlns:a16="http://schemas.microsoft.com/office/drawing/2014/main"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a16:creationId xmlns:a16="http://schemas.microsoft.com/office/drawing/2014/main"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a16:creationId xmlns:a16="http://schemas.microsoft.com/office/drawing/2014/main"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a16:creationId xmlns:a16="http://schemas.microsoft.com/office/drawing/2014/main"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a16:creationId xmlns:a16="http://schemas.microsoft.com/office/drawing/2014/main"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a16:creationId xmlns:a16="http://schemas.microsoft.com/office/drawing/2014/main"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a16:creationId xmlns:a16="http://schemas.microsoft.com/office/drawing/2014/main"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a16:creationId xmlns:a16="http://schemas.microsoft.com/office/drawing/2014/main"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a16:creationId xmlns:a16="http://schemas.microsoft.com/office/drawing/2014/main"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a16:creationId xmlns:a16="http://schemas.microsoft.com/office/drawing/2014/main"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a16:creationId xmlns:a16="http://schemas.microsoft.com/office/drawing/2014/main"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a16:creationId xmlns:a16="http://schemas.microsoft.com/office/drawing/2014/main"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a16:creationId xmlns:a16="http://schemas.microsoft.com/office/drawing/2014/main"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a16:creationId xmlns:a16="http://schemas.microsoft.com/office/drawing/2014/main"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a16:creationId xmlns:a16="http://schemas.microsoft.com/office/drawing/2014/main"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a16:creationId xmlns:a16="http://schemas.microsoft.com/office/drawing/2014/main"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a16:creationId xmlns:a16="http://schemas.microsoft.com/office/drawing/2014/main"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a16:creationId xmlns:a16="http://schemas.microsoft.com/office/drawing/2014/main"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434219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a16:creationId xmlns:a16="http://schemas.microsoft.com/office/drawing/2014/main"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a16:creationId xmlns:a16="http://schemas.microsoft.com/office/drawing/2014/main"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a16:creationId xmlns:a16="http://schemas.microsoft.com/office/drawing/2014/main"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a16:creationId xmlns:a16="http://schemas.microsoft.com/office/drawing/2014/main"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a16:creationId xmlns:a16="http://schemas.microsoft.com/office/drawing/2014/main"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a16:creationId xmlns:a16="http://schemas.microsoft.com/office/drawing/2014/main"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a16:creationId xmlns:a16="http://schemas.microsoft.com/office/drawing/2014/main"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a16:creationId xmlns:a16="http://schemas.microsoft.com/office/drawing/2014/main"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a16:creationId xmlns:a16="http://schemas.microsoft.com/office/drawing/2014/main"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a16:creationId xmlns:a16="http://schemas.microsoft.com/office/drawing/2014/main"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a16:creationId xmlns:a16="http://schemas.microsoft.com/office/drawing/2014/main"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a16:creationId xmlns:a16="http://schemas.microsoft.com/office/drawing/2014/main"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a16:creationId xmlns:a16="http://schemas.microsoft.com/office/drawing/2014/main"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a16:creationId xmlns:a16="http://schemas.microsoft.com/office/drawing/2014/main"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a16:creationId xmlns:a16="http://schemas.microsoft.com/office/drawing/2014/main"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a16:creationId xmlns:a16="http://schemas.microsoft.com/office/drawing/2014/main"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a16:creationId xmlns:a16="http://schemas.microsoft.com/office/drawing/2014/main"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a16:creationId xmlns:a16="http://schemas.microsoft.com/office/drawing/2014/main"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a16:creationId xmlns:a16="http://schemas.microsoft.com/office/drawing/2014/main"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a16:creationId xmlns:a16="http://schemas.microsoft.com/office/drawing/2014/main"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a16:creationId xmlns:a16="http://schemas.microsoft.com/office/drawing/2014/main"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a16:creationId xmlns:a16="http://schemas.microsoft.com/office/drawing/2014/main"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a16:creationId xmlns:a16="http://schemas.microsoft.com/office/drawing/2014/main"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a16:creationId xmlns:a16="http://schemas.microsoft.com/office/drawing/2014/main"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a16:creationId xmlns:a16="http://schemas.microsoft.com/office/drawing/2014/main"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a16:creationId xmlns:a16="http://schemas.microsoft.com/office/drawing/2014/main"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a16:creationId xmlns:a16="http://schemas.microsoft.com/office/drawing/2014/main"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a16:creationId xmlns:a16="http://schemas.microsoft.com/office/drawing/2014/main"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a16:creationId xmlns:a16="http://schemas.microsoft.com/office/drawing/2014/main"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a16:creationId xmlns:a16="http://schemas.microsoft.com/office/drawing/2014/main"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a16:creationId xmlns:a16="http://schemas.microsoft.com/office/drawing/2014/main"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a16:creationId xmlns:a16="http://schemas.microsoft.com/office/drawing/2014/main"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a16:creationId xmlns:a16="http://schemas.microsoft.com/office/drawing/2014/main"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a16:creationId xmlns:a16="http://schemas.microsoft.com/office/drawing/2014/main"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a16:creationId xmlns:a16="http://schemas.microsoft.com/office/drawing/2014/main"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a16:creationId xmlns:a16="http://schemas.microsoft.com/office/drawing/2014/main"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a16:creationId xmlns:a16="http://schemas.microsoft.com/office/drawing/2014/main"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a16:creationId xmlns:a16="http://schemas.microsoft.com/office/drawing/2014/main"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a16:creationId xmlns:a16="http://schemas.microsoft.com/office/drawing/2014/main"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a16:creationId xmlns:a16="http://schemas.microsoft.com/office/drawing/2014/main"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a16:creationId xmlns:a16="http://schemas.microsoft.com/office/drawing/2014/main"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a16:creationId xmlns:a16="http://schemas.microsoft.com/office/drawing/2014/main"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a16:creationId xmlns:a16="http://schemas.microsoft.com/office/drawing/2014/main"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a16:creationId xmlns:a16="http://schemas.microsoft.com/office/drawing/2014/main"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a16:creationId xmlns:a16="http://schemas.microsoft.com/office/drawing/2014/main"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a16:creationId xmlns:a16="http://schemas.microsoft.com/office/drawing/2014/main"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a16:creationId xmlns:a16="http://schemas.microsoft.com/office/drawing/2014/main"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a16:creationId xmlns:a16="http://schemas.microsoft.com/office/drawing/2014/main"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a16:creationId xmlns:a16="http://schemas.microsoft.com/office/drawing/2014/main"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a16:creationId xmlns:a16="http://schemas.microsoft.com/office/drawing/2014/main"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a16:creationId xmlns:a16="http://schemas.microsoft.com/office/drawing/2014/main"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a16:creationId xmlns:a16="http://schemas.microsoft.com/office/drawing/2014/main"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a16:creationId xmlns:a16="http://schemas.microsoft.com/office/drawing/2014/main"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a16:creationId xmlns:a16="http://schemas.microsoft.com/office/drawing/2014/main"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a16:creationId xmlns:a16="http://schemas.microsoft.com/office/drawing/2014/main"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a16:creationId xmlns:a16="http://schemas.microsoft.com/office/drawing/2014/main"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a16:creationId xmlns:a16="http://schemas.microsoft.com/office/drawing/2014/main"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a16:creationId xmlns:a16="http://schemas.microsoft.com/office/drawing/2014/main"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a16:creationId xmlns:a16="http://schemas.microsoft.com/office/drawing/2014/main"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a16:creationId xmlns:a16="http://schemas.microsoft.com/office/drawing/2014/main"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a16:creationId xmlns:a16="http://schemas.microsoft.com/office/drawing/2014/main"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a16:creationId xmlns:a16="http://schemas.microsoft.com/office/drawing/2014/main"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a16:creationId xmlns:a16="http://schemas.microsoft.com/office/drawing/2014/main"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a16:creationId xmlns:a16="http://schemas.microsoft.com/office/drawing/2014/main"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a16:creationId xmlns:a16="http://schemas.microsoft.com/office/drawing/2014/main"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a16:creationId xmlns:a16="http://schemas.microsoft.com/office/drawing/2014/main"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a16:creationId xmlns:a16="http://schemas.microsoft.com/office/drawing/2014/main"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a16:creationId xmlns:a16="http://schemas.microsoft.com/office/drawing/2014/main"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a16:creationId xmlns:a16="http://schemas.microsoft.com/office/drawing/2014/main"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a16:creationId xmlns:a16="http://schemas.microsoft.com/office/drawing/2014/main"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a16:creationId xmlns:a16="http://schemas.microsoft.com/office/drawing/2014/main"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a16:creationId xmlns:a16="http://schemas.microsoft.com/office/drawing/2014/main"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a16:creationId xmlns:a16="http://schemas.microsoft.com/office/drawing/2014/main"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a16:creationId xmlns:a16="http://schemas.microsoft.com/office/drawing/2014/main"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a16:creationId xmlns:a16="http://schemas.microsoft.com/office/drawing/2014/main"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a16:creationId xmlns:a16="http://schemas.microsoft.com/office/drawing/2014/main"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a16:creationId xmlns:a16="http://schemas.microsoft.com/office/drawing/2014/main"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a16:creationId xmlns:a16="http://schemas.microsoft.com/office/drawing/2014/main"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a16:creationId xmlns:a16="http://schemas.microsoft.com/office/drawing/2014/main"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a16:creationId xmlns:a16="http://schemas.microsoft.com/office/drawing/2014/main"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a16:creationId xmlns:a16="http://schemas.microsoft.com/office/drawing/2014/main"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a16:creationId xmlns:a16="http://schemas.microsoft.com/office/drawing/2014/main"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a16:creationId xmlns:a16="http://schemas.microsoft.com/office/drawing/2014/main"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a16:creationId xmlns:a16="http://schemas.microsoft.com/office/drawing/2014/main"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a16:creationId xmlns:a16="http://schemas.microsoft.com/office/drawing/2014/main"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a16:creationId xmlns:a16="http://schemas.microsoft.com/office/drawing/2014/main"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a16:creationId xmlns:a16="http://schemas.microsoft.com/office/drawing/2014/main"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a16:creationId xmlns:a16="http://schemas.microsoft.com/office/drawing/2014/main"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a16:creationId xmlns:a16="http://schemas.microsoft.com/office/drawing/2014/main"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a16:creationId xmlns:a16="http://schemas.microsoft.com/office/drawing/2014/main"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a16:creationId xmlns:a16="http://schemas.microsoft.com/office/drawing/2014/main"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a16:creationId xmlns:a16="http://schemas.microsoft.com/office/drawing/2014/main"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a16:creationId xmlns:a16="http://schemas.microsoft.com/office/drawing/2014/main"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a16:creationId xmlns:a16="http://schemas.microsoft.com/office/drawing/2014/main"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a16:creationId xmlns:a16="http://schemas.microsoft.com/office/drawing/2014/main"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a16:creationId xmlns:a16="http://schemas.microsoft.com/office/drawing/2014/main"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a16:creationId xmlns:a16="http://schemas.microsoft.com/office/drawing/2014/main"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a16:creationId xmlns:a16="http://schemas.microsoft.com/office/drawing/2014/main"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a16:creationId xmlns:a16="http://schemas.microsoft.com/office/drawing/2014/main"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a16:creationId xmlns:a16="http://schemas.microsoft.com/office/drawing/2014/main"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a16:creationId xmlns:a16="http://schemas.microsoft.com/office/drawing/2014/main"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a16:creationId xmlns:a16="http://schemas.microsoft.com/office/drawing/2014/main"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a16:creationId xmlns:a16="http://schemas.microsoft.com/office/drawing/2014/main"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a16:creationId xmlns:a16="http://schemas.microsoft.com/office/drawing/2014/main"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a16:creationId xmlns:a16="http://schemas.microsoft.com/office/drawing/2014/main"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a16:creationId xmlns:a16="http://schemas.microsoft.com/office/drawing/2014/main"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a16:creationId xmlns:a16="http://schemas.microsoft.com/office/drawing/2014/main"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a16:creationId xmlns:a16="http://schemas.microsoft.com/office/drawing/2014/main"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a16:creationId xmlns:a16="http://schemas.microsoft.com/office/drawing/2014/main"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a16:creationId xmlns:a16="http://schemas.microsoft.com/office/drawing/2014/main"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a16:creationId xmlns:a16="http://schemas.microsoft.com/office/drawing/2014/main"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a16:creationId xmlns:a16="http://schemas.microsoft.com/office/drawing/2014/main"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a16:creationId xmlns:a16="http://schemas.microsoft.com/office/drawing/2014/main"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a16:creationId xmlns:a16="http://schemas.microsoft.com/office/drawing/2014/main"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a16:creationId xmlns:a16="http://schemas.microsoft.com/office/drawing/2014/main"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a16:creationId xmlns:a16="http://schemas.microsoft.com/office/drawing/2014/main"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a16:creationId xmlns:a16="http://schemas.microsoft.com/office/drawing/2014/main"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a16:creationId xmlns:a16="http://schemas.microsoft.com/office/drawing/2014/main"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a16:creationId xmlns:a16="http://schemas.microsoft.com/office/drawing/2014/main"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a16:creationId xmlns:a16="http://schemas.microsoft.com/office/drawing/2014/main"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a16:creationId xmlns:a16="http://schemas.microsoft.com/office/drawing/2014/main"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a16:creationId xmlns:a16="http://schemas.microsoft.com/office/drawing/2014/main"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a16:creationId xmlns:a16="http://schemas.microsoft.com/office/drawing/2014/main"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a16:creationId xmlns:a16="http://schemas.microsoft.com/office/drawing/2014/main"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a16:creationId xmlns:a16="http://schemas.microsoft.com/office/drawing/2014/main"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a16:creationId xmlns:a16="http://schemas.microsoft.com/office/drawing/2014/main"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a16:creationId xmlns:a16="http://schemas.microsoft.com/office/drawing/2014/main"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a16:creationId xmlns:a16="http://schemas.microsoft.com/office/drawing/2014/main"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a16:creationId xmlns:a16="http://schemas.microsoft.com/office/drawing/2014/main"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a16:creationId xmlns:a16="http://schemas.microsoft.com/office/drawing/2014/main"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a16:creationId xmlns:a16="http://schemas.microsoft.com/office/drawing/2014/main"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a16:creationId xmlns:a16="http://schemas.microsoft.com/office/drawing/2014/main"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a16:creationId xmlns:a16="http://schemas.microsoft.com/office/drawing/2014/main"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a16:creationId xmlns:a16="http://schemas.microsoft.com/office/drawing/2014/main"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a16:creationId xmlns:a16="http://schemas.microsoft.com/office/drawing/2014/main"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a16:creationId xmlns:a16="http://schemas.microsoft.com/office/drawing/2014/main"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a16:creationId xmlns:a16="http://schemas.microsoft.com/office/drawing/2014/main"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a16:creationId xmlns:a16="http://schemas.microsoft.com/office/drawing/2014/main"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a16:creationId xmlns:a16="http://schemas.microsoft.com/office/drawing/2014/main"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a16:creationId xmlns:a16="http://schemas.microsoft.com/office/drawing/2014/main"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a16:creationId xmlns:a16="http://schemas.microsoft.com/office/drawing/2014/main"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a16:creationId xmlns:a16="http://schemas.microsoft.com/office/drawing/2014/main"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a16:creationId xmlns:a16="http://schemas.microsoft.com/office/drawing/2014/main"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a16:creationId xmlns:a16="http://schemas.microsoft.com/office/drawing/2014/main"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a16:creationId xmlns:a16="http://schemas.microsoft.com/office/drawing/2014/main"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a16:creationId xmlns:a16="http://schemas.microsoft.com/office/drawing/2014/main"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a16:creationId xmlns:a16="http://schemas.microsoft.com/office/drawing/2014/main"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a16:creationId xmlns:a16="http://schemas.microsoft.com/office/drawing/2014/main"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a16:creationId xmlns:a16="http://schemas.microsoft.com/office/drawing/2014/main"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a16:creationId xmlns:a16="http://schemas.microsoft.com/office/drawing/2014/main"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a16:creationId xmlns:a16="http://schemas.microsoft.com/office/drawing/2014/main"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a16:creationId xmlns:a16="http://schemas.microsoft.com/office/drawing/2014/main"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229714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a16:creationId xmlns:a16="http://schemas.microsoft.com/office/drawing/2014/main"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a16:creationId xmlns:a16="http://schemas.microsoft.com/office/drawing/2014/main"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a16:creationId xmlns:a16="http://schemas.microsoft.com/office/drawing/2014/main"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a16:creationId xmlns:a16="http://schemas.microsoft.com/office/drawing/2014/main"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a16:creationId xmlns:a16="http://schemas.microsoft.com/office/drawing/2014/main"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a16:creationId xmlns:a16="http://schemas.microsoft.com/office/drawing/2014/main"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a16:creationId xmlns:a16="http://schemas.microsoft.com/office/drawing/2014/main"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a16:creationId xmlns:a16="http://schemas.microsoft.com/office/drawing/2014/main"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a16:creationId xmlns:a16="http://schemas.microsoft.com/office/drawing/2014/main"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a16:creationId xmlns:a16="http://schemas.microsoft.com/office/drawing/2014/main"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a16:creationId xmlns:a16="http://schemas.microsoft.com/office/drawing/2014/main"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a16:creationId xmlns:a16="http://schemas.microsoft.com/office/drawing/2014/main"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a16:creationId xmlns:a16="http://schemas.microsoft.com/office/drawing/2014/main"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a16:creationId xmlns:a16="http://schemas.microsoft.com/office/drawing/2014/main"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a16:creationId xmlns:a16="http://schemas.microsoft.com/office/drawing/2014/main"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a16:creationId xmlns:a16="http://schemas.microsoft.com/office/drawing/2014/main"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a16:creationId xmlns:a16="http://schemas.microsoft.com/office/drawing/2014/main"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a16:creationId xmlns:a16="http://schemas.microsoft.com/office/drawing/2014/main"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a16:creationId xmlns:a16="http://schemas.microsoft.com/office/drawing/2014/main"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a16:creationId xmlns:a16="http://schemas.microsoft.com/office/drawing/2014/main"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a16:creationId xmlns:a16="http://schemas.microsoft.com/office/drawing/2014/main"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00476589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a16:creationId xmlns:a16="http://schemas.microsoft.com/office/drawing/2014/main"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a16:creationId xmlns:a16="http://schemas.microsoft.com/office/drawing/2014/main"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a16:creationId xmlns:a16="http://schemas.microsoft.com/office/drawing/2014/main"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a16:creationId xmlns:a16="http://schemas.microsoft.com/office/drawing/2014/main"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a16:creationId xmlns:a16="http://schemas.microsoft.com/office/drawing/2014/main"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a16:creationId xmlns:a16="http://schemas.microsoft.com/office/drawing/2014/main"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a16:creationId xmlns:a16="http://schemas.microsoft.com/office/drawing/2014/main"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a16:creationId xmlns:a16="http://schemas.microsoft.com/office/drawing/2014/main"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a16:creationId xmlns:a16="http://schemas.microsoft.com/office/drawing/2014/main"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a16:creationId xmlns:a16="http://schemas.microsoft.com/office/drawing/2014/main"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a16:creationId xmlns:a16="http://schemas.microsoft.com/office/drawing/2014/main"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a16:creationId xmlns:a16="http://schemas.microsoft.com/office/drawing/2014/main"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a16:creationId xmlns:a16="http://schemas.microsoft.com/office/drawing/2014/main"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a16:creationId xmlns:a16="http://schemas.microsoft.com/office/drawing/2014/main"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a16:creationId xmlns:a16="http://schemas.microsoft.com/office/drawing/2014/main"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a16:creationId xmlns:a16="http://schemas.microsoft.com/office/drawing/2014/main"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a16:creationId xmlns:a16="http://schemas.microsoft.com/office/drawing/2014/main"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a16:creationId xmlns:a16="http://schemas.microsoft.com/office/drawing/2014/main"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a16:creationId xmlns:a16="http://schemas.microsoft.com/office/drawing/2014/main"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a16:creationId xmlns:a16="http://schemas.microsoft.com/office/drawing/2014/main"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a16:creationId xmlns:a16="http://schemas.microsoft.com/office/drawing/2014/main"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a16:creationId xmlns:a16="http://schemas.microsoft.com/office/drawing/2014/main"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a16:creationId xmlns:a16="http://schemas.microsoft.com/office/drawing/2014/main"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a16:creationId xmlns:a16="http://schemas.microsoft.com/office/drawing/2014/main"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a16:creationId xmlns:a16="http://schemas.microsoft.com/office/drawing/2014/main"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0684129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a16:creationId xmlns:a16="http://schemas.microsoft.com/office/drawing/2014/main"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a16:creationId xmlns:a16="http://schemas.microsoft.com/office/drawing/2014/main"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a16:creationId xmlns:a16="http://schemas.microsoft.com/office/drawing/2014/main"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a16:creationId xmlns:a16="http://schemas.microsoft.com/office/drawing/2014/main"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a16:creationId xmlns:a16="http://schemas.microsoft.com/office/drawing/2014/main"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a16:creationId xmlns:a16="http://schemas.microsoft.com/office/drawing/2014/main"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a16:creationId xmlns:a16="http://schemas.microsoft.com/office/drawing/2014/main"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a16:creationId xmlns:a16="http://schemas.microsoft.com/office/drawing/2014/main"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a16:creationId xmlns:a16="http://schemas.microsoft.com/office/drawing/2014/main"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a16:creationId xmlns:a16="http://schemas.microsoft.com/office/drawing/2014/main"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a16:creationId xmlns:a16="http://schemas.microsoft.com/office/drawing/2014/main"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a16:creationId xmlns:a16="http://schemas.microsoft.com/office/drawing/2014/main"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a16:creationId xmlns:a16="http://schemas.microsoft.com/office/drawing/2014/main"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a16:creationId xmlns:a16="http://schemas.microsoft.com/office/drawing/2014/main"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a16:creationId xmlns:a16="http://schemas.microsoft.com/office/drawing/2014/main"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a16:creationId xmlns:a16="http://schemas.microsoft.com/office/drawing/2014/main"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a16:creationId xmlns:a16="http://schemas.microsoft.com/office/drawing/2014/main"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a16:creationId xmlns:a16="http://schemas.microsoft.com/office/drawing/2014/main"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a16:creationId xmlns:a16="http://schemas.microsoft.com/office/drawing/2014/main"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a16:creationId xmlns:a16="http://schemas.microsoft.com/office/drawing/2014/main"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a16:creationId xmlns:a16="http://schemas.microsoft.com/office/drawing/2014/main"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a16:creationId xmlns:a16="http://schemas.microsoft.com/office/drawing/2014/main"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a16:creationId xmlns:a16="http://schemas.microsoft.com/office/drawing/2014/main"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a16:creationId xmlns:a16="http://schemas.microsoft.com/office/drawing/2014/main"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a16:creationId xmlns:a16="http://schemas.microsoft.com/office/drawing/2014/main"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333604582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a16:creationId xmlns:a16="http://schemas.microsoft.com/office/drawing/2014/main"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a16:creationId xmlns:a16="http://schemas.microsoft.com/office/drawing/2014/main"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a16:creationId xmlns:a16="http://schemas.microsoft.com/office/drawing/2014/main"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a16:creationId xmlns:a16="http://schemas.microsoft.com/office/drawing/2014/main"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a16:creationId xmlns:a16="http://schemas.microsoft.com/office/drawing/2014/main"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a16:creationId xmlns:a16="http://schemas.microsoft.com/office/drawing/2014/main"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a16:creationId xmlns:a16="http://schemas.microsoft.com/office/drawing/2014/main"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a16:creationId xmlns:a16="http://schemas.microsoft.com/office/drawing/2014/main"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a16:creationId xmlns:a16="http://schemas.microsoft.com/office/drawing/2014/main"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a16:creationId xmlns:a16="http://schemas.microsoft.com/office/drawing/2014/main"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a16:creationId xmlns:a16="http://schemas.microsoft.com/office/drawing/2014/main"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a16:creationId xmlns:a16="http://schemas.microsoft.com/office/drawing/2014/main"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a16:creationId xmlns:a16="http://schemas.microsoft.com/office/drawing/2014/main"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a16:creationId xmlns:a16="http://schemas.microsoft.com/office/drawing/2014/main"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a16:creationId xmlns:a16="http://schemas.microsoft.com/office/drawing/2014/main"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a16:creationId xmlns:a16="http://schemas.microsoft.com/office/drawing/2014/main"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a16:creationId xmlns:a16="http://schemas.microsoft.com/office/drawing/2014/main"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a16:creationId xmlns:a16="http://schemas.microsoft.com/office/drawing/2014/main"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a16:creationId xmlns:a16="http://schemas.microsoft.com/office/drawing/2014/main"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a16:creationId xmlns:a16="http://schemas.microsoft.com/office/drawing/2014/main"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a16:creationId xmlns:a16="http://schemas.microsoft.com/office/drawing/2014/main"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a16:creationId xmlns:a16="http://schemas.microsoft.com/office/drawing/2014/main"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a16:creationId xmlns:a16="http://schemas.microsoft.com/office/drawing/2014/main"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a16:creationId xmlns:a16="http://schemas.microsoft.com/office/drawing/2014/main"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a16:creationId xmlns:a16="http://schemas.microsoft.com/office/drawing/2014/main"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a16:creationId xmlns:a16="http://schemas.microsoft.com/office/drawing/2014/main"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a16:creationId xmlns:a16="http://schemas.microsoft.com/office/drawing/2014/main"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a16:creationId xmlns:a16="http://schemas.microsoft.com/office/drawing/2014/main"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a16:creationId xmlns:a16="http://schemas.microsoft.com/office/drawing/2014/main"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827916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a16:creationId xmlns:a16="http://schemas.microsoft.com/office/drawing/2014/main"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a16:creationId xmlns:a16="http://schemas.microsoft.com/office/drawing/2014/main"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a16:creationId xmlns:a16="http://schemas.microsoft.com/office/drawing/2014/main"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a16:creationId xmlns:a16="http://schemas.microsoft.com/office/drawing/2014/main"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a16:creationId xmlns:a16="http://schemas.microsoft.com/office/drawing/2014/main"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a16:creationId xmlns:a16="http://schemas.microsoft.com/office/drawing/2014/main"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a16:creationId xmlns:a16="http://schemas.microsoft.com/office/drawing/2014/main"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a16:creationId xmlns:a16="http://schemas.microsoft.com/office/drawing/2014/main"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a16:creationId xmlns:a16="http://schemas.microsoft.com/office/drawing/2014/main"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a16:creationId xmlns:a16="http://schemas.microsoft.com/office/drawing/2014/main"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a16:creationId xmlns:a16="http://schemas.microsoft.com/office/drawing/2014/main"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a16:creationId xmlns:a16="http://schemas.microsoft.com/office/drawing/2014/main"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a16:creationId xmlns:a16="http://schemas.microsoft.com/office/drawing/2014/main"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a16:creationId xmlns:a16="http://schemas.microsoft.com/office/drawing/2014/main"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a16:creationId xmlns:a16="http://schemas.microsoft.com/office/drawing/2014/main"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a16:creationId xmlns:a16="http://schemas.microsoft.com/office/drawing/2014/main"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a16:creationId xmlns:a16="http://schemas.microsoft.com/office/drawing/2014/main"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a16:creationId xmlns:a16="http://schemas.microsoft.com/office/drawing/2014/main"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a16:creationId xmlns:a16="http://schemas.microsoft.com/office/drawing/2014/main"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a16:creationId xmlns:a16="http://schemas.microsoft.com/office/drawing/2014/main"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a16:creationId xmlns:a16="http://schemas.microsoft.com/office/drawing/2014/main"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a16:creationId xmlns:a16="http://schemas.microsoft.com/office/drawing/2014/main"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a16:creationId xmlns:a16="http://schemas.microsoft.com/office/drawing/2014/main"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a16:creationId xmlns:a16="http://schemas.microsoft.com/office/drawing/2014/main"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a16:creationId xmlns:a16="http://schemas.microsoft.com/office/drawing/2014/main"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a16:creationId xmlns:a16="http://schemas.microsoft.com/office/drawing/2014/main"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a16:creationId xmlns:a16="http://schemas.microsoft.com/office/drawing/2014/main"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a16:creationId xmlns:a16="http://schemas.microsoft.com/office/drawing/2014/main"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a16:creationId xmlns:a16="http://schemas.microsoft.com/office/drawing/2014/main"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a16:creationId xmlns:a16="http://schemas.microsoft.com/office/drawing/2014/main"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a16:creationId xmlns:a16="http://schemas.microsoft.com/office/drawing/2014/main"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a16:creationId xmlns:a16="http://schemas.microsoft.com/office/drawing/2014/main"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a16:creationId xmlns:a16="http://schemas.microsoft.com/office/drawing/2014/main"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a16:creationId xmlns:a16="http://schemas.microsoft.com/office/drawing/2014/main"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a16:creationId xmlns:a16="http://schemas.microsoft.com/office/drawing/2014/main"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a16:creationId xmlns:a16="http://schemas.microsoft.com/office/drawing/2014/main"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a16:creationId xmlns:a16="http://schemas.microsoft.com/office/drawing/2014/main"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a16:creationId xmlns:a16="http://schemas.microsoft.com/office/drawing/2014/main"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a16:creationId xmlns:a16="http://schemas.microsoft.com/office/drawing/2014/main"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a16:creationId xmlns:a16="http://schemas.microsoft.com/office/drawing/2014/main"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a16:creationId xmlns:a16="http://schemas.microsoft.com/office/drawing/2014/main"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a16:creationId xmlns:a16="http://schemas.microsoft.com/office/drawing/2014/main"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a16:creationId xmlns:a16="http://schemas.microsoft.com/office/drawing/2014/main"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a16:creationId xmlns:a16="http://schemas.microsoft.com/office/drawing/2014/main"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a16:creationId xmlns:a16="http://schemas.microsoft.com/office/drawing/2014/main"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a16:creationId xmlns:a16="http://schemas.microsoft.com/office/drawing/2014/main"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a16:creationId xmlns:a16="http://schemas.microsoft.com/office/drawing/2014/main"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a16:creationId xmlns:a16="http://schemas.microsoft.com/office/drawing/2014/main"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a16:creationId xmlns:a16="http://schemas.microsoft.com/office/drawing/2014/main"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a16:creationId xmlns:a16="http://schemas.microsoft.com/office/drawing/2014/main"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a16:creationId xmlns:a16="http://schemas.microsoft.com/office/drawing/2014/main"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a16:creationId xmlns:a16="http://schemas.microsoft.com/office/drawing/2014/main"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a16:creationId xmlns:a16="http://schemas.microsoft.com/office/drawing/2014/main"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a16:creationId xmlns:a16="http://schemas.microsoft.com/office/drawing/2014/main"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a16:creationId xmlns:a16="http://schemas.microsoft.com/office/drawing/2014/main"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a16:creationId xmlns:a16="http://schemas.microsoft.com/office/drawing/2014/main"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a16:creationId xmlns:a16="http://schemas.microsoft.com/office/drawing/2014/main"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a16:creationId xmlns:a16="http://schemas.microsoft.com/office/drawing/2014/main"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a16:creationId xmlns:a16="http://schemas.microsoft.com/office/drawing/2014/main"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a16:creationId xmlns:a16="http://schemas.microsoft.com/office/drawing/2014/main"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a16:creationId xmlns:a16="http://schemas.microsoft.com/office/drawing/2014/main"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a16:creationId xmlns:a16="http://schemas.microsoft.com/office/drawing/2014/main"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a16:creationId xmlns:a16="http://schemas.microsoft.com/office/drawing/2014/main"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a16:creationId xmlns:a16="http://schemas.microsoft.com/office/drawing/2014/main"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a16:creationId xmlns:a16="http://schemas.microsoft.com/office/drawing/2014/main"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a16:creationId xmlns:a16="http://schemas.microsoft.com/office/drawing/2014/main"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a16:creationId xmlns:a16="http://schemas.microsoft.com/office/drawing/2014/main"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a16:creationId xmlns:a16="http://schemas.microsoft.com/office/drawing/2014/main"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a16:creationId xmlns:a16="http://schemas.microsoft.com/office/drawing/2014/main"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a16:creationId xmlns:a16="http://schemas.microsoft.com/office/drawing/2014/main"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a16:creationId xmlns:a16="http://schemas.microsoft.com/office/drawing/2014/main"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a16:creationId xmlns:a16="http://schemas.microsoft.com/office/drawing/2014/main"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a16:creationId xmlns:a16="http://schemas.microsoft.com/office/drawing/2014/main"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a16:creationId xmlns:a16="http://schemas.microsoft.com/office/drawing/2014/main"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a16:creationId xmlns:a16="http://schemas.microsoft.com/office/drawing/2014/main"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a16:creationId xmlns:a16="http://schemas.microsoft.com/office/drawing/2014/main"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a16:creationId xmlns:a16="http://schemas.microsoft.com/office/drawing/2014/main"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a16:creationId xmlns:a16="http://schemas.microsoft.com/office/drawing/2014/main"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a16:creationId xmlns:a16="http://schemas.microsoft.com/office/drawing/2014/main"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a16:creationId xmlns:a16="http://schemas.microsoft.com/office/drawing/2014/main"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a16:creationId xmlns:a16="http://schemas.microsoft.com/office/drawing/2014/main"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a16:creationId xmlns:a16="http://schemas.microsoft.com/office/drawing/2014/main"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a16:creationId xmlns:a16="http://schemas.microsoft.com/office/drawing/2014/main"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a16:creationId xmlns:a16="http://schemas.microsoft.com/office/drawing/2014/main"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a16:creationId xmlns:a16="http://schemas.microsoft.com/office/drawing/2014/main"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a16:creationId xmlns:a16="http://schemas.microsoft.com/office/drawing/2014/main"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a16:creationId xmlns:a16="http://schemas.microsoft.com/office/drawing/2014/main"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a16:creationId xmlns:a16="http://schemas.microsoft.com/office/drawing/2014/main"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a16:creationId xmlns:a16="http://schemas.microsoft.com/office/drawing/2014/main"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a16:creationId xmlns:a16="http://schemas.microsoft.com/office/drawing/2014/main"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a16:creationId xmlns:a16="http://schemas.microsoft.com/office/drawing/2014/main"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a16:creationId xmlns:a16="http://schemas.microsoft.com/office/drawing/2014/main"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a16:creationId xmlns:a16="http://schemas.microsoft.com/office/drawing/2014/main"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a16:creationId xmlns:a16="http://schemas.microsoft.com/office/drawing/2014/main"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a16:creationId xmlns:a16="http://schemas.microsoft.com/office/drawing/2014/main"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a16:creationId xmlns:a16="http://schemas.microsoft.com/office/drawing/2014/main"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a16:creationId xmlns:a16="http://schemas.microsoft.com/office/drawing/2014/main"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a16:creationId xmlns:a16="http://schemas.microsoft.com/office/drawing/2014/main"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a16:creationId xmlns:a16="http://schemas.microsoft.com/office/drawing/2014/main"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a16:creationId xmlns:a16="http://schemas.microsoft.com/office/drawing/2014/main"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a16:creationId xmlns:a16="http://schemas.microsoft.com/office/drawing/2014/main"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a16:creationId xmlns:a16="http://schemas.microsoft.com/office/drawing/2014/main"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a16:creationId xmlns:a16="http://schemas.microsoft.com/office/drawing/2014/main"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a16:creationId xmlns:a16="http://schemas.microsoft.com/office/drawing/2014/main"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a16:creationId xmlns:a16="http://schemas.microsoft.com/office/drawing/2014/main"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a16:creationId xmlns:a16="http://schemas.microsoft.com/office/drawing/2014/main"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a16:creationId xmlns:a16="http://schemas.microsoft.com/office/drawing/2014/main"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a16:creationId xmlns:a16="http://schemas.microsoft.com/office/drawing/2014/main"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a16:creationId xmlns:a16="http://schemas.microsoft.com/office/drawing/2014/main"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a16:creationId xmlns:a16="http://schemas.microsoft.com/office/drawing/2014/main"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a16:creationId xmlns:a16="http://schemas.microsoft.com/office/drawing/2014/main"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a16:creationId xmlns:a16="http://schemas.microsoft.com/office/drawing/2014/main"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a16:creationId xmlns:a16="http://schemas.microsoft.com/office/drawing/2014/main"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a16:creationId xmlns:a16="http://schemas.microsoft.com/office/drawing/2014/main"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a16:creationId xmlns:a16="http://schemas.microsoft.com/office/drawing/2014/main"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a16:creationId xmlns:a16="http://schemas.microsoft.com/office/drawing/2014/main"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a16:creationId xmlns:a16="http://schemas.microsoft.com/office/drawing/2014/main"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a16:creationId xmlns:a16="http://schemas.microsoft.com/office/drawing/2014/main"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a16:creationId xmlns:a16="http://schemas.microsoft.com/office/drawing/2014/main"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a16:creationId xmlns:a16="http://schemas.microsoft.com/office/drawing/2014/main"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a16:creationId xmlns:a16="http://schemas.microsoft.com/office/drawing/2014/main"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a16:creationId xmlns:a16="http://schemas.microsoft.com/office/drawing/2014/main"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a16:creationId xmlns:a16="http://schemas.microsoft.com/office/drawing/2014/main"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a16:creationId xmlns:a16="http://schemas.microsoft.com/office/drawing/2014/main"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a16:creationId xmlns:a16="http://schemas.microsoft.com/office/drawing/2014/main"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a16:creationId xmlns:a16="http://schemas.microsoft.com/office/drawing/2014/main"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a16:creationId xmlns:a16="http://schemas.microsoft.com/office/drawing/2014/main"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a16:creationId xmlns:a16="http://schemas.microsoft.com/office/drawing/2014/main"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a16:creationId xmlns:a16="http://schemas.microsoft.com/office/drawing/2014/main"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a16:creationId xmlns:a16="http://schemas.microsoft.com/office/drawing/2014/main"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a16:creationId xmlns:a16="http://schemas.microsoft.com/office/drawing/2014/main"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a16:creationId xmlns:a16="http://schemas.microsoft.com/office/drawing/2014/main"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a16:creationId xmlns:a16="http://schemas.microsoft.com/office/drawing/2014/main"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a16:creationId xmlns:a16="http://schemas.microsoft.com/office/drawing/2014/main"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a16:creationId xmlns:a16="http://schemas.microsoft.com/office/drawing/2014/main"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a16:creationId xmlns:a16="http://schemas.microsoft.com/office/drawing/2014/main"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a16:creationId xmlns:a16="http://schemas.microsoft.com/office/drawing/2014/main"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a16:creationId xmlns:a16="http://schemas.microsoft.com/office/drawing/2014/main"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a16:creationId xmlns:a16="http://schemas.microsoft.com/office/drawing/2014/main"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a16:creationId xmlns:a16="http://schemas.microsoft.com/office/drawing/2014/main"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a16:creationId xmlns:a16="http://schemas.microsoft.com/office/drawing/2014/main"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a16:creationId xmlns:a16="http://schemas.microsoft.com/office/drawing/2014/main"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a16:creationId xmlns:a16="http://schemas.microsoft.com/office/drawing/2014/main"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a16:creationId xmlns:a16="http://schemas.microsoft.com/office/drawing/2014/main"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a16:creationId xmlns:a16="http://schemas.microsoft.com/office/drawing/2014/main"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a16:creationId xmlns:a16="http://schemas.microsoft.com/office/drawing/2014/main"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a16:creationId xmlns:a16="http://schemas.microsoft.com/office/drawing/2014/main"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a16:creationId xmlns:a16="http://schemas.microsoft.com/office/drawing/2014/main"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a16:creationId xmlns:a16="http://schemas.microsoft.com/office/drawing/2014/main"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a16:creationId xmlns:a16="http://schemas.microsoft.com/office/drawing/2014/main"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a16:creationId xmlns:a16="http://schemas.microsoft.com/office/drawing/2014/main"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a16:creationId xmlns:a16="http://schemas.microsoft.com/office/drawing/2014/main"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a16:creationId xmlns:a16="http://schemas.microsoft.com/office/drawing/2014/main"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a16:creationId xmlns:a16="http://schemas.microsoft.com/office/drawing/2014/main"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a16:creationId xmlns:a16="http://schemas.microsoft.com/office/drawing/2014/main"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a16:creationId xmlns:a16="http://schemas.microsoft.com/office/drawing/2014/main"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a16:creationId xmlns:a16="http://schemas.microsoft.com/office/drawing/2014/main"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a16:creationId xmlns:a16="http://schemas.microsoft.com/office/drawing/2014/main"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a16:creationId xmlns:a16="http://schemas.microsoft.com/office/drawing/2014/main"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a16:creationId xmlns:a16="http://schemas.microsoft.com/office/drawing/2014/main"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a16:creationId xmlns:a16="http://schemas.microsoft.com/office/drawing/2014/main"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a16:creationId xmlns:a16="http://schemas.microsoft.com/office/drawing/2014/main"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a16:creationId xmlns:a16="http://schemas.microsoft.com/office/drawing/2014/main"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a16:creationId xmlns:a16="http://schemas.microsoft.com/office/drawing/2014/main"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a16:creationId xmlns:a16="http://schemas.microsoft.com/office/drawing/2014/main"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a16:creationId xmlns:a16="http://schemas.microsoft.com/office/drawing/2014/main"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a16:creationId xmlns:a16="http://schemas.microsoft.com/office/drawing/2014/main"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a16:creationId xmlns:a16="http://schemas.microsoft.com/office/drawing/2014/main"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a16:creationId xmlns:a16="http://schemas.microsoft.com/office/drawing/2014/main"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a16:creationId xmlns:a16="http://schemas.microsoft.com/office/drawing/2014/main"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a16:creationId xmlns:a16="http://schemas.microsoft.com/office/drawing/2014/main"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a16:creationId xmlns:a16="http://schemas.microsoft.com/office/drawing/2014/main"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a16:creationId xmlns:a16="http://schemas.microsoft.com/office/drawing/2014/main"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a16:creationId xmlns:a16="http://schemas.microsoft.com/office/drawing/2014/main"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a16:creationId xmlns:a16="http://schemas.microsoft.com/office/drawing/2014/main"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a16:creationId xmlns:a16="http://schemas.microsoft.com/office/drawing/2014/main"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a16:creationId xmlns:a16="http://schemas.microsoft.com/office/drawing/2014/main"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a16:creationId xmlns:a16="http://schemas.microsoft.com/office/drawing/2014/main"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a16:creationId xmlns:a16="http://schemas.microsoft.com/office/drawing/2014/main"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a16:creationId xmlns:a16="http://schemas.microsoft.com/office/drawing/2014/main"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a16:creationId xmlns:a16="http://schemas.microsoft.com/office/drawing/2014/main"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a16:creationId xmlns:a16="http://schemas.microsoft.com/office/drawing/2014/main"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a16:creationId xmlns:a16="http://schemas.microsoft.com/office/drawing/2014/main"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a16:creationId xmlns:a16="http://schemas.microsoft.com/office/drawing/2014/main"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a16:creationId xmlns:a16="http://schemas.microsoft.com/office/drawing/2014/main"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a16:creationId xmlns:a16="http://schemas.microsoft.com/office/drawing/2014/main"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a16:creationId xmlns:a16="http://schemas.microsoft.com/office/drawing/2014/main"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a16:creationId xmlns:a16="http://schemas.microsoft.com/office/drawing/2014/main"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a16:creationId xmlns:a16="http://schemas.microsoft.com/office/drawing/2014/main"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a16:creationId xmlns:a16="http://schemas.microsoft.com/office/drawing/2014/main"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a16:creationId xmlns:a16="http://schemas.microsoft.com/office/drawing/2014/main"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a16:creationId xmlns:a16="http://schemas.microsoft.com/office/drawing/2014/main"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a16:creationId xmlns:a16="http://schemas.microsoft.com/office/drawing/2014/main"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a16:creationId xmlns:a16="http://schemas.microsoft.com/office/drawing/2014/main"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a16:creationId xmlns:a16="http://schemas.microsoft.com/office/drawing/2014/main"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a16:creationId xmlns:a16="http://schemas.microsoft.com/office/drawing/2014/main"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a16:creationId xmlns:a16="http://schemas.microsoft.com/office/drawing/2014/main"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a16:creationId xmlns:a16="http://schemas.microsoft.com/office/drawing/2014/main"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a16:creationId xmlns:a16="http://schemas.microsoft.com/office/drawing/2014/main"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a16:creationId xmlns:a16="http://schemas.microsoft.com/office/drawing/2014/main"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a16:creationId xmlns:a16="http://schemas.microsoft.com/office/drawing/2014/main"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a16:creationId xmlns:a16="http://schemas.microsoft.com/office/drawing/2014/main"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a16:creationId xmlns:a16="http://schemas.microsoft.com/office/drawing/2014/main"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a16:creationId xmlns:a16="http://schemas.microsoft.com/office/drawing/2014/main"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a16:creationId xmlns:a16="http://schemas.microsoft.com/office/drawing/2014/main"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a16:creationId xmlns:a16="http://schemas.microsoft.com/office/drawing/2014/main"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a16:creationId xmlns:a16="http://schemas.microsoft.com/office/drawing/2014/main"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a16:creationId xmlns:a16="http://schemas.microsoft.com/office/drawing/2014/main"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a16:creationId xmlns:a16="http://schemas.microsoft.com/office/drawing/2014/main"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a16:creationId xmlns:a16="http://schemas.microsoft.com/office/drawing/2014/main"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a16:creationId xmlns:a16="http://schemas.microsoft.com/office/drawing/2014/main"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a16:creationId xmlns:a16="http://schemas.microsoft.com/office/drawing/2014/main"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a16:creationId xmlns:a16="http://schemas.microsoft.com/office/drawing/2014/main"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a16:creationId xmlns:a16="http://schemas.microsoft.com/office/drawing/2014/main"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a16:creationId xmlns:a16="http://schemas.microsoft.com/office/drawing/2014/main"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a16:creationId xmlns:a16="http://schemas.microsoft.com/office/drawing/2014/main"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a16:creationId xmlns:a16="http://schemas.microsoft.com/office/drawing/2014/main"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a16:creationId xmlns:a16="http://schemas.microsoft.com/office/drawing/2014/main"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a16:creationId xmlns:a16="http://schemas.microsoft.com/office/drawing/2014/main"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a16:creationId xmlns:a16="http://schemas.microsoft.com/office/drawing/2014/main"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a16:creationId xmlns:a16="http://schemas.microsoft.com/office/drawing/2014/main"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a16:creationId xmlns:a16="http://schemas.microsoft.com/office/drawing/2014/main"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a16:creationId xmlns:a16="http://schemas.microsoft.com/office/drawing/2014/main"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a16:creationId xmlns:a16="http://schemas.microsoft.com/office/drawing/2014/main"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a16:creationId xmlns:a16="http://schemas.microsoft.com/office/drawing/2014/main"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a16:creationId xmlns:a16="http://schemas.microsoft.com/office/drawing/2014/main"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a16:creationId xmlns:a16="http://schemas.microsoft.com/office/drawing/2014/main"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a16:creationId xmlns:a16="http://schemas.microsoft.com/office/drawing/2014/main"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a16:creationId xmlns:a16="http://schemas.microsoft.com/office/drawing/2014/main"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a16:creationId xmlns:a16="http://schemas.microsoft.com/office/drawing/2014/main"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a16:creationId xmlns:a16="http://schemas.microsoft.com/office/drawing/2014/main"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a16:creationId xmlns:a16="http://schemas.microsoft.com/office/drawing/2014/main"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a16:creationId xmlns:a16="http://schemas.microsoft.com/office/drawing/2014/main"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a16:creationId xmlns:a16="http://schemas.microsoft.com/office/drawing/2014/main"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a16:creationId xmlns:a16="http://schemas.microsoft.com/office/drawing/2014/main"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a16:creationId xmlns:a16="http://schemas.microsoft.com/office/drawing/2014/main"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a16:creationId xmlns:a16="http://schemas.microsoft.com/office/drawing/2014/main"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a16:creationId xmlns:a16="http://schemas.microsoft.com/office/drawing/2014/main"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a16:creationId xmlns:a16="http://schemas.microsoft.com/office/drawing/2014/main"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a16:creationId xmlns:a16="http://schemas.microsoft.com/office/drawing/2014/main"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a16:creationId xmlns:a16="http://schemas.microsoft.com/office/drawing/2014/main"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a16:creationId xmlns:a16="http://schemas.microsoft.com/office/drawing/2014/main"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a16:creationId xmlns:a16="http://schemas.microsoft.com/office/drawing/2014/main"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a16:creationId xmlns:a16="http://schemas.microsoft.com/office/drawing/2014/main"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a16:creationId xmlns:a16="http://schemas.microsoft.com/office/drawing/2014/main"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a16:creationId xmlns:a16="http://schemas.microsoft.com/office/drawing/2014/main"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a16:creationId xmlns:a16="http://schemas.microsoft.com/office/drawing/2014/main"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a16:creationId xmlns:a16="http://schemas.microsoft.com/office/drawing/2014/main"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a16:creationId xmlns:a16="http://schemas.microsoft.com/office/drawing/2014/main"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a16:creationId xmlns:a16="http://schemas.microsoft.com/office/drawing/2014/main"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a16:creationId xmlns:a16="http://schemas.microsoft.com/office/drawing/2014/main"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a16:creationId xmlns:a16="http://schemas.microsoft.com/office/drawing/2014/main"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a16:creationId xmlns:a16="http://schemas.microsoft.com/office/drawing/2014/main"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a16:creationId xmlns:a16="http://schemas.microsoft.com/office/drawing/2014/main"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a16:creationId xmlns:a16="http://schemas.microsoft.com/office/drawing/2014/main"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a16:creationId xmlns:a16="http://schemas.microsoft.com/office/drawing/2014/main"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a16:creationId xmlns:a16="http://schemas.microsoft.com/office/drawing/2014/main"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a16:creationId xmlns:a16="http://schemas.microsoft.com/office/drawing/2014/main"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a16:creationId xmlns:a16="http://schemas.microsoft.com/office/drawing/2014/main"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a16:creationId xmlns:a16="http://schemas.microsoft.com/office/drawing/2014/main"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a16:creationId xmlns:a16="http://schemas.microsoft.com/office/drawing/2014/main"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a16:creationId xmlns:a16="http://schemas.microsoft.com/office/drawing/2014/main"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a16:creationId xmlns:a16="http://schemas.microsoft.com/office/drawing/2014/main"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a16:creationId xmlns:a16="http://schemas.microsoft.com/office/drawing/2014/main"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a16:creationId xmlns:a16="http://schemas.microsoft.com/office/drawing/2014/main"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a16:creationId xmlns:a16="http://schemas.microsoft.com/office/drawing/2014/main"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a16:creationId xmlns:a16="http://schemas.microsoft.com/office/drawing/2014/main"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a16:creationId xmlns:a16="http://schemas.microsoft.com/office/drawing/2014/main"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a16:creationId xmlns:a16="http://schemas.microsoft.com/office/drawing/2014/main"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a16:creationId xmlns:a16="http://schemas.microsoft.com/office/drawing/2014/main"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a16:creationId xmlns:a16="http://schemas.microsoft.com/office/drawing/2014/main"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a16:creationId xmlns:a16="http://schemas.microsoft.com/office/drawing/2014/main"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a16:creationId xmlns:a16="http://schemas.microsoft.com/office/drawing/2014/main"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a16:creationId xmlns:a16="http://schemas.microsoft.com/office/drawing/2014/main"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a16:creationId xmlns:a16="http://schemas.microsoft.com/office/drawing/2014/main"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a16:creationId xmlns:a16="http://schemas.microsoft.com/office/drawing/2014/main"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a16:creationId xmlns:a16="http://schemas.microsoft.com/office/drawing/2014/main"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a16:creationId xmlns:a16="http://schemas.microsoft.com/office/drawing/2014/main"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a16:creationId xmlns:a16="http://schemas.microsoft.com/office/drawing/2014/main"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a16:creationId xmlns:a16="http://schemas.microsoft.com/office/drawing/2014/main"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a16:creationId xmlns:a16="http://schemas.microsoft.com/office/drawing/2014/main"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a16:creationId xmlns:a16="http://schemas.microsoft.com/office/drawing/2014/main"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a16:creationId xmlns:a16="http://schemas.microsoft.com/office/drawing/2014/main"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a16:creationId xmlns:a16="http://schemas.microsoft.com/office/drawing/2014/main"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a16:creationId xmlns:a16="http://schemas.microsoft.com/office/drawing/2014/main"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a16:creationId xmlns:a16="http://schemas.microsoft.com/office/drawing/2014/main"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a16:creationId xmlns:a16="http://schemas.microsoft.com/office/drawing/2014/main"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a16:creationId xmlns:a16="http://schemas.microsoft.com/office/drawing/2014/main"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a16:creationId xmlns:a16="http://schemas.microsoft.com/office/drawing/2014/main"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a16:creationId xmlns:a16="http://schemas.microsoft.com/office/drawing/2014/main"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a16:creationId xmlns:a16="http://schemas.microsoft.com/office/drawing/2014/main"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a16:creationId xmlns:a16="http://schemas.microsoft.com/office/drawing/2014/main"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a16:creationId xmlns:a16="http://schemas.microsoft.com/office/drawing/2014/main"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a16:creationId xmlns:a16="http://schemas.microsoft.com/office/drawing/2014/main"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a16:creationId xmlns:a16="http://schemas.microsoft.com/office/drawing/2014/main"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a16:creationId xmlns:a16="http://schemas.microsoft.com/office/drawing/2014/main"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a16:creationId xmlns:a16="http://schemas.microsoft.com/office/drawing/2014/main"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a16:creationId xmlns:a16="http://schemas.microsoft.com/office/drawing/2014/main"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a16:creationId xmlns:a16="http://schemas.microsoft.com/office/drawing/2014/main"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a16:creationId xmlns:a16="http://schemas.microsoft.com/office/drawing/2014/main"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a16:creationId xmlns:a16="http://schemas.microsoft.com/office/drawing/2014/main"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a16:creationId xmlns:a16="http://schemas.microsoft.com/office/drawing/2014/main"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a16:creationId xmlns:a16="http://schemas.microsoft.com/office/drawing/2014/main"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a16:creationId xmlns:a16="http://schemas.microsoft.com/office/drawing/2014/main"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a16:creationId xmlns:a16="http://schemas.microsoft.com/office/drawing/2014/main"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a16:creationId xmlns:a16="http://schemas.microsoft.com/office/drawing/2014/main"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a16:creationId xmlns:a16="http://schemas.microsoft.com/office/drawing/2014/main"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a16:creationId xmlns:a16="http://schemas.microsoft.com/office/drawing/2014/main"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a16:creationId xmlns:a16="http://schemas.microsoft.com/office/drawing/2014/main"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a16:creationId xmlns:a16="http://schemas.microsoft.com/office/drawing/2014/main"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a16:creationId xmlns:a16="http://schemas.microsoft.com/office/drawing/2014/main"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a16:creationId xmlns:a16="http://schemas.microsoft.com/office/drawing/2014/main"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a16:creationId xmlns:a16="http://schemas.microsoft.com/office/drawing/2014/main"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a16:creationId xmlns:a16="http://schemas.microsoft.com/office/drawing/2014/main"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a16:creationId xmlns:a16="http://schemas.microsoft.com/office/drawing/2014/main"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a16:creationId xmlns:a16="http://schemas.microsoft.com/office/drawing/2014/main"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a16:creationId xmlns:a16="http://schemas.microsoft.com/office/drawing/2014/main"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a16:creationId xmlns:a16="http://schemas.microsoft.com/office/drawing/2014/main"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a16:creationId xmlns:a16="http://schemas.microsoft.com/office/drawing/2014/main"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a16:creationId xmlns:a16="http://schemas.microsoft.com/office/drawing/2014/main"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a16:creationId xmlns:a16="http://schemas.microsoft.com/office/drawing/2014/main"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a16:creationId xmlns:a16="http://schemas.microsoft.com/office/drawing/2014/main"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a16:creationId xmlns:a16="http://schemas.microsoft.com/office/drawing/2014/main"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a16:creationId xmlns:a16="http://schemas.microsoft.com/office/drawing/2014/main"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a16:creationId xmlns:a16="http://schemas.microsoft.com/office/drawing/2014/main"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a16:creationId xmlns:a16="http://schemas.microsoft.com/office/drawing/2014/main"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a16:creationId xmlns:a16="http://schemas.microsoft.com/office/drawing/2014/main"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a16:creationId xmlns:a16="http://schemas.microsoft.com/office/drawing/2014/main"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a16:creationId xmlns:a16="http://schemas.microsoft.com/office/drawing/2014/main"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a16:creationId xmlns:a16="http://schemas.microsoft.com/office/drawing/2014/main"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a16:creationId xmlns:a16="http://schemas.microsoft.com/office/drawing/2014/main"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a16:creationId xmlns:a16="http://schemas.microsoft.com/office/drawing/2014/main"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a16:creationId xmlns:a16="http://schemas.microsoft.com/office/drawing/2014/main"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a16:creationId xmlns:a16="http://schemas.microsoft.com/office/drawing/2014/main"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a16:creationId xmlns:a16="http://schemas.microsoft.com/office/drawing/2014/main"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a16:creationId xmlns:a16="http://schemas.microsoft.com/office/drawing/2014/main"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a16:creationId xmlns:a16="http://schemas.microsoft.com/office/drawing/2014/main"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a16:creationId xmlns:a16="http://schemas.microsoft.com/office/drawing/2014/main"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a16:creationId xmlns:a16="http://schemas.microsoft.com/office/drawing/2014/main"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a16:creationId xmlns:a16="http://schemas.microsoft.com/office/drawing/2014/main"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a16:creationId xmlns:a16="http://schemas.microsoft.com/office/drawing/2014/main"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a16:creationId xmlns:a16="http://schemas.microsoft.com/office/drawing/2014/main"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a16:creationId xmlns:a16="http://schemas.microsoft.com/office/drawing/2014/main"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a16:creationId xmlns:a16="http://schemas.microsoft.com/office/drawing/2014/main"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a16:creationId xmlns:a16="http://schemas.microsoft.com/office/drawing/2014/main"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a16:creationId xmlns:a16="http://schemas.microsoft.com/office/drawing/2014/main"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a16:creationId xmlns:a16="http://schemas.microsoft.com/office/drawing/2014/main"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a16:creationId xmlns:a16="http://schemas.microsoft.com/office/drawing/2014/main"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a16:creationId xmlns:a16="http://schemas.microsoft.com/office/drawing/2014/main"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a16:creationId xmlns:a16="http://schemas.microsoft.com/office/drawing/2014/main"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a16:creationId xmlns:a16="http://schemas.microsoft.com/office/drawing/2014/main"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a16:creationId xmlns:a16="http://schemas.microsoft.com/office/drawing/2014/main"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a16:creationId xmlns:a16="http://schemas.microsoft.com/office/drawing/2014/main"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a16:creationId xmlns:a16="http://schemas.microsoft.com/office/drawing/2014/main"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a16:creationId xmlns:a16="http://schemas.microsoft.com/office/drawing/2014/main"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a16:creationId xmlns:a16="http://schemas.microsoft.com/office/drawing/2014/main"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a16:creationId xmlns:a16="http://schemas.microsoft.com/office/drawing/2014/main"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a16:creationId xmlns:a16="http://schemas.microsoft.com/office/drawing/2014/main"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a16:creationId xmlns:a16="http://schemas.microsoft.com/office/drawing/2014/main"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a16:creationId xmlns:a16="http://schemas.microsoft.com/office/drawing/2014/main"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a16:creationId xmlns:a16="http://schemas.microsoft.com/office/drawing/2014/main"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a16:creationId xmlns:a16="http://schemas.microsoft.com/office/drawing/2014/main"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a16:creationId xmlns:a16="http://schemas.microsoft.com/office/drawing/2014/main"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a16:creationId xmlns:a16="http://schemas.microsoft.com/office/drawing/2014/main"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a16:creationId xmlns:a16="http://schemas.microsoft.com/office/drawing/2014/main"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a16:creationId xmlns:a16="http://schemas.microsoft.com/office/drawing/2014/main"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a16:creationId xmlns:a16="http://schemas.microsoft.com/office/drawing/2014/main"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a16:creationId xmlns:a16="http://schemas.microsoft.com/office/drawing/2014/main"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a16:creationId xmlns:a16="http://schemas.microsoft.com/office/drawing/2014/main"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a16:creationId xmlns:a16="http://schemas.microsoft.com/office/drawing/2014/main"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a16:creationId xmlns:a16="http://schemas.microsoft.com/office/drawing/2014/main"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a16:creationId xmlns:a16="http://schemas.microsoft.com/office/drawing/2014/main"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a16:creationId xmlns:a16="http://schemas.microsoft.com/office/drawing/2014/main"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a16:creationId xmlns:a16="http://schemas.microsoft.com/office/drawing/2014/main"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a16:creationId xmlns:a16="http://schemas.microsoft.com/office/drawing/2014/main"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a16:creationId xmlns:a16="http://schemas.microsoft.com/office/drawing/2014/main"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a16:creationId xmlns:a16="http://schemas.microsoft.com/office/drawing/2014/main"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a16:creationId xmlns:a16="http://schemas.microsoft.com/office/drawing/2014/main"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a16:creationId xmlns:a16="http://schemas.microsoft.com/office/drawing/2014/main"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a16:creationId xmlns:a16="http://schemas.microsoft.com/office/drawing/2014/main"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a16:creationId xmlns:a16="http://schemas.microsoft.com/office/drawing/2014/main"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a16:creationId xmlns:a16="http://schemas.microsoft.com/office/drawing/2014/main"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a16:creationId xmlns:a16="http://schemas.microsoft.com/office/drawing/2014/main"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a16:creationId xmlns:a16="http://schemas.microsoft.com/office/drawing/2014/main"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a16:creationId xmlns:a16="http://schemas.microsoft.com/office/drawing/2014/main"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a16:creationId xmlns:a16="http://schemas.microsoft.com/office/drawing/2014/main"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a16:creationId xmlns:a16="http://schemas.microsoft.com/office/drawing/2014/main"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a16:creationId xmlns:a16="http://schemas.microsoft.com/office/drawing/2014/main"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a16:creationId xmlns:a16="http://schemas.microsoft.com/office/drawing/2014/main"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a16:creationId xmlns:a16="http://schemas.microsoft.com/office/drawing/2014/main"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a16:creationId xmlns:a16="http://schemas.microsoft.com/office/drawing/2014/main"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a16:creationId xmlns:a16="http://schemas.microsoft.com/office/drawing/2014/main"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a16:creationId xmlns:a16="http://schemas.microsoft.com/office/drawing/2014/main"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a16:creationId xmlns:a16="http://schemas.microsoft.com/office/drawing/2014/main"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a16:creationId xmlns:a16="http://schemas.microsoft.com/office/drawing/2014/main"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a16:creationId xmlns:a16="http://schemas.microsoft.com/office/drawing/2014/main"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a16:creationId xmlns:a16="http://schemas.microsoft.com/office/drawing/2014/main"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a16:creationId xmlns:a16="http://schemas.microsoft.com/office/drawing/2014/main"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a16:creationId xmlns:a16="http://schemas.microsoft.com/office/drawing/2014/main"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a16:creationId xmlns:a16="http://schemas.microsoft.com/office/drawing/2014/main"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a16:creationId xmlns:a16="http://schemas.microsoft.com/office/drawing/2014/main"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a16:creationId xmlns:a16="http://schemas.microsoft.com/office/drawing/2014/main"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a16:creationId xmlns:a16="http://schemas.microsoft.com/office/drawing/2014/main"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a16:creationId xmlns:a16="http://schemas.microsoft.com/office/drawing/2014/main"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a16:creationId xmlns:a16="http://schemas.microsoft.com/office/drawing/2014/main"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a16:creationId xmlns:a16="http://schemas.microsoft.com/office/drawing/2014/main"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a16:creationId xmlns:a16="http://schemas.microsoft.com/office/drawing/2014/main"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a16:creationId xmlns:a16="http://schemas.microsoft.com/office/drawing/2014/main"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a16:creationId xmlns:a16="http://schemas.microsoft.com/office/drawing/2014/main"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a16:creationId xmlns:a16="http://schemas.microsoft.com/office/drawing/2014/main"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a16:creationId xmlns:a16="http://schemas.microsoft.com/office/drawing/2014/main"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a16:creationId xmlns:a16="http://schemas.microsoft.com/office/drawing/2014/main"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a16:creationId xmlns:a16="http://schemas.microsoft.com/office/drawing/2014/main"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a16:creationId xmlns:a16="http://schemas.microsoft.com/office/drawing/2014/main"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a16:creationId xmlns:a16="http://schemas.microsoft.com/office/drawing/2014/main"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a16:creationId xmlns:a16="http://schemas.microsoft.com/office/drawing/2014/main"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a16:creationId xmlns:a16="http://schemas.microsoft.com/office/drawing/2014/main"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a16:creationId xmlns:a16="http://schemas.microsoft.com/office/drawing/2014/main"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a16:creationId xmlns:a16="http://schemas.microsoft.com/office/drawing/2014/main"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a16:creationId xmlns:a16="http://schemas.microsoft.com/office/drawing/2014/main"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a16:creationId xmlns:a16="http://schemas.microsoft.com/office/drawing/2014/main"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a16:creationId xmlns:a16="http://schemas.microsoft.com/office/drawing/2014/main"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a16:creationId xmlns:a16="http://schemas.microsoft.com/office/drawing/2014/main"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a16:creationId xmlns:a16="http://schemas.microsoft.com/office/drawing/2014/main"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a16:creationId xmlns:a16="http://schemas.microsoft.com/office/drawing/2014/main"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a16:creationId xmlns:a16="http://schemas.microsoft.com/office/drawing/2014/main"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a16:creationId xmlns:a16="http://schemas.microsoft.com/office/drawing/2014/main"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a16:creationId xmlns:a16="http://schemas.microsoft.com/office/drawing/2014/main"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a16:creationId xmlns:a16="http://schemas.microsoft.com/office/drawing/2014/main"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a16:creationId xmlns:a16="http://schemas.microsoft.com/office/drawing/2014/main"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a16:creationId xmlns:a16="http://schemas.microsoft.com/office/drawing/2014/main"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a16:creationId xmlns:a16="http://schemas.microsoft.com/office/drawing/2014/main"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a16:creationId xmlns:a16="http://schemas.microsoft.com/office/drawing/2014/main"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a16:creationId xmlns:a16="http://schemas.microsoft.com/office/drawing/2014/main"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a16:creationId xmlns:a16="http://schemas.microsoft.com/office/drawing/2014/main"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a16:creationId xmlns:a16="http://schemas.microsoft.com/office/drawing/2014/main"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a16:creationId xmlns:a16="http://schemas.microsoft.com/office/drawing/2014/main"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a16:creationId xmlns:a16="http://schemas.microsoft.com/office/drawing/2014/main"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a16:creationId xmlns:a16="http://schemas.microsoft.com/office/drawing/2014/main"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a16:creationId xmlns:a16="http://schemas.microsoft.com/office/drawing/2014/main"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a16:creationId xmlns:a16="http://schemas.microsoft.com/office/drawing/2014/main"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a16:creationId xmlns:a16="http://schemas.microsoft.com/office/drawing/2014/main"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a16:creationId xmlns:a16="http://schemas.microsoft.com/office/drawing/2014/main"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a16:creationId xmlns:a16="http://schemas.microsoft.com/office/drawing/2014/main"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a16:creationId xmlns:a16="http://schemas.microsoft.com/office/drawing/2014/main"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a16:creationId xmlns:a16="http://schemas.microsoft.com/office/drawing/2014/main"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4082382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a16:creationId xmlns:a16="http://schemas.microsoft.com/office/drawing/2014/main"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a16:creationId xmlns:a16="http://schemas.microsoft.com/office/drawing/2014/main"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a16:creationId xmlns:a16="http://schemas.microsoft.com/office/drawing/2014/main"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a16:creationId xmlns:a16="http://schemas.microsoft.com/office/drawing/2014/main"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a16:creationId xmlns:a16="http://schemas.microsoft.com/office/drawing/2014/main"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a16:creationId xmlns:a16="http://schemas.microsoft.com/office/drawing/2014/main"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a16:creationId xmlns:a16="http://schemas.microsoft.com/office/drawing/2014/main"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a16:creationId xmlns:a16="http://schemas.microsoft.com/office/drawing/2014/main"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a16:creationId xmlns:a16="http://schemas.microsoft.com/office/drawing/2014/main"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a16:creationId xmlns:a16="http://schemas.microsoft.com/office/drawing/2014/main"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a16:creationId xmlns:a16="http://schemas.microsoft.com/office/drawing/2014/main"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a16:creationId xmlns:a16="http://schemas.microsoft.com/office/drawing/2014/main"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a16:creationId xmlns:a16="http://schemas.microsoft.com/office/drawing/2014/main"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a16:creationId xmlns:a16="http://schemas.microsoft.com/office/drawing/2014/main"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a16:creationId xmlns:a16="http://schemas.microsoft.com/office/drawing/2014/main"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a16:creationId xmlns:a16="http://schemas.microsoft.com/office/drawing/2014/main"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a16:creationId xmlns:a16="http://schemas.microsoft.com/office/drawing/2014/main"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a16:creationId xmlns:a16="http://schemas.microsoft.com/office/drawing/2014/main"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a16:creationId xmlns:a16="http://schemas.microsoft.com/office/drawing/2014/main"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a16:creationId xmlns:a16="http://schemas.microsoft.com/office/drawing/2014/main"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a16:creationId xmlns:a16="http://schemas.microsoft.com/office/drawing/2014/main"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a16:creationId xmlns:a16="http://schemas.microsoft.com/office/drawing/2014/main"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a16:creationId xmlns:a16="http://schemas.microsoft.com/office/drawing/2014/main"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a16:creationId xmlns:a16="http://schemas.microsoft.com/office/drawing/2014/main"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a16:creationId xmlns:a16="http://schemas.microsoft.com/office/drawing/2014/main"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a16:creationId xmlns:a16="http://schemas.microsoft.com/office/drawing/2014/main"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a16:creationId xmlns:a16="http://schemas.microsoft.com/office/drawing/2014/main"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a16:creationId xmlns:a16="http://schemas.microsoft.com/office/drawing/2014/main"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a16:creationId xmlns:a16="http://schemas.microsoft.com/office/drawing/2014/main"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a16:creationId xmlns:a16="http://schemas.microsoft.com/office/drawing/2014/main"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a16:creationId xmlns:a16="http://schemas.microsoft.com/office/drawing/2014/main"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a16:creationId xmlns:a16="http://schemas.microsoft.com/office/drawing/2014/main"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a16:creationId xmlns:a16="http://schemas.microsoft.com/office/drawing/2014/main"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a16:creationId xmlns:a16="http://schemas.microsoft.com/office/drawing/2014/main"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a16:creationId xmlns:a16="http://schemas.microsoft.com/office/drawing/2014/main"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a16:creationId xmlns:a16="http://schemas.microsoft.com/office/drawing/2014/main"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a16:creationId xmlns:a16="http://schemas.microsoft.com/office/drawing/2014/main"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a16:creationId xmlns:a16="http://schemas.microsoft.com/office/drawing/2014/main"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a16:creationId xmlns:a16="http://schemas.microsoft.com/office/drawing/2014/main"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a16:creationId xmlns:a16="http://schemas.microsoft.com/office/drawing/2014/main"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a16:creationId xmlns:a16="http://schemas.microsoft.com/office/drawing/2014/main"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a16:creationId xmlns:a16="http://schemas.microsoft.com/office/drawing/2014/main"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a16:creationId xmlns:a16="http://schemas.microsoft.com/office/drawing/2014/main"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a16:creationId xmlns:a16="http://schemas.microsoft.com/office/drawing/2014/main"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a16:creationId xmlns:a16="http://schemas.microsoft.com/office/drawing/2014/main"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a16:creationId xmlns:a16="http://schemas.microsoft.com/office/drawing/2014/main"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a16:creationId xmlns:a16="http://schemas.microsoft.com/office/drawing/2014/main"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a16:creationId xmlns:a16="http://schemas.microsoft.com/office/drawing/2014/main"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a16:creationId xmlns:a16="http://schemas.microsoft.com/office/drawing/2014/main"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a16:creationId xmlns:a16="http://schemas.microsoft.com/office/drawing/2014/main"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a16:creationId xmlns:a16="http://schemas.microsoft.com/office/drawing/2014/main"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a16:creationId xmlns:a16="http://schemas.microsoft.com/office/drawing/2014/main"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a16:creationId xmlns:a16="http://schemas.microsoft.com/office/drawing/2014/main"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a16:creationId xmlns:a16="http://schemas.microsoft.com/office/drawing/2014/main"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a16:creationId xmlns:a16="http://schemas.microsoft.com/office/drawing/2014/main"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a16:creationId xmlns:a16="http://schemas.microsoft.com/office/drawing/2014/main"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a16:creationId xmlns:a16="http://schemas.microsoft.com/office/drawing/2014/main"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a16:creationId xmlns:a16="http://schemas.microsoft.com/office/drawing/2014/main"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0219044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a16:creationId xmlns:a16="http://schemas.microsoft.com/office/drawing/2014/main"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a16:creationId xmlns:a16="http://schemas.microsoft.com/office/drawing/2014/main"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a16:creationId xmlns:a16="http://schemas.microsoft.com/office/drawing/2014/main"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a16:creationId xmlns:a16="http://schemas.microsoft.com/office/drawing/2014/main"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a16:creationId xmlns:a16="http://schemas.microsoft.com/office/drawing/2014/main"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a16:creationId xmlns:a16="http://schemas.microsoft.com/office/drawing/2014/main"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a16:creationId xmlns:a16="http://schemas.microsoft.com/office/drawing/2014/main"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a16:creationId xmlns:a16="http://schemas.microsoft.com/office/drawing/2014/main"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a16:creationId xmlns:a16="http://schemas.microsoft.com/office/drawing/2014/main"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a16:creationId xmlns:a16="http://schemas.microsoft.com/office/drawing/2014/main"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a16:creationId xmlns:a16="http://schemas.microsoft.com/office/drawing/2014/main"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a16:creationId xmlns:a16="http://schemas.microsoft.com/office/drawing/2014/main"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a16:creationId xmlns:a16="http://schemas.microsoft.com/office/drawing/2014/main"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a16:creationId xmlns:a16="http://schemas.microsoft.com/office/drawing/2014/main"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a16:creationId xmlns:a16="http://schemas.microsoft.com/office/drawing/2014/main"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a16:creationId xmlns:a16="http://schemas.microsoft.com/office/drawing/2014/main"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a16:creationId xmlns:a16="http://schemas.microsoft.com/office/drawing/2014/main"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a16:creationId xmlns:a16="http://schemas.microsoft.com/office/drawing/2014/main"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81892618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a16:creationId xmlns:a16="http://schemas.microsoft.com/office/drawing/2014/main"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a16:creationId xmlns:a16="http://schemas.microsoft.com/office/drawing/2014/main"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a16:creationId xmlns:a16="http://schemas.microsoft.com/office/drawing/2014/main"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a16:creationId xmlns:a16="http://schemas.microsoft.com/office/drawing/2014/main"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a16:creationId xmlns:a16="http://schemas.microsoft.com/office/drawing/2014/main"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a16:creationId xmlns:a16="http://schemas.microsoft.com/office/drawing/2014/main"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a16:creationId xmlns:a16="http://schemas.microsoft.com/office/drawing/2014/main"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a16:creationId xmlns:a16="http://schemas.microsoft.com/office/drawing/2014/main"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a16:creationId xmlns:a16="http://schemas.microsoft.com/office/drawing/2014/main"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a16:creationId xmlns:a16="http://schemas.microsoft.com/office/drawing/2014/main"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a16:creationId xmlns:a16="http://schemas.microsoft.com/office/drawing/2014/main"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a16:creationId xmlns:a16="http://schemas.microsoft.com/office/drawing/2014/main"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a16:creationId xmlns:a16="http://schemas.microsoft.com/office/drawing/2014/main"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a16:creationId xmlns:a16="http://schemas.microsoft.com/office/drawing/2014/main"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a16:creationId xmlns:a16="http://schemas.microsoft.com/office/drawing/2014/main"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a16:creationId xmlns:a16="http://schemas.microsoft.com/office/drawing/2014/main"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a16:creationId xmlns:a16="http://schemas.microsoft.com/office/drawing/2014/main"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a16:creationId xmlns:a16="http://schemas.microsoft.com/office/drawing/2014/main"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a16:creationId xmlns:a16="http://schemas.microsoft.com/office/drawing/2014/main"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a16:creationId xmlns:a16="http://schemas.microsoft.com/office/drawing/2014/main"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a16:creationId xmlns:a16="http://schemas.microsoft.com/office/drawing/2014/main"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a16:creationId xmlns:a16="http://schemas.microsoft.com/office/drawing/2014/main"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a16:creationId xmlns:a16="http://schemas.microsoft.com/office/drawing/2014/main"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a16:creationId xmlns:a16="http://schemas.microsoft.com/office/drawing/2014/main"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a16:creationId xmlns:a16="http://schemas.microsoft.com/office/drawing/2014/main"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a16:creationId xmlns:a16="http://schemas.microsoft.com/office/drawing/2014/main"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a16:creationId xmlns:a16="http://schemas.microsoft.com/office/drawing/2014/main"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a16:creationId xmlns:a16="http://schemas.microsoft.com/office/drawing/2014/main"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a16:creationId xmlns:a16="http://schemas.microsoft.com/office/drawing/2014/main"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a16:creationId xmlns:a16="http://schemas.microsoft.com/office/drawing/2014/main"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a16:creationId xmlns:a16="http://schemas.microsoft.com/office/drawing/2014/main"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a16:creationId xmlns:a16="http://schemas.microsoft.com/office/drawing/2014/main"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a16:creationId xmlns:a16="http://schemas.microsoft.com/office/drawing/2014/main"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a16:creationId xmlns:a16="http://schemas.microsoft.com/office/drawing/2014/main"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a16:creationId xmlns:a16="http://schemas.microsoft.com/office/drawing/2014/main"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a16:creationId xmlns:a16="http://schemas.microsoft.com/office/drawing/2014/main"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a16:creationId xmlns:a16="http://schemas.microsoft.com/office/drawing/2014/main"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a16:creationId xmlns:a16="http://schemas.microsoft.com/office/drawing/2014/main"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a16:creationId xmlns:a16="http://schemas.microsoft.com/office/drawing/2014/main"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a16:creationId xmlns:a16="http://schemas.microsoft.com/office/drawing/2014/main"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a16:creationId xmlns:a16="http://schemas.microsoft.com/office/drawing/2014/main"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a16:creationId xmlns:a16="http://schemas.microsoft.com/office/drawing/2014/main"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a16:creationId xmlns:a16="http://schemas.microsoft.com/office/drawing/2014/main"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a16:creationId xmlns:a16="http://schemas.microsoft.com/office/drawing/2014/main"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a16:creationId xmlns:a16="http://schemas.microsoft.com/office/drawing/2014/main"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a16:creationId xmlns:a16="http://schemas.microsoft.com/office/drawing/2014/main"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a16:creationId xmlns:a16="http://schemas.microsoft.com/office/drawing/2014/main"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a16:creationId xmlns:a16="http://schemas.microsoft.com/office/drawing/2014/main"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a16:creationId xmlns:a16="http://schemas.microsoft.com/office/drawing/2014/main"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a16:creationId xmlns:a16="http://schemas.microsoft.com/office/drawing/2014/main"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a16:creationId xmlns:a16="http://schemas.microsoft.com/office/drawing/2014/main"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a16:creationId xmlns:a16="http://schemas.microsoft.com/office/drawing/2014/main"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a16:creationId xmlns:a16="http://schemas.microsoft.com/office/drawing/2014/main"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a16:creationId xmlns:a16="http://schemas.microsoft.com/office/drawing/2014/main"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a16:creationId xmlns:a16="http://schemas.microsoft.com/office/drawing/2014/main"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a16:creationId xmlns:a16="http://schemas.microsoft.com/office/drawing/2014/main"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a16:creationId xmlns:a16="http://schemas.microsoft.com/office/drawing/2014/main"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a16:creationId xmlns:a16="http://schemas.microsoft.com/office/drawing/2014/main"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a16:creationId xmlns:a16="http://schemas.microsoft.com/office/drawing/2014/main"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a16:creationId xmlns:a16="http://schemas.microsoft.com/office/drawing/2014/main"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a16:creationId xmlns:a16="http://schemas.microsoft.com/office/drawing/2014/main"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a16:creationId xmlns:a16="http://schemas.microsoft.com/office/drawing/2014/main"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a16:creationId xmlns:a16="http://schemas.microsoft.com/office/drawing/2014/main"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a16:creationId xmlns:a16="http://schemas.microsoft.com/office/drawing/2014/main"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a16:creationId xmlns:a16="http://schemas.microsoft.com/office/drawing/2014/main"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a16:creationId xmlns:a16="http://schemas.microsoft.com/office/drawing/2014/main"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a16:creationId xmlns:a16="http://schemas.microsoft.com/office/drawing/2014/main"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a16:creationId xmlns:a16="http://schemas.microsoft.com/office/drawing/2014/main"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a16:creationId xmlns:a16="http://schemas.microsoft.com/office/drawing/2014/main"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a16:creationId xmlns:a16="http://schemas.microsoft.com/office/drawing/2014/main"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a16:creationId xmlns:a16="http://schemas.microsoft.com/office/drawing/2014/main"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a16:creationId xmlns:a16="http://schemas.microsoft.com/office/drawing/2014/main"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a16:creationId xmlns:a16="http://schemas.microsoft.com/office/drawing/2014/main"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a16:creationId xmlns:a16="http://schemas.microsoft.com/office/drawing/2014/main"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a16:creationId xmlns:a16="http://schemas.microsoft.com/office/drawing/2014/main"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a16:creationId xmlns:a16="http://schemas.microsoft.com/office/drawing/2014/main"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a16:creationId xmlns:a16="http://schemas.microsoft.com/office/drawing/2014/main"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a16:creationId xmlns:a16="http://schemas.microsoft.com/office/drawing/2014/main"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a16:creationId xmlns:a16="http://schemas.microsoft.com/office/drawing/2014/main"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a16:creationId xmlns:a16="http://schemas.microsoft.com/office/drawing/2014/main"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a16:creationId xmlns:a16="http://schemas.microsoft.com/office/drawing/2014/main"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a16:creationId xmlns:a16="http://schemas.microsoft.com/office/drawing/2014/main"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a16:creationId xmlns:a16="http://schemas.microsoft.com/office/drawing/2014/main"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a16:creationId xmlns:a16="http://schemas.microsoft.com/office/drawing/2014/main"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a16:creationId xmlns:a16="http://schemas.microsoft.com/office/drawing/2014/main"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a16:creationId xmlns:a16="http://schemas.microsoft.com/office/drawing/2014/main"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a16:creationId xmlns:a16="http://schemas.microsoft.com/office/drawing/2014/main"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a16:creationId xmlns:a16="http://schemas.microsoft.com/office/drawing/2014/main"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a16:creationId xmlns:a16="http://schemas.microsoft.com/office/drawing/2014/main"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a16:creationId xmlns:a16="http://schemas.microsoft.com/office/drawing/2014/main"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a16:creationId xmlns:a16="http://schemas.microsoft.com/office/drawing/2014/main"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a16:creationId xmlns:a16="http://schemas.microsoft.com/office/drawing/2014/main"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a16:creationId xmlns:a16="http://schemas.microsoft.com/office/drawing/2014/main"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a16:creationId xmlns:a16="http://schemas.microsoft.com/office/drawing/2014/main"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a16:creationId xmlns:a16="http://schemas.microsoft.com/office/drawing/2014/main"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a16:creationId xmlns:a16="http://schemas.microsoft.com/office/drawing/2014/main"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a16:creationId xmlns:a16="http://schemas.microsoft.com/office/drawing/2014/main"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a16:creationId xmlns:a16="http://schemas.microsoft.com/office/drawing/2014/main"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a16:creationId xmlns:a16="http://schemas.microsoft.com/office/drawing/2014/main"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a16:creationId xmlns:a16="http://schemas.microsoft.com/office/drawing/2014/main"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a16:creationId xmlns:a16="http://schemas.microsoft.com/office/drawing/2014/main"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a16:creationId xmlns:a16="http://schemas.microsoft.com/office/drawing/2014/main"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a16:creationId xmlns:a16="http://schemas.microsoft.com/office/drawing/2014/main"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a16:creationId xmlns:a16="http://schemas.microsoft.com/office/drawing/2014/main"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a16:creationId xmlns:a16="http://schemas.microsoft.com/office/drawing/2014/main"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a16:creationId xmlns:a16="http://schemas.microsoft.com/office/drawing/2014/main"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a16:creationId xmlns:a16="http://schemas.microsoft.com/office/drawing/2014/main"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a16:creationId xmlns:a16="http://schemas.microsoft.com/office/drawing/2014/main"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a16:creationId xmlns:a16="http://schemas.microsoft.com/office/drawing/2014/main"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a16:creationId xmlns:a16="http://schemas.microsoft.com/office/drawing/2014/main"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a16:creationId xmlns:a16="http://schemas.microsoft.com/office/drawing/2014/main"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a16:creationId xmlns:a16="http://schemas.microsoft.com/office/drawing/2014/main"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a16:creationId xmlns:a16="http://schemas.microsoft.com/office/drawing/2014/main"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a16:creationId xmlns:a16="http://schemas.microsoft.com/office/drawing/2014/main"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a16:creationId xmlns:a16="http://schemas.microsoft.com/office/drawing/2014/main"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a16:creationId xmlns:a16="http://schemas.microsoft.com/office/drawing/2014/main"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a16:creationId xmlns:a16="http://schemas.microsoft.com/office/drawing/2014/main"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a16:creationId xmlns:a16="http://schemas.microsoft.com/office/drawing/2014/main"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a16:creationId xmlns:a16="http://schemas.microsoft.com/office/drawing/2014/main"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a16:creationId xmlns:a16="http://schemas.microsoft.com/office/drawing/2014/main"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a16:creationId xmlns:a16="http://schemas.microsoft.com/office/drawing/2014/main"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1074787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a16:creationId xmlns:a16="http://schemas.microsoft.com/office/drawing/2014/main"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a16:creationId xmlns:a16="http://schemas.microsoft.com/office/drawing/2014/main"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a16:creationId xmlns:a16="http://schemas.microsoft.com/office/drawing/2014/main"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a16:creationId xmlns:a16="http://schemas.microsoft.com/office/drawing/2014/main"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a16:creationId xmlns:a16="http://schemas.microsoft.com/office/drawing/2014/main"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a16:creationId xmlns:a16="http://schemas.microsoft.com/office/drawing/2014/main"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a16:creationId xmlns:a16="http://schemas.microsoft.com/office/drawing/2014/main"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a16:creationId xmlns:a16="http://schemas.microsoft.com/office/drawing/2014/main"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a16:creationId xmlns:a16="http://schemas.microsoft.com/office/drawing/2014/main"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a16:creationId xmlns:a16="http://schemas.microsoft.com/office/drawing/2014/main"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a16:creationId xmlns:a16="http://schemas.microsoft.com/office/drawing/2014/main"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a16:creationId xmlns:a16="http://schemas.microsoft.com/office/drawing/2014/main"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a16:creationId xmlns:a16="http://schemas.microsoft.com/office/drawing/2014/main"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a16:creationId xmlns:a16="http://schemas.microsoft.com/office/drawing/2014/main"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a16:creationId xmlns:a16="http://schemas.microsoft.com/office/drawing/2014/main"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a16:creationId xmlns:a16="http://schemas.microsoft.com/office/drawing/2014/main"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a16:creationId xmlns:a16="http://schemas.microsoft.com/office/drawing/2014/main"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a16:creationId xmlns:a16="http://schemas.microsoft.com/office/drawing/2014/main"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a16:creationId xmlns:a16="http://schemas.microsoft.com/office/drawing/2014/main"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a16:creationId xmlns:a16="http://schemas.microsoft.com/office/drawing/2014/main"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a16:creationId xmlns:a16="http://schemas.microsoft.com/office/drawing/2014/main"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a16:creationId xmlns:a16="http://schemas.microsoft.com/office/drawing/2014/main"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a16:creationId xmlns:a16="http://schemas.microsoft.com/office/drawing/2014/main"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a16:creationId xmlns:a16="http://schemas.microsoft.com/office/drawing/2014/main"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a16:creationId xmlns:a16="http://schemas.microsoft.com/office/drawing/2014/main"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a16:creationId xmlns:a16="http://schemas.microsoft.com/office/drawing/2014/main"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a16:creationId xmlns:a16="http://schemas.microsoft.com/office/drawing/2014/main"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a16:creationId xmlns:a16="http://schemas.microsoft.com/office/drawing/2014/main"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a16:creationId xmlns:a16="http://schemas.microsoft.com/office/drawing/2014/main"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a16:creationId xmlns:a16="http://schemas.microsoft.com/office/drawing/2014/main"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a16:creationId xmlns:a16="http://schemas.microsoft.com/office/drawing/2014/main"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a16:creationId xmlns:a16="http://schemas.microsoft.com/office/drawing/2014/main"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a16:creationId xmlns:a16="http://schemas.microsoft.com/office/drawing/2014/main"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a16:creationId xmlns:a16="http://schemas.microsoft.com/office/drawing/2014/main"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a16:creationId xmlns:a16="http://schemas.microsoft.com/office/drawing/2014/main"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a16:creationId xmlns:a16="http://schemas.microsoft.com/office/drawing/2014/main"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a16:creationId xmlns:a16="http://schemas.microsoft.com/office/drawing/2014/main"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p14:creationId xmlns:p14="http://schemas.microsoft.com/office/powerpoint/2010/main" val="44625087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a16:creationId xmlns:a16="http://schemas.microsoft.com/office/drawing/2014/main"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a16:creationId xmlns:a16="http://schemas.microsoft.com/office/drawing/2014/main"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a16:creationId xmlns:a16="http://schemas.microsoft.com/office/drawing/2014/main"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a16:creationId xmlns:a16="http://schemas.microsoft.com/office/drawing/2014/main"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a16:creationId xmlns:a16="http://schemas.microsoft.com/office/drawing/2014/main"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a16:creationId xmlns:a16="http://schemas.microsoft.com/office/drawing/2014/main"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a16:creationId xmlns:a16="http://schemas.microsoft.com/office/drawing/2014/main"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a16:creationId xmlns:a16="http://schemas.microsoft.com/office/drawing/2014/main"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a16:creationId xmlns:a16="http://schemas.microsoft.com/office/drawing/2014/main"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a16:creationId xmlns:a16="http://schemas.microsoft.com/office/drawing/2014/main"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a16:creationId xmlns:a16="http://schemas.microsoft.com/office/drawing/2014/main"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a16:creationId xmlns:a16="http://schemas.microsoft.com/office/drawing/2014/main"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a16:creationId xmlns:a16="http://schemas.microsoft.com/office/drawing/2014/main"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a16:creationId xmlns:a16="http://schemas.microsoft.com/office/drawing/2014/main"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a16:creationId xmlns:a16="http://schemas.microsoft.com/office/drawing/2014/main"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a16:creationId xmlns:a16="http://schemas.microsoft.com/office/drawing/2014/main"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a16:creationId xmlns:a16="http://schemas.microsoft.com/office/drawing/2014/main"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a16:creationId xmlns:a16="http://schemas.microsoft.com/office/drawing/2014/main"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a16:creationId xmlns:a16="http://schemas.microsoft.com/office/drawing/2014/main"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a16:creationId xmlns:a16="http://schemas.microsoft.com/office/drawing/2014/main"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a16:creationId xmlns:a16="http://schemas.microsoft.com/office/drawing/2014/main"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a16:creationId xmlns:a16="http://schemas.microsoft.com/office/drawing/2014/main"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a16:creationId xmlns:a16="http://schemas.microsoft.com/office/drawing/2014/main"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a16:creationId xmlns:a16="http://schemas.microsoft.com/office/drawing/2014/main"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a16:creationId xmlns:a16="http://schemas.microsoft.com/office/drawing/2014/main"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a16:creationId xmlns:a16="http://schemas.microsoft.com/office/drawing/2014/main"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a16:creationId xmlns:a16="http://schemas.microsoft.com/office/drawing/2014/main"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a16:creationId xmlns:a16="http://schemas.microsoft.com/office/drawing/2014/main"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a16:creationId xmlns:a16="http://schemas.microsoft.com/office/drawing/2014/main"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a16:creationId xmlns:a16="http://schemas.microsoft.com/office/drawing/2014/main"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a16:creationId xmlns:a16="http://schemas.microsoft.com/office/drawing/2014/main"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a16:creationId xmlns:a16="http://schemas.microsoft.com/office/drawing/2014/main"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a16:creationId xmlns:a16="http://schemas.microsoft.com/office/drawing/2014/main"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a16:creationId xmlns:a16="http://schemas.microsoft.com/office/drawing/2014/main"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a16:creationId xmlns:a16="http://schemas.microsoft.com/office/drawing/2014/main"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a16:creationId xmlns:a16="http://schemas.microsoft.com/office/drawing/2014/main"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a16:creationId xmlns:a16="http://schemas.microsoft.com/office/drawing/2014/main"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a16:creationId xmlns:a16="http://schemas.microsoft.com/office/drawing/2014/main"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a16:creationId xmlns:a16="http://schemas.microsoft.com/office/drawing/2014/main"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a16:creationId xmlns:a16="http://schemas.microsoft.com/office/drawing/2014/main"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a16:creationId xmlns:a16="http://schemas.microsoft.com/office/drawing/2014/main"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21682941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a16:creationId xmlns:a16="http://schemas.microsoft.com/office/drawing/2014/main"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a16:creationId xmlns:a16="http://schemas.microsoft.com/office/drawing/2014/main"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a16:creationId xmlns:a16="http://schemas.microsoft.com/office/drawing/2014/main"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a16:creationId xmlns:a16="http://schemas.microsoft.com/office/drawing/2014/main"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a16:creationId xmlns:a16="http://schemas.microsoft.com/office/drawing/2014/main"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a16:creationId xmlns:a16="http://schemas.microsoft.com/office/drawing/2014/main"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a16:creationId xmlns:a16="http://schemas.microsoft.com/office/drawing/2014/main"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a16:creationId xmlns:a16="http://schemas.microsoft.com/office/drawing/2014/main"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a16:creationId xmlns:a16="http://schemas.microsoft.com/office/drawing/2014/main"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a16:creationId xmlns:a16="http://schemas.microsoft.com/office/drawing/2014/main"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a16:creationId xmlns:a16="http://schemas.microsoft.com/office/drawing/2014/main"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a16:creationId xmlns:a16="http://schemas.microsoft.com/office/drawing/2014/main"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a16:creationId xmlns:a16="http://schemas.microsoft.com/office/drawing/2014/main"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a16:creationId xmlns:a16="http://schemas.microsoft.com/office/drawing/2014/main"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a16:creationId xmlns:a16="http://schemas.microsoft.com/office/drawing/2014/main"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a16:creationId xmlns:a16="http://schemas.microsoft.com/office/drawing/2014/main"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a16:creationId xmlns:a16="http://schemas.microsoft.com/office/drawing/2014/main"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a16:creationId xmlns:a16="http://schemas.microsoft.com/office/drawing/2014/main"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a16:creationId xmlns:a16="http://schemas.microsoft.com/office/drawing/2014/main"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a16:creationId xmlns:a16="http://schemas.microsoft.com/office/drawing/2014/main"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a16:creationId xmlns:a16="http://schemas.microsoft.com/office/drawing/2014/main"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a16:creationId xmlns:a16="http://schemas.microsoft.com/office/drawing/2014/main"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a16:creationId xmlns:a16="http://schemas.microsoft.com/office/drawing/2014/main"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a16:creationId xmlns:a16="http://schemas.microsoft.com/office/drawing/2014/main"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a16:creationId xmlns:a16="http://schemas.microsoft.com/office/drawing/2014/main"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a16:creationId xmlns:a16="http://schemas.microsoft.com/office/drawing/2014/main"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a16:creationId xmlns:a16="http://schemas.microsoft.com/office/drawing/2014/main"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a16:creationId xmlns:a16="http://schemas.microsoft.com/office/drawing/2014/main"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a16:creationId xmlns:a16="http://schemas.microsoft.com/office/drawing/2014/main"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a16:creationId xmlns:a16="http://schemas.microsoft.com/office/drawing/2014/main"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a16:creationId xmlns:a16="http://schemas.microsoft.com/office/drawing/2014/main"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a16:creationId xmlns:a16="http://schemas.microsoft.com/office/drawing/2014/main"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a16:creationId xmlns:a16="http://schemas.microsoft.com/office/drawing/2014/main"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a16:creationId xmlns:a16="http://schemas.microsoft.com/office/drawing/2014/main"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a16:creationId xmlns:a16="http://schemas.microsoft.com/office/drawing/2014/main"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a16:creationId xmlns:a16="http://schemas.microsoft.com/office/drawing/2014/main"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a16:creationId xmlns:a16="http://schemas.microsoft.com/office/drawing/2014/main"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a16:creationId xmlns:a16="http://schemas.microsoft.com/office/drawing/2014/main"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a16:creationId xmlns:a16="http://schemas.microsoft.com/office/drawing/2014/main"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a16:creationId xmlns:a16="http://schemas.microsoft.com/office/drawing/2014/main"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a16:creationId xmlns:a16="http://schemas.microsoft.com/office/drawing/2014/main"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a16:creationId xmlns:a16="http://schemas.microsoft.com/office/drawing/2014/main"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a16:creationId xmlns:a16="http://schemas.microsoft.com/office/drawing/2014/main"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a16:creationId xmlns:a16="http://schemas.microsoft.com/office/drawing/2014/main"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a16:creationId xmlns:a16="http://schemas.microsoft.com/office/drawing/2014/main"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a16:creationId xmlns:a16="http://schemas.microsoft.com/office/drawing/2014/main"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a16:creationId xmlns:a16="http://schemas.microsoft.com/office/drawing/2014/main"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a16:creationId xmlns:a16="http://schemas.microsoft.com/office/drawing/2014/main"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a16:creationId xmlns:a16="http://schemas.microsoft.com/office/drawing/2014/main"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a16:creationId xmlns:a16="http://schemas.microsoft.com/office/drawing/2014/main"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a16:creationId xmlns:a16="http://schemas.microsoft.com/office/drawing/2014/main"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a16:creationId xmlns:a16="http://schemas.microsoft.com/office/drawing/2014/main"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a16:creationId xmlns:a16="http://schemas.microsoft.com/office/drawing/2014/main"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a16:creationId xmlns:a16="http://schemas.microsoft.com/office/drawing/2014/main"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a16:creationId xmlns:a16="http://schemas.microsoft.com/office/drawing/2014/main"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a16:creationId xmlns:a16="http://schemas.microsoft.com/office/drawing/2014/main"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1276044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a16:creationId xmlns:a16="http://schemas.microsoft.com/office/drawing/2014/main"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a16:creationId xmlns:a16="http://schemas.microsoft.com/office/drawing/2014/main"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a16:creationId xmlns:a16="http://schemas.microsoft.com/office/drawing/2014/main"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a16:creationId xmlns:a16="http://schemas.microsoft.com/office/drawing/2014/main"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a16:creationId xmlns:a16="http://schemas.microsoft.com/office/drawing/2014/main"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a16:creationId xmlns:a16="http://schemas.microsoft.com/office/drawing/2014/main"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a16:creationId xmlns:a16="http://schemas.microsoft.com/office/drawing/2014/main"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a16:creationId xmlns:a16="http://schemas.microsoft.com/office/drawing/2014/main"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a16:creationId xmlns:a16="http://schemas.microsoft.com/office/drawing/2014/main"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p14:creationId xmlns:p14="http://schemas.microsoft.com/office/powerpoint/2010/main" val="412363102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a16:creationId xmlns:a16="http://schemas.microsoft.com/office/drawing/2014/main"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a16:creationId xmlns:a16="http://schemas.microsoft.com/office/drawing/2014/main"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a16:creationId xmlns:a16="http://schemas.microsoft.com/office/drawing/2014/main"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a16:creationId xmlns:a16="http://schemas.microsoft.com/office/drawing/2014/main"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a16:creationId xmlns:a16="http://schemas.microsoft.com/office/drawing/2014/main"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a16:creationId xmlns:a16="http://schemas.microsoft.com/office/drawing/2014/main"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a16:creationId xmlns:a16="http://schemas.microsoft.com/office/drawing/2014/main"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a16:creationId xmlns:a16="http://schemas.microsoft.com/office/drawing/2014/main"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a16:creationId xmlns:a16="http://schemas.microsoft.com/office/drawing/2014/main"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a16:creationId xmlns:a16="http://schemas.microsoft.com/office/drawing/2014/main"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a16:creationId xmlns:a16="http://schemas.microsoft.com/office/drawing/2014/main"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216023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a16:creationId xmlns:a16="http://schemas.microsoft.com/office/drawing/2014/main"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a16:creationId xmlns:a16="http://schemas.microsoft.com/office/drawing/2014/main"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a16:creationId xmlns:a16="http://schemas.microsoft.com/office/drawing/2014/main"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a16:creationId xmlns:a16="http://schemas.microsoft.com/office/drawing/2014/main"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a16:creationId xmlns:a16="http://schemas.microsoft.com/office/drawing/2014/main"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a16:creationId xmlns:a16="http://schemas.microsoft.com/office/drawing/2014/main"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a16:creationId xmlns:a16="http://schemas.microsoft.com/office/drawing/2014/main"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a16:creationId xmlns:a16="http://schemas.microsoft.com/office/drawing/2014/main"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a16:creationId xmlns:a16="http://schemas.microsoft.com/office/drawing/2014/main"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a16:creationId xmlns:a16="http://schemas.microsoft.com/office/drawing/2014/main"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a16:creationId xmlns:a16="http://schemas.microsoft.com/office/drawing/2014/main"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a16:creationId xmlns:a16="http://schemas.microsoft.com/office/drawing/2014/main"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a16:creationId xmlns:a16="http://schemas.microsoft.com/office/drawing/2014/main"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a16:creationId xmlns:a16="http://schemas.microsoft.com/office/drawing/2014/main"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a16:creationId xmlns:a16="http://schemas.microsoft.com/office/drawing/2014/main"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a16:creationId xmlns:a16="http://schemas.microsoft.com/office/drawing/2014/main"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a16:creationId xmlns:a16="http://schemas.microsoft.com/office/drawing/2014/main"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a16:creationId xmlns:a16="http://schemas.microsoft.com/office/drawing/2014/main"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a16:creationId xmlns:a16="http://schemas.microsoft.com/office/drawing/2014/main"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a16:creationId xmlns:a16="http://schemas.microsoft.com/office/drawing/2014/main"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a16:creationId xmlns:a16="http://schemas.microsoft.com/office/drawing/2014/main"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a16:creationId xmlns:a16="http://schemas.microsoft.com/office/drawing/2014/main"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a16:creationId xmlns:a16="http://schemas.microsoft.com/office/drawing/2014/main"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a16:creationId xmlns:a16="http://schemas.microsoft.com/office/drawing/2014/main"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a16:creationId xmlns:a16="http://schemas.microsoft.com/office/drawing/2014/main"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a16:creationId xmlns:a16="http://schemas.microsoft.com/office/drawing/2014/main"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a16:creationId xmlns:a16="http://schemas.microsoft.com/office/drawing/2014/main"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a16:creationId xmlns:a16="http://schemas.microsoft.com/office/drawing/2014/main"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a16:creationId xmlns:a16="http://schemas.microsoft.com/office/drawing/2014/main"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a16:creationId xmlns:a16="http://schemas.microsoft.com/office/drawing/2014/main"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a16:creationId xmlns:a16="http://schemas.microsoft.com/office/drawing/2014/main"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a16:creationId xmlns:a16="http://schemas.microsoft.com/office/drawing/2014/main"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a16:creationId xmlns:a16="http://schemas.microsoft.com/office/drawing/2014/main"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a16:creationId xmlns:a16="http://schemas.microsoft.com/office/drawing/2014/main"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a16:creationId xmlns:a16="http://schemas.microsoft.com/office/drawing/2014/main"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a16:creationId xmlns:a16="http://schemas.microsoft.com/office/drawing/2014/main"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a16:creationId xmlns:a16="http://schemas.microsoft.com/office/drawing/2014/main"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a16:creationId xmlns:a16="http://schemas.microsoft.com/office/drawing/2014/main"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a16:creationId xmlns:a16="http://schemas.microsoft.com/office/drawing/2014/main"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a16:creationId xmlns:a16="http://schemas.microsoft.com/office/drawing/2014/main"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a16:creationId xmlns:a16="http://schemas.microsoft.com/office/drawing/2014/main"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a16:creationId xmlns:a16="http://schemas.microsoft.com/office/drawing/2014/main"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a16:creationId xmlns:a16="http://schemas.microsoft.com/office/drawing/2014/main"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a16:creationId xmlns:a16="http://schemas.microsoft.com/office/drawing/2014/main"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a16:creationId xmlns:a16="http://schemas.microsoft.com/office/drawing/2014/main"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a16:creationId xmlns:a16="http://schemas.microsoft.com/office/drawing/2014/main"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a16:creationId xmlns:a16="http://schemas.microsoft.com/office/drawing/2014/main"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a16:creationId xmlns:a16="http://schemas.microsoft.com/office/drawing/2014/main"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a16:creationId xmlns:a16="http://schemas.microsoft.com/office/drawing/2014/main"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a16:creationId xmlns:a16="http://schemas.microsoft.com/office/drawing/2014/main"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a16:creationId xmlns:a16="http://schemas.microsoft.com/office/drawing/2014/main"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a16:creationId xmlns:a16="http://schemas.microsoft.com/office/drawing/2014/main"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a16:creationId xmlns:a16="http://schemas.microsoft.com/office/drawing/2014/main"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a16:creationId xmlns:a16="http://schemas.microsoft.com/office/drawing/2014/main"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a16:creationId xmlns:a16="http://schemas.microsoft.com/office/drawing/2014/main"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a16:creationId xmlns:a16="http://schemas.microsoft.com/office/drawing/2014/main"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a16:creationId xmlns:a16="http://schemas.microsoft.com/office/drawing/2014/main"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a16:creationId xmlns:a16="http://schemas.microsoft.com/office/drawing/2014/main"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a16:creationId xmlns:a16="http://schemas.microsoft.com/office/drawing/2014/main"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a16:creationId xmlns:a16="http://schemas.microsoft.com/office/drawing/2014/main"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a16:creationId xmlns:a16="http://schemas.microsoft.com/office/drawing/2014/main"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a16:creationId xmlns:a16="http://schemas.microsoft.com/office/drawing/2014/main"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a16:creationId xmlns:a16="http://schemas.microsoft.com/office/drawing/2014/main"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a16:creationId xmlns:a16="http://schemas.microsoft.com/office/drawing/2014/main"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a16:creationId xmlns:a16="http://schemas.microsoft.com/office/drawing/2014/main"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a16:creationId xmlns:a16="http://schemas.microsoft.com/office/drawing/2014/main"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a16:creationId xmlns:a16="http://schemas.microsoft.com/office/drawing/2014/main"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a16:creationId xmlns:a16="http://schemas.microsoft.com/office/drawing/2014/main"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a16:creationId xmlns:a16="http://schemas.microsoft.com/office/drawing/2014/main"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a16:creationId xmlns:a16="http://schemas.microsoft.com/office/drawing/2014/main"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a16:creationId xmlns:a16="http://schemas.microsoft.com/office/drawing/2014/main"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a16:creationId xmlns:a16="http://schemas.microsoft.com/office/drawing/2014/main"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a16:creationId xmlns:a16="http://schemas.microsoft.com/office/drawing/2014/main"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a16:creationId xmlns:a16="http://schemas.microsoft.com/office/drawing/2014/main"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a16:creationId xmlns:a16="http://schemas.microsoft.com/office/drawing/2014/main"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a16:creationId xmlns:a16="http://schemas.microsoft.com/office/drawing/2014/main"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a16:creationId xmlns:a16="http://schemas.microsoft.com/office/drawing/2014/main"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a16:creationId xmlns:a16="http://schemas.microsoft.com/office/drawing/2014/main"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a16:creationId xmlns:a16="http://schemas.microsoft.com/office/drawing/2014/main"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a16:creationId xmlns:a16="http://schemas.microsoft.com/office/drawing/2014/main"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a16:creationId xmlns:a16="http://schemas.microsoft.com/office/drawing/2014/main"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a16:creationId xmlns:a16="http://schemas.microsoft.com/office/drawing/2014/main"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a16:creationId xmlns:a16="http://schemas.microsoft.com/office/drawing/2014/main"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a16:creationId xmlns:a16="http://schemas.microsoft.com/office/drawing/2014/main"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a16:creationId xmlns:a16="http://schemas.microsoft.com/office/drawing/2014/main"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a16:creationId xmlns:a16="http://schemas.microsoft.com/office/drawing/2014/main"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a16:creationId xmlns:a16="http://schemas.microsoft.com/office/drawing/2014/main"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a16:creationId xmlns:a16="http://schemas.microsoft.com/office/drawing/2014/main"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a16:creationId xmlns:a16="http://schemas.microsoft.com/office/drawing/2014/main"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a16:creationId xmlns:a16="http://schemas.microsoft.com/office/drawing/2014/main"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a16:creationId xmlns:a16="http://schemas.microsoft.com/office/drawing/2014/main"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a16:creationId xmlns:a16="http://schemas.microsoft.com/office/drawing/2014/main"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a16:creationId xmlns:a16="http://schemas.microsoft.com/office/drawing/2014/main"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a16:creationId xmlns:a16="http://schemas.microsoft.com/office/drawing/2014/main"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a16:creationId xmlns:a16="http://schemas.microsoft.com/office/drawing/2014/main"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a16:creationId xmlns:a16="http://schemas.microsoft.com/office/drawing/2014/main"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a16:creationId xmlns:a16="http://schemas.microsoft.com/office/drawing/2014/main"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a16:creationId xmlns:a16="http://schemas.microsoft.com/office/drawing/2014/main"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a16:creationId xmlns:a16="http://schemas.microsoft.com/office/drawing/2014/main"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a16:creationId xmlns:a16="http://schemas.microsoft.com/office/drawing/2014/main"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a16:creationId xmlns:a16="http://schemas.microsoft.com/office/drawing/2014/main"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a16:creationId xmlns:a16="http://schemas.microsoft.com/office/drawing/2014/main"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a16:creationId xmlns:a16="http://schemas.microsoft.com/office/drawing/2014/main"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a16:creationId xmlns:a16="http://schemas.microsoft.com/office/drawing/2014/main"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a16:creationId xmlns:a16="http://schemas.microsoft.com/office/drawing/2014/main"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a16:creationId xmlns:a16="http://schemas.microsoft.com/office/drawing/2014/main"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a16:creationId xmlns:a16="http://schemas.microsoft.com/office/drawing/2014/main"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a16:creationId xmlns:a16="http://schemas.microsoft.com/office/drawing/2014/main"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a16:creationId xmlns:a16="http://schemas.microsoft.com/office/drawing/2014/main"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a16:creationId xmlns:a16="http://schemas.microsoft.com/office/drawing/2014/main"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a16:creationId xmlns:a16="http://schemas.microsoft.com/office/drawing/2014/main"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a16:creationId xmlns:a16="http://schemas.microsoft.com/office/drawing/2014/main"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a16:creationId xmlns:a16="http://schemas.microsoft.com/office/drawing/2014/main"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a16:creationId xmlns:a16="http://schemas.microsoft.com/office/drawing/2014/main"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a16:creationId xmlns:a16="http://schemas.microsoft.com/office/drawing/2014/main"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a16:creationId xmlns:a16="http://schemas.microsoft.com/office/drawing/2014/main"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a16:creationId xmlns:a16="http://schemas.microsoft.com/office/drawing/2014/main"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a16:creationId xmlns:a16="http://schemas.microsoft.com/office/drawing/2014/main"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a16:creationId xmlns:a16="http://schemas.microsoft.com/office/drawing/2014/main"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a16:creationId xmlns:a16="http://schemas.microsoft.com/office/drawing/2014/main"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a16:creationId xmlns:a16="http://schemas.microsoft.com/office/drawing/2014/main"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a16:creationId xmlns:a16="http://schemas.microsoft.com/office/drawing/2014/main"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a16:creationId xmlns:a16="http://schemas.microsoft.com/office/drawing/2014/main"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a16:creationId xmlns:a16="http://schemas.microsoft.com/office/drawing/2014/main"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a16:creationId xmlns:a16="http://schemas.microsoft.com/office/drawing/2014/main"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a16:creationId xmlns:a16="http://schemas.microsoft.com/office/drawing/2014/main"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a16:creationId xmlns:a16="http://schemas.microsoft.com/office/drawing/2014/main"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a16:creationId xmlns:a16="http://schemas.microsoft.com/office/drawing/2014/main"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a16:creationId xmlns:a16="http://schemas.microsoft.com/office/drawing/2014/main"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a16:creationId xmlns:a16="http://schemas.microsoft.com/office/drawing/2014/main"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a16:creationId xmlns:a16="http://schemas.microsoft.com/office/drawing/2014/main"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a16:creationId xmlns:a16="http://schemas.microsoft.com/office/drawing/2014/main"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a16:creationId xmlns:a16="http://schemas.microsoft.com/office/drawing/2014/main"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a16:creationId xmlns:a16="http://schemas.microsoft.com/office/drawing/2014/main"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a16:creationId xmlns:a16="http://schemas.microsoft.com/office/drawing/2014/main"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a16:creationId xmlns:a16="http://schemas.microsoft.com/office/drawing/2014/main"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a16:creationId xmlns:a16="http://schemas.microsoft.com/office/drawing/2014/main"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0227439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a16:creationId xmlns:a16="http://schemas.microsoft.com/office/drawing/2014/main"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a16:creationId xmlns:a16="http://schemas.microsoft.com/office/drawing/2014/main"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a16:creationId xmlns:a16="http://schemas.microsoft.com/office/drawing/2014/main"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a16:creationId xmlns:a16="http://schemas.microsoft.com/office/drawing/2014/main"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a16:creationId xmlns:a16="http://schemas.microsoft.com/office/drawing/2014/main"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a16:creationId xmlns:a16="http://schemas.microsoft.com/office/drawing/2014/main"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a16:creationId xmlns:a16="http://schemas.microsoft.com/office/drawing/2014/main"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a16:creationId xmlns:a16="http://schemas.microsoft.com/office/drawing/2014/main"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a16:creationId xmlns:a16="http://schemas.microsoft.com/office/drawing/2014/main"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a16:creationId xmlns:a16="http://schemas.microsoft.com/office/drawing/2014/main"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a16:creationId xmlns:a16="http://schemas.microsoft.com/office/drawing/2014/main"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a16:creationId xmlns:a16="http://schemas.microsoft.com/office/drawing/2014/main"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a16:creationId xmlns:a16="http://schemas.microsoft.com/office/drawing/2014/main"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a16:creationId xmlns:a16="http://schemas.microsoft.com/office/drawing/2014/main"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a16:creationId xmlns:a16="http://schemas.microsoft.com/office/drawing/2014/main"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a16:creationId xmlns:a16="http://schemas.microsoft.com/office/drawing/2014/main"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a16:creationId xmlns:a16="http://schemas.microsoft.com/office/drawing/2014/main"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a16:creationId xmlns:a16="http://schemas.microsoft.com/office/drawing/2014/main"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a16:creationId xmlns:a16="http://schemas.microsoft.com/office/drawing/2014/main"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a16:creationId xmlns:a16="http://schemas.microsoft.com/office/drawing/2014/main"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a16:creationId xmlns:a16="http://schemas.microsoft.com/office/drawing/2014/main"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a16:creationId xmlns:a16="http://schemas.microsoft.com/office/drawing/2014/main"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a16:creationId xmlns:a16="http://schemas.microsoft.com/office/drawing/2014/main"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a16:creationId xmlns:a16="http://schemas.microsoft.com/office/drawing/2014/main"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a16:creationId xmlns:a16="http://schemas.microsoft.com/office/drawing/2014/main"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a16:creationId xmlns:a16="http://schemas.microsoft.com/office/drawing/2014/main"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a16:creationId xmlns:a16="http://schemas.microsoft.com/office/drawing/2014/main"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a16:creationId xmlns:a16="http://schemas.microsoft.com/office/drawing/2014/main"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a16:creationId xmlns:a16="http://schemas.microsoft.com/office/drawing/2014/main"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a16:creationId xmlns:a16="http://schemas.microsoft.com/office/drawing/2014/main"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a16:creationId xmlns:a16="http://schemas.microsoft.com/office/drawing/2014/main"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a16:creationId xmlns:a16="http://schemas.microsoft.com/office/drawing/2014/main"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a16:creationId xmlns:a16="http://schemas.microsoft.com/office/drawing/2014/main"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a16:creationId xmlns:a16="http://schemas.microsoft.com/office/drawing/2014/main"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a16:creationId xmlns:a16="http://schemas.microsoft.com/office/drawing/2014/main"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a16:creationId xmlns:a16="http://schemas.microsoft.com/office/drawing/2014/main"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a16:creationId xmlns:a16="http://schemas.microsoft.com/office/drawing/2014/main"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a16:creationId xmlns:a16="http://schemas.microsoft.com/office/drawing/2014/main"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a16:creationId xmlns:a16="http://schemas.microsoft.com/office/drawing/2014/main"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a16:creationId xmlns:a16="http://schemas.microsoft.com/office/drawing/2014/main"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a16:creationId xmlns:a16="http://schemas.microsoft.com/office/drawing/2014/main"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a16:creationId xmlns:a16="http://schemas.microsoft.com/office/drawing/2014/main"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13147761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a16:creationId xmlns:a16="http://schemas.microsoft.com/office/drawing/2014/main"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a16:creationId xmlns:a16="http://schemas.microsoft.com/office/drawing/2014/main"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a16:creationId xmlns:a16="http://schemas.microsoft.com/office/drawing/2014/main"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a16:creationId xmlns:a16="http://schemas.microsoft.com/office/drawing/2014/main"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a16:creationId xmlns:a16="http://schemas.microsoft.com/office/drawing/2014/main"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a16:creationId xmlns:a16="http://schemas.microsoft.com/office/drawing/2014/main"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a16:creationId xmlns:a16="http://schemas.microsoft.com/office/drawing/2014/main"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a16:creationId xmlns:a16="http://schemas.microsoft.com/office/drawing/2014/main"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a16:creationId xmlns:a16="http://schemas.microsoft.com/office/drawing/2014/main"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a16:creationId xmlns:a16="http://schemas.microsoft.com/office/drawing/2014/main"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a16:creationId xmlns:a16="http://schemas.microsoft.com/office/drawing/2014/main"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a16:creationId xmlns:a16="http://schemas.microsoft.com/office/drawing/2014/main"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412877193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a16:creationId xmlns:a16="http://schemas.microsoft.com/office/drawing/2014/main"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a16:creationId xmlns:a16="http://schemas.microsoft.com/office/drawing/2014/main"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a16:creationId xmlns:a16="http://schemas.microsoft.com/office/drawing/2014/main"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a16:creationId xmlns:a16="http://schemas.microsoft.com/office/drawing/2014/main"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a16:creationId xmlns:a16="http://schemas.microsoft.com/office/drawing/2014/main"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a16:creationId xmlns:a16="http://schemas.microsoft.com/office/drawing/2014/main"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a16:creationId xmlns:a16="http://schemas.microsoft.com/office/drawing/2014/main"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a16:creationId xmlns:a16="http://schemas.microsoft.com/office/drawing/2014/main"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a16:creationId xmlns:a16="http://schemas.microsoft.com/office/drawing/2014/main"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a16:creationId xmlns:a16="http://schemas.microsoft.com/office/drawing/2014/main"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a16:creationId xmlns:a16="http://schemas.microsoft.com/office/drawing/2014/main"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a16:creationId xmlns:a16="http://schemas.microsoft.com/office/drawing/2014/main"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a16:creationId xmlns:a16="http://schemas.microsoft.com/office/drawing/2014/main"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a16:creationId xmlns:a16="http://schemas.microsoft.com/office/drawing/2014/main"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a16:creationId xmlns:a16="http://schemas.microsoft.com/office/drawing/2014/main"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a16:creationId xmlns:a16="http://schemas.microsoft.com/office/drawing/2014/main"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a16:creationId xmlns:a16="http://schemas.microsoft.com/office/drawing/2014/main"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a16:creationId xmlns:a16="http://schemas.microsoft.com/office/drawing/2014/main"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a16:creationId xmlns:a16="http://schemas.microsoft.com/office/drawing/2014/main"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a16:creationId xmlns:a16="http://schemas.microsoft.com/office/drawing/2014/main"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a16:creationId xmlns:a16="http://schemas.microsoft.com/office/drawing/2014/main"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a16:creationId xmlns:a16="http://schemas.microsoft.com/office/drawing/2014/main"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a16:creationId xmlns:a16="http://schemas.microsoft.com/office/drawing/2014/main"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a16:creationId xmlns:a16="http://schemas.microsoft.com/office/drawing/2014/main"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4957451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a16:creationId xmlns:a16="http://schemas.microsoft.com/office/drawing/2014/main"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a16:creationId xmlns:a16="http://schemas.microsoft.com/office/drawing/2014/main"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a16:creationId xmlns:a16="http://schemas.microsoft.com/office/drawing/2014/main"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a16:creationId xmlns:a16="http://schemas.microsoft.com/office/drawing/2014/main"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a16:creationId xmlns:a16="http://schemas.microsoft.com/office/drawing/2014/main"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a16:creationId xmlns:a16="http://schemas.microsoft.com/office/drawing/2014/main"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a16:creationId xmlns:a16="http://schemas.microsoft.com/office/drawing/2014/main"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a16:creationId xmlns:a16="http://schemas.microsoft.com/office/drawing/2014/main"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a16:creationId xmlns:a16="http://schemas.microsoft.com/office/drawing/2014/main"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a16:creationId xmlns:a16="http://schemas.microsoft.com/office/drawing/2014/main"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a16:creationId xmlns:a16="http://schemas.microsoft.com/office/drawing/2014/main"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a16:creationId xmlns:a16="http://schemas.microsoft.com/office/drawing/2014/main"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a16:creationId xmlns:a16="http://schemas.microsoft.com/office/drawing/2014/main"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a16:creationId xmlns:a16="http://schemas.microsoft.com/office/drawing/2014/main"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a16:creationId xmlns:a16="http://schemas.microsoft.com/office/drawing/2014/main"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a16:creationId xmlns:a16="http://schemas.microsoft.com/office/drawing/2014/main"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a16:creationId xmlns:a16="http://schemas.microsoft.com/office/drawing/2014/main"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a16:creationId xmlns:a16="http://schemas.microsoft.com/office/drawing/2014/main"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81945037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a16:creationId xmlns:a16="http://schemas.microsoft.com/office/drawing/2014/main"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a16:creationId xmlns:a16="http://schemas.microsoft.com/office/drawing/2014/main"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a16:creationId xmlns:a16="http://schemas.microsoft.com/office/drawing/2014/main"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a16:creationId xmlns:a16="http://schemas.microsoft.com/office/drawing/2014/main"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a16:creationId xmlns:a16="http://schemas.microsoft.com/office/drawing/2014/main"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a16:creationId xmlns:a16="http://schemas.microsoft.com/office/drawing/2014/main"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a16:creationId xmlns:a16="http://schemas.microsoft.com/office/drawing/2014/main"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a16:creationId xmlns:a16="http://schemas.microsoft.com/office/drawing/2014/main"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a16:creationId xmlns:a16="http://schemas.microsoft.com/office/drawing/2014/main"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a16:creationId xmlns:a16="http://schemas.microsoft.com/office/drawing/2014/main"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a16:creationId xmlns:a16="http://schemas.microsoft.com/office/drawing/2014/main"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a16:creationId xmlns:a16="http://schemas.microsoft.com/office/drawing/2014/main"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a16:creationId xmlns:a16="http://schemas.microsoft.com/office/drawing/2014/main"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a16:creationId xmlns:a16="http://schemas.microsoft.com/office/drawing/2014/main"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a16:creationId xmlns:a16="http://schemas.microsoft.com/office/drawing/2014/main"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a16:creationId xmlns:a16="http://schemas.microsoft.com/office/drawing/2014/main"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a16:creationId xmlns:a16="http://schemas.microsoft.com/office/drawing/2014/main"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a16:creationId xmlns:a16="http://schemas.microsoft.com/office/drawing/2014/main"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a16:creationId xmlns:a16="http://schemas.microsoft.com/office/drawing/2014/main"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a16:creationId xmlns:a16="http://schemas.microsoft.com/office/drawing/2014/main"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a16:creationId xmlns:a16="http://schemas.microsoft.com/office/drawing/2014/main"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a16:creationId xmlns:a16="http://schemas.microsoft.com/office/drawing/2014/main"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a16:creationId xmlns:a16="http://schemas.microsoft.com/office/drawing/2014/main"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a16:creationId xmlns:a16="http://schemas.microsoft.com/office/drawing/2014/main"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a16:creationId xmlns:a16="http://schemas.microsoft.com/office/drawing/2014/main"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a16:creationId xmlns:a16="http://schemas.microsoft.com/office/drawing/2014/main"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a16:creationId xmlns:a16="http://schemas.microsoft.com/office/drawing/2014/main"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a16:creationId xmlns:a16="http://schemas.microsoft.com/office/drawing/2014/main"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a16:creationId xmlns:a16="http://schemas.microsoft.com/office/drawing/2014/main"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a16:creationId xmlns:a16="http://schemas.microsoft.com/office/drawing/2014/main"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623370038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a16:creationId xmlns:a16="http://schemas.microsoft.com/office/drawing/2014/main"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a16:creationId xmlns:a16="http://schemas.microsoft.com/office/drawing/2014/main"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a16:creationId xmlns:a16="http://schemas.microsoft.com/office/drawing/2014/main"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a16:creationId xmlns:a16="http://schemas.microsoft.com/office/drawing/2014/main"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a16:creationId xmlns:a16="http://schemas.microsoft.com/office/drawing/2014/main"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a16:creationId xmlns:a16="http://schemas.microsoft.com/office/drawing/2014/main"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a16:creationId xmlns:a16="http://schemas.microsoft.com/office/drawing/2014/main"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a16:creationId xmlns:a16="http://schemas.microsoft.com/office/drawing/2014/main"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a16:creationId xmlns:a16="http://schemas.microsoft.com/office/drawing/2014/main"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a16:creationId xmlns:a16="http://schemas.microsoft.com/office/drawing/2014/main"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a16:creationId xmlns:a16="http://schemas.microsoft.com/office/drawing/2014/main"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a16:creationId xmlns:a16="http://schemas.microsoft.com/office/drawing/2014/main"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a16:creationId xmlns:a16="http://schemas.microsoft.com/office/drawing/2014/main"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a16:creationId xmlns:a16="http://schemas.microsoft.com/office/drawing/2014/main"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a16:creationId xmlns:a16="http://schemas.microsoft.com/office/drawing/2014/main"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a16:creationId xmlns:a16="http://schemas.microsoft.com/office/drawing/2014/main"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a16:creationId xmlns:a16="http://schemas.microsoft.com/office/drawing/2014/main"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a16:creationId xmlns:a16="http://schemas.microsoft.com/office/drawing/2014/main"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a16:creationId xmlns:a16="http://schemas.microsoft.com/office/drawing/2014/main"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a16:creationId xmlns:a16="http://schemas.microsoft.com/office/drawing/2014/main"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a16:creationId xmlns:a16="http://schemas.microsoft.com/office/drawing/2014/main"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a16:creationId xmlns:a16="http://schemas.microsoft.com/office/drawing/2014/main"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a16:creationId xmlns:a16="http://schemas.microsoft.com/office/drawing/2014/main"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a16:creationId xmlns:a16="http://schemas.microsoft.com/office/drawing/2014/main"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a16:creationId xmlns:a16="http://schemas.microsoft.com/office/drawing/2014/main"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a16:creationId xmlns:a16="http://schemas.microsoft.com/office/drawing/2014/main"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a16:creationId xmlns:a16="http://schemas.microsoft.com/office/drawing/2014/main"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366868158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a16:creationId xmlns:a16="http://schemas.microsoft.com/office/drawing/2014/main"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a16:creationId xmlns:a16="http://schemas.microsoft.com/office/drawing/2014/main"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a16:creationId xmlns:a16="http://schemas.microsoft.com/office/drawing/2014/main"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a16:creationId xmlns:a16="http://schemas.microsoft.com/office/drawing/2014/main"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a16:creationId xmlns:a16="http://schemas.microsoft.com/office/drawing/2014/main"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a16:creationId xmlns:a16="http://schemas.microsoft.com/office/drawing/2014/main"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a16:creationId xmlns:a16="http://schemas.microsoft.com/office/drawing/2014/main"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a16:creationId xmlns:a16="http://schemas.microsoft.com/office/drawing/2014/main"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a16:creationId xmlns:a16="http://schemas.microsoft.com/office/drawing/2014/main"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a16:creationId xmlns:a16="http://schemas.microsoft.com/office/drawing/2014/main"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a16:creationId xmlns:a16="http://schemas.microsoft.com/office/drawing/2014/main"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a16:creationId xmlns:a16="http://schemas.microsoft.com/office/drawing/2014/main"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a16:creationId xmlns:a16="http://schemas.microsoft.com/office/drawing/2014/main"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a16:creationId xmlns:a16="http://schemas.microsoft.com/office/drawing/2014/main"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a16:creationId xmlns:a16="http://schemas.microsoft.com/office/drawing/2014/main"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a16:creationId xmlns:a16="http://schemas.microsoft.com/office/drawing/2014/main"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a16:creationId xmlns:a16="http://schemas.microsoft.com/office/drawing/2014/main"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a16:creationId xmlns:a16="http://schemas.microsoft.com/office/drawing/2014/main"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a16:creationId xmlns:a16="http://schemas.microsoft.com/office/drawing/2014/main"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a16:creationId xmlns:a16="http://schemas.microsoft.com/office/drawing/2014/main"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a16:creationId xmlns:a16="http://schemas.microsoft.com/office/drawing/2014/main"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a16:creationId xmlns:a16="http://schemas.microsoft.com/office/drawing/2014/main"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a16:creationId xmlns:a16="http://schemas.microsoft.com/office/drawing/2014/main"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a16:creationId xmlns:a16="http://schemas.microsoft.com/office/drawing/2014/main"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a16:creationId xmlns:a16="http://schemas.microsoft.com/office/drawing/2014/main"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a16:creationId xmlns:a16="http://schemas.microsoft.com/office/drawing/2014/main"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a16:creationId xmlns:a16="http://schemas.microsoft.com/office/drawing/2014/main"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a16:creationId xmlns:a16="http://schemas.microsoft.com/office/drawing/2014/main"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a16:creationId xmlns:a16="http://schemas.microsoft.com/office/drawing/2014/main"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a16:creationId xmlns:a16="http://schemas.microsoft.com/office/drawing/2014/main"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a16:creationId xmlns:a16="http://schemas.microsoft.com/office/drawing/2014/main"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a16:creationId xmlns:a16="http://schemas.microsoft.com/office/drawing/2014/main"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a16:creationId xmlns:a16="http://schemas.microsoft.com/office/drawing/2014/main"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a16:creationId xmlns:a16="http://schemas.microsoft.com/office/drawing/2014/main"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a16:creationId xmlns:a16="http://schemas.microsoft.com/office/drawing/2014/main"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a16:creationId xmlns:a16="http://schemas.microsoft.com/office/drawing/2014/main"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a16:creationId xmlns:a16="http://schemas.microsoft.com/office/drawing/2014/main"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a16:creationId xmlns:a16="http://schemas.microsoft.com/office/drawing/2014/main"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a16:creationId xmlns:a16="http://schemas.microsoft.com/office/drawing/2014/main"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a16:creationId xmlns:a16="http://schemas.microsoft.com/office/drawing/2014/main"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a16:creationId xmlns:a16="http://schemas.microsoft.com/office/drawing/2014/main"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a16:creationId xmlns:a16="http://schemas.microsoft.com/office/drawing/2014/main"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a16:creationId xmlns:a16="http://schemas.microsoft.com/office/drawing/2014/main"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a16:creationId xmlns:a16="http://schemas.microsoft.com/office/drawing/2014/main"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a16:creationId xmlns:a16="http://schemas.microsoft.com/office/drawing/2014/main"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a16:creationId xmlns:a16="http://schemas.microsoft.com/office/drawing/2014/main"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a16:creationId xmlns:a16="http://schemas.microsoft.com/office/drawing/2014/main"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817731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a16:creationId xmlns:a16="http://schemas.microsoft.com/office/drawing/2014/main"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a16:creationId xmlns:a16="http://schemas.microsoft.com/office/drawing/2014/main"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a16:creationId xmlns:a16="http://schemas.microsoft.com/office/drawing/2014/main"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a16:creationId xmlns:a16="http://schemas.microsoft.com/office/drawing/2014/main"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タイトル 1">
            <a:extLst>
              <a:ext uri="{FF2B5EF4-FFF2-40B4-BE49-F238E27FC236}">
                <a16:creationId xmlns:a16="http://schemas.microsoft.com/office/drawing/2014/main"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a16:creationId xmlns:a16="http://schemas.microsoft.com/office/drawing/2014/main"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a16:creationId xmlns:a16="http://schemas.microsoft.com/office/drawing/2014/main"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a16:creationId xmlns:a16="http://schemas.microsoft.com/office/drawing/2014/main"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a16:creationId xmlns:a16="http://schemas.microsoft.com/office/drawing/2014/main"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a16:creationId xmlns:a16="http://schemas.microsoft.com/office/drawing/2014/main"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a16:creationId xmlns:a16="http://schemas.microsoft.com/office/drawing/2014/main"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a16:creationId xmlns:a16="http://schemas.microsoft.com/office/drawing/2014/main"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a16:creationId xmlns:a16="http://schemas.microsoft.com/office/drawing/2014/main"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a16:creationId xmlns:a16="http://schemas.microsoft.com/office/drawing/2014/main"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a16:creationId xmlns:a16="http://schemas.microsoft.com/office/drawing/2014/main"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a16:creationId xmlns:a16="http://schemas.microsoft.com/office/drawing/2014/main"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a16:creationId xmlns:a16="http://schemas.microsoft.com/office/drawing/2014/main"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a16:creationId xmlns:a16="http://schemas.microsoft.com/office/drawing/2014/main"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a16:creationId xmlns:a16="http://schemas.microsoft.com/office/drawing/2014/main"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a16:creationId xmlns:a16="http://schemas.microsoft.com/office/drawing/2014/main"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a16:creationId xmlns:a16="http://schemas.microsoft.com/office/drawing/2014/main"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a16:creationId xmlns:a16="http://schemas.microsoft.com/office/drawing/2014/main"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a16:creationId xmlns:a16="http://schemas.microsoft.com/office/drawing/2014/main"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a16:creationId xmlns:a16="http://schemas.microsoft.com/office/drawing/2014/main"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a16:creationId xmlns:a16="http://schemas.microsoft.com/office/drawing/2014/main"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a16:creationId xmlns:a16="http://schemas.microsoft.com/office/drawing/2014/main"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a16:creationId xmlns:a16="http://schemas.microsoft.com/office/drawing/2014/main"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a16:creationId xmlns:a16="http://schemas.microsoft.com/office/drawing/2014/main"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a16:creationId xmlns:a16="http://schemas.microsoft.com/office/drawing/2014/main"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a16:creationId xmlns:a16="http://schemas.microsoft.com/office/drawing/2014/main"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a16:creationId xmlns:a16="http://schemas.microsoft.com/office/drawing/2014/main"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a16:creationId xmlns:a16="http://schemas.microsoft.com/office/drawing/2014/main"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a16:creationId xmlns:a16="http://schemas.microsoft.com/office/drawing/2014/main"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a16:creationId xmlns:a16="http://schemas.microsoft.com/office/drawing/2014/main"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a16:creationId xmlns:a16="http://schemas.microsoft.com/office/drawing/2014/main"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a16:creationId xmlns:a16="http://schemas.microsoft.com/office/drawing/2014/main"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a16:creationId xmlns:a16="http://schemas.microsoft.com/office/drawing/2014/main"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a16:creationId xmlns:a16="http://schemas.microsoft.com/office/drawing/2014/main"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a16:creationId xmlns:a16="http://schemas.microsoft.com/office/drawing/2014/main"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a16:creationId xmlns:a16="http://schemas.microsoft.com/office/drawing/2014/main"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a16:creationId xmlns:a16="http://schemas.microsoft.com/office/drawing/2014/main"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a16:creationId xmlns:a16="http://schemas.microsoft.com/office/drawing/2014/main"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a16:creationId xmlns:a16="http://schemas.microsoft.com/office/drawing/2014/main"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a16:creationId xmlns:a16="http://schemas.microsoft.com/office/drawing/2014/main"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a16:creationId xmlns:a16="http://schemas.microsoft.com/office/drawing/2014/main"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50632427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a16:creationId xmlns:a16="http://schemas.microsoft.com/office/drawing/2014/main"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a16:creationId xmlns:a16="http://schemas.microsoft.com/office/drawing/2014/main"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a16:creationId xmlns:a16="http://schemas.microsoft.com/office/drawing/2014/main"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a16:creationId xmlns:a16="http://schemas.microsoft.com/office/drawing/2014/main"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a16:creationId xmlns:a16="http://schemas.microsoft.com/office/drawing/2014/main"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a16:creationId xmlns:a16="http://schemas.microsoft.com/office/drawing/2014/main"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a16:creationId xmlns:a16="http://schemas.microsoft.com/office/drawing/2014/main"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a16:creationId xmlns:a16="http://schemas.microsoft.com/office/drawing/2014/main"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a16:creationId xmlns:a16="http://schemas.microsoft.com/office/drawing/2014/main"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a16:creationId xmlns:a16="http://schemas.microsoft.com/office/drawing/2014/main"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a16:creationId xmlns:a16="http://schemas.microsoft.com/office/drawing/2014/main"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a16:creationId xmlns:a16="http://schemas.microsoft.com/office/drawing/2014/main"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a16:creationId xmlns:a16="http://schemas.microsoft.com/office/drawing/2014/main"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a16:creationId xmlns:a16="http://schemas.microsoft.com/office/drawing/2014/main"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a16:creationId xmlns:a16="http://schemas.microsoft.com/office/drawing/2014/main"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a16:creationId xmlns:a16="http://schemas.microsoft.com/office/drawing/2014/main"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a16:creationId xmlns:a16="http://schemas.microsoft.com/office/drawing/2014/main"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a16:creationId xmlns:a16="http://schemas.microsoft.com/office/drawing/2014/main"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a16:creationId xmlns:a16="http://schemas.microsoft.com/office/drawing/2014/main"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a16:creationId xmlns:a16="http://schemas.microsoft.com/office/drawing/2014/main"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a16:creationId xmlns:a16="http://schemas.microsoft.com/office/drawing/2014/main"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a16:creationId xmlns:a16="http://schemas.microsoft.com/office/drawing/2014/main"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a16:creationId xmlns:a16="http://schemas.microsoft.com/office/drawing/2014/main"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a16:creationId xmlns:a16="http://schemas.microsoft.com/office/drawing/2014/main"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a16:creationId xmlns:a16="http://schemas.microsoft.com/office/drawing/2014/main"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a16:creationId xmlns:a16="http://schemas.microsoft.com/office/drawing/2014/main"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a16:creationId xmlns:a16="http://schemas.microsoft.com/office/drawing/2014/main"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a16:creationId xmlns:a16="http://schemas.microsoft.com/office/drawing/2014/main"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a16:creationId xmlns:a16="http://schemas.microsoft.com/office/drawing/2014/main"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a16:creationId xmlns:a16="http://schemas.microsoft.com/office/drawing/2014/main"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a16:creationId xmlns:a16="http://schemas.microsoft.com/office/drawing/2014/main"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a16:creationId xmlns:a16="http://schemas.microsoft.com/office/drawing/2014/main"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a16:creationId xmlns:a16="http://schemas.microsoft.com/office/drawing/2014/main"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a16:creationId xmlns:a16="http://schemas.microsoft.com/office/drawing/2014/main"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a16:creationId xmlns:a16="http://schemas.microsoft.com/office/drawing/2014/main"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a16:creationId xmlns:a16="http://schemas.microsoft.com/office/drawing/2014/main"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a16:creationId xmlns:a16="http://schemas.microsoft.com/office/drawing/2014/main"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a16:creationId xmlns:a16="http://schemas.microsoft.com/office/drawing/2014/main"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a16:creationId xmlns:a16="http://schemas.microsoft.com/office/drawing/2014/main"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a16:creationId xmlns:a16="http://schemas.microsoft.com/office/drawing/2014/main"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a16:creationId xmlns:a16="http://schemas.microsoft.com/office/drawing/2014/main"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a16:creationId xmlns:a16="http://schemas.microsoft.com/office/drawing/2014/main"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a16:creationId xmlns:a16="http://schemas.microsoft.com/office/drawing/2014/main"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a16:creationId xmlns:a16="http://schemas.microsoft.com/office/drawing/2014/main"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a16:creationId xmlns:a16="http://schemas.microsoft.com/office/drawing/2014/main"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a16:creationId xmlns:a16="http://schemas.microsoft.com/office/drawing/2014/main"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a16:creationId xmlns:a16="http://schemas.microsoft.com/office/drawing/2014/main"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37276510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a16:creationId xmlns:a16="http://schemas.microsoft.com/office/drawing/2014/main"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a16:creationId xmlns:a16="http://schemas.microsoft.com/office/drawing/2014/main"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a16:creationId xmlns:a16="http://schemas.microsoft.com/office/drawing/2014/main"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a16:creationId xmlns:a16="http://schemas.microsoft.com/office/drawing/2014/main"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a16:creationId xmlns:a16="http://schemas.microsoft.com/office/drawing/2014/main"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a16:creationId xmlns:a16="http://schemas.microsoft.com/office/drawing/2014/main"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a16:creationId xmlns:a16="http://schemas.microsoft.com/office/drawing/2014/main"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a16:creationId xmlns:a16="http://schemas.microsoft.com/office/drawing/2014/main"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a16:creationId xmlns:a16="http://schemas.microsoft.com/office/drawing/2014/main"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a16:creationId xmlns:a16="http://schemas.microsoft.com/office/drawing/2014/main"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11057810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a16:creationId xmlns:a16="http://schemas.microsoft.com/office/drawing/2014/main"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a16:creationId xmlns:a16="http://schemas.microsoft.com/office/drawing/2014/main"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a16:creationId xmlns:a16="http://schemas.microsoft.com/office/drawing/2014/main"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a16:creationId xmlns:a16="http://schemas.microsoft.com/office/drawing/2014/main"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a16:creationId xmlns:a16="http://schemas.microsoft.com/office/drawing/2014/main"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a16:creationId xmlns:a16="http://schemas.microsoft.com/office/drawing/2014/main"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a16:creationId xmlns:a16="http://schemas.microsoft.com/office/drawing/2014/main"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a16:creationId xmlns:a16="http://schemas.microsoft.com/office/drawing/2014/main"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a16:creationId xmlns:a16="http://schemas.microsoft.com/office/drawing/2014/main"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a16:creationId xmlns:a16="http://schemas.microsoft.com/office/drawing/2014/main"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3160296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a16:creationId xmlns:a16="http://schemas.microsoft.com/office/drawing/2014/main"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a16:creationId xmlns:a16="http://schemas.microsoft.com/office/drawing/2014/main"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a16:creationId xmlns:a16="http://schemas.microsoft.com/office/drawing/2014/main"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a16:creationId xmlns:a16="http://schemas.microsoft.com/office/drawing/2014/main"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a16:creationId xmlns:a16="http://schemas.microsoft.com/office/drawing/2014/main"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a16:creationId xmlns:a16="http://schemas.microsoft.com/office/drawing/2014/main"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a16:creationId xmlns:a16="http://schemas.microsoft.com/office/drawing/2014/main"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a16:creationId xmlns:a16="http://schemas.microsoft.com/office/drawing/2014/main"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a16:creationId xmlns:a16="http://schemas.microsoft.com/office/drawing/2014/main"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a16:creationId xmlns:a16="http://schemas.microsoft.com/office/drawing/2014/main"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a16:creationId xmlns:a16="http://schemas.microsoft.com/office/drawing/2014/main"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a16:creationId xmlns:a16="http://schemas.microsoft.com/office/drawing/2014/main"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a16:creationId xmlns:a16="http://schemas.microsoft.com/office/drawing/2014/main"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a16:creationId xmlns:a16="http://schemas.microsoft.com/office/drawing/2014/main"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a16:creationId xmlns:a16="http://schemas.microsoft.com/office/drawing/2014/main"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a16:creationId xmlns:a16="http://schemas.microsoft.com/office/drawing/2014/main"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a16:creationId xmlns:a16="http://schemas.microsoft.com/office/drawing/2014/main"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a16:creationId xmlns:a16="http://schemas.microsoft.com/office/drawing/2014/main"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a16:creationId xmlns:a16="http://schemas.microsoft.com/office/drawing/2014/main"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a16:creationId xmlns:a16="http://schemas.microsoft.com/office/drawing/2014/main"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a16:creationId xmlns:a16="http://schemas.microsoft.com/office/drawing/2014/main"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a16:creationId xmlns:a16="http://schemas.microsoft.com/office/drawing/2014/main"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a16:creationId xmlns:a16="http://schemas.microsoft.com/office/drawing/2014/main"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a16:creationId xmlns:a16="http://schemas.microsoft.com/office/drawing/2014/main"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1637082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a16:creationId xmlns:a16="http://schemas.microsoft.com/office/drawing/2014/main"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a16:creationId xmlns:a16="http://schemas.microsoft.com/office/drawing/2014/main"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a16:creationId xmlns:a16="http://schemas.microsoft.com/office/drawing/2014/main"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a16:creationId xmlns:a16="http://schemas.microsoft.com/office/drawing/2014/main"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a16:creationId xmlns:a16="http://schemas.microsoft.com/office/drawing/2014/main"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a16:creationId xmlns:a16="http://schemas.microsoft.com/office/drawing/2014/main"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a16:creationId xmlns:a16="http://schemas.microsoft.com/office/drawing/2014/main"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a16:creationId xmlns:a16="http://schemas.microsoft.com/office/drawing/2014/main"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a16:creationId xmlns:a16="http://schemas.microsoft.com/office/drawing/2014/main"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a16:creationId xmlns:a16="http://schemas.microsoft.com/office/drawing/2014/main"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a16:creationId xmlns:a16="http://schemas.microsoft.com/office/drawing/2014/main"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a16:creationId xmlns:a16="http://schemas.microsoft.com/office/drawing/2014/main"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a16:creationId xmlns:a16="http://schemas.microsoft.com/office/drawing/2014/main"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a16:creationId xmlns:a16="http://schemas.microsoft.com/office/drawing/2014/main"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a16:creationId xmlns:a16="http://schemas.microsoft.com/office/drawing/2014/main"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a16:creationId xmlns:a16="http://schemas.microsoft.com/office/drawing/2014/main"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a16:creationId xmlns:a16="http://schemas.microsoft.com/office/drawing/2014/main"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a16:creationId xmlns:a16="http://schemas.microsoft.com/office/drawing/2014/main"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a16:creationId xmlns:a16="http://schemas.microsoft.com/office/drawing/2014/main"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a16:creationId xmlns:a16="http://schemas.microsoft.com/office/drawing/2014/main"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a16:creationId xmlns:a16="http://schemas.microsoft.com/office/drawing/2014/main"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a16:creationId xmlns:a16="http://schemas.microsoft.com/office/drawing/2014/main"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a16:creationId xmlns:a16="http://schemas.microsoft.com/office/drawing/2014/main"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a16:creationId xmlns:a16="http://schemas.microsoft.com/office/drawing/2014/main"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a16:creationId xmlns:a16="http://schemas.microsoft.com/office/drawing/2014/main"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a16:creationId xmlns:a16="http://schemas.microsoft.com/office/drawing/2014/main"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a16:creationId xmlns:a16="http://schemas.microsoft.com/office/drawing/2014/main"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a16:creationId xmlns:a16="http://schemas.microsoft.com/office/drawing/2014/main"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427731645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a16:creationId xmlns:a16="http://schemas.microsoft.com/office/drawing/2014/main"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a16:creationId xmlns:a16="http://schemas.microsoft.com/office/drawing/2014/main"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a16:creationId xmlns:a16="http://schemas.microsoft.com/office/drawing/2014/main"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a16:creationId xmlns:a16="http://schemas.microsoft.com/office/drawing/2014/main"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a16:creationId xmlns:a16="http://schemas.microsoft.com/office/drawing/2014/main"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a16:creationId xmlns:a16="http://schemas.microsoft.com/office/drawing/2014/main"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a16:creationId xmlns:a16="http://schemas.microsoft.com/office/drawing/2014/main"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a16:creationId xmlns:a16="http://schemas.microsoft.com/office/drawing/2014/main"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a16:creationId xmlns:a16="http://schemas.microsoft.com/office/drawing/2014/main"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a16:creationId xmlns:a16="http://schemas.microsoft.com/office/drawing/2014/main"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a16:creationId xmlns:a16="http://schemas.microsoft.com/office/drawing/2014/main"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a16:creationId xmlns:a16="http://schemas.microsoft.com/office/drawing/2014/main"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a16:creationId xmlns:a16="http://schemas.microsoft.com/office/drawing/2014/main"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a16:creationId xmlns:a16="http://schemas.microsoft.com/office/drawing/2014/main"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a16:creationId xmlns:a16="http://schemas.microsoft.com/office/drawing/2014/main"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a16:creationId xmlns:a16="http://schemas.microsoft.com/office/drawing/2014/main"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a16:creationId xmlns:a16="http://schemas.microsoft.com/office/drawing/2014/main"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a16:creationId xmlns:a16="http://schemas.microsoft.com/office/drawing/2014/main"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a16:creationId xmlns:a16="http://schemas.microsoft.com/office/drawing/2014/main"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a16:creationId xmlns:a16="http://schemas.microsoft.com/office/drawing/2014/main"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a16:creationId xmlns:a16="http://schemas.microsoft.com/office/drawing/2014/main"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a16:creationId xmlns:a16="http://schemas.microsoft.com/office/drawing/2014/main"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5967620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a16:creationId xmlns:a16="http://schemas.microsoft.com/office/drawing/2014/main"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a16:creationId xmlns:a16="http://schemas.microsoft.com/office/drawing/2014/main"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a16:creationId xmlns:a16="http://schemas.microsoft.com/office/drawing/2014/main"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a16:creationId xmlns:a16="http://schemas.microsoft.com/office/drawing/2014/main"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a16:creationId xmlns:a16="http://schemas.microsoft.com/office/drawing/2014/main"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a16:creationId xmlns:a16="http://schemas.microsoft.com/office/drawing/2014/main"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a16:creationId xmlns:a16="http://schemas.microsoft.com/office/drawing/2014/main"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a16:creationId xmlns:a16="http://schemas.microsoft.com/office/drawing/2014/main"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a16:creationId xmlns:a16="http://schemas.microsoft.com/office/drawing/2014/main"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a16:creationId xmlns:a16="http://schemas.microsoft.com/office/drawing/2014/main"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a16:creationId xmlns:a16="http://schemas.microsoft.com/office/drawing/2014/main"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a16:creationId xmlns:a16="http://schemas.microsoft.com/office/drawing/2014/main"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a16:creationId xmlns:a16="http://schemas.microsoft.com/office/drawing/2014/main"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a16:creationId xmlns:a16="http://schemas.microsoft.com/office/drawing/2014/main"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a16:creationId xmlns:a16="http://schemas.microsoft.com/office/drawing/2014/main"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a16:creationId xmlns:a16="http://schemas.microsoft.com/office/drawing/2014/main"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a16:creationId xmlns:a16="http://schemas.microsoft.com/office/drawing/2014/main"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a16:creationId xmlns:a16="http://schemas.microsoft.com/office/drawing/2014/main"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a16:creationId xmlns:a16="http://schemas.microsoft.com/office/drawing/2014/main"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8698209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a16:creationId xmlns:a16="http://schemas.microsoft.com/office/drawing/2014/main"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a16:creationId xmlns:a16="http://schemas.microsoft.com/office/drawing/2014/main"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a16:creationId xmlns:a16="http://schemas.microsoft.com/office/drawing/2014/main"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a16:creationId xmlns:a16="http://schemas.microsoft.com/office/drawing/2014/main"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a16:creationId xmlns:a16="http://schemas.microsoft.com/office/drawing/2014/main"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a16:creationId xmlns:a16="http://schemas.microsoft.com/office/drawing/2014/main"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a16:creationId xmlns:a16="http://schemas.microsoft.com/office/drawing/2014/main"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a16:creationId xmlns:a16="http://schemas.microsoft.com/office/drawing/2014/main"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a16:creationId xmlns:a16="http://schemas.microsoft.com/office/drawing/2014/main"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a16:creationId xmlns:a16="http://schemas.microsoft.com/office/drawing/2014/main"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a16:creationId xmlns:a16="http://schemas.microsoft.com/office/drawing/2014/main"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a16:creationId xmlns:a16="http://schemas.microsoft.com/office/drawing/2014/main"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a16:creationId xmlns:a16="http://schemas.microsoft.com/office/drawing/2014/main"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a16:creationId xmlns:a16="http://schemas.microsoft.com/office/drawing/2014/main"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a16:creationId xmlns:a16="http://schemas.microsoft.com/office/drawing/2014/main"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a16:creationId xmlns:a16="http://schemas.microsoft.com/office/drawing/2014/main"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a16:creationId xmlns:a16="http://schemas.microsoft.com/office/drawing/2014/main"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a16:creationId xmlns:a16="http://schemas.microsoft.com/office/drawing/2014/main"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a16:creationId xmlns:a16="http://schemas.microsoft.com/office/drawing/2014/main"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a16:creationId xmlns:a16="http://schemas.microsoft.com/office/drawing/2014/main"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a16:creationId xmlns:a16="http://schemas.microsoft.com/office/drawing/2014/main"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a16:creationId xmlns:a16="http://schemas.microsoft.com/office/drawing/2014/main"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a16:creationId xmlns:a16="http://schemas.microsoft.com/office/drawing/2014/main"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a16:creationId xmlns:a16="http://schemas.microsoft.com/office/drawing/2014/main"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a16:creationId xmlns:a16="http://schemas.microsoft.com/office/drawing/2014/main"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a16:creationId xmlns:a16="http://schemas.microsoft.com/office/drawing/2014/main"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a16:creationId xmlns:a16="http://schemas.microsoft.com/office/drawing/2014/main"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a16:creationId xmlns:a16="http://schemas.microsoft.com/office/drawing/2014/main"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a16:creationId xmlns:a16="http://schemas.microsoft.com/office/drawing/2014/main"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a16:creationId xmlns:a16="http://schemas.microsoft.com/office/drawing/2014/main"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a16:creationId xmlns:a16="http://schemas.microsoft.com/office/drawing/2014/main"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a16:creationId xmlns:a16="http://schemas.microsoft.com/office/drawing/2014/main"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a16:creationId xmlns:a16="http://schemas.microsoft.com/office/drawing/2014/main"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a16:creationId xmlns:a16="http://schemas.microsoft.com/office/drawing/2014/main"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a16:creationId xmlns:a16="http://schemas.microsoft.com/office/drawing/2014/main"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a16:creationId xmlns:a16="http://schemas.microsoft.com/office/drawing/2014/main"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a16:creationId xmlns:a16="http://schemas.microsoft.com/office/drawing/2014/main"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a16:creationId xmlns:a16="http://schemas.microsoft.com/office/drawing/2014/main"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a16:creationId xmlns:a16="http://schemas.microsoft.com/office/drawing/2014/main"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a16:creationId xmlns:a16="http://schemas.microsoft.com/office/drawing/2014/main"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a16:creationId xmlns:a16="http://schemas.microsoft.com/office/drawing/2014/main"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a16:creationId xmlns:a16="http://schemas.microsoft.com/office/drawing/2014/main"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a16:creationId xmlns:a16="http://schemas.microsoft.com/office/drawing/2014/main"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a16:creationId xmlns:a16="http://schemas.microsoft.com/office/drawing/2014/main"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a16:creationId xmlns:a16="http://schemas.microsoft.com/office/drawing/2014/main"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a16:creationId xmlns:a16="http://schemas.microsoft.com/office/drawing/2014/main"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a16:creationId xmlns:a16="http://schemas.microsoft.com/office/drawing/2014/main"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a16:creationId xmlns:a16="http://schemas.microsoft.com/office/drawing/2014/main"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a16:creationId xmlns:a16="http://schemas.microsoft.com/office/drawing/2014/main"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a16:creationId xmlns:a16="http://schemas.microsoft.com/office/drawing/2014/main"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a16:creationId xmlns:a16="http://schemas.microsoft.com/office/drawing/2014/main"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a16:creationId xmlns:a16="http://schemas.microsoft.com/office/drawing/2014/main"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a16:creationId xmlns:a16="http://schemas.microsoft.com/office/drawing/2014/main"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a16:creationId xmlns:a16="http://schemas.microsoft.com/office/drawing/2014/main"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a16:creationId xmlns:a16="http://schemas.microsoft.com/office/drawing/2014/main"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a16:creationId xmlns:a16="http://schemas.microsoft.com/office/drawing/2014/main"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a16:creationId xmlns:a16="http://schemas.microsoft.com/office/drawing/2014/main"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a16:creationId xmlns:a16="http://schemas.microsoft.com/office/drawing/2014/main"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a16:creationId xmlns:a16="http://schemas.microsoft.com/office/drawing/2014/main"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a16:creationId xmlns:a16="http://schemas.microsoft.com/office/drawing/2014/main"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a16:creationId xmlns:a16="http://schemas.microsoft.com/office/drawing/2014/main"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a16:creationId xmlns:a16="http://schemas.microsoft.com/office/drawing/2014/main"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a16:creationId xmlns:a16="http://schemas.microsoft.com/office/drawing/2014/main"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a16:creationId xmlns:a16="http://schemas.microsoft.com/office/drawing/2014/main"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a16:creationId xmlns:a16="http://schemas.microsoft.com/office/drawing/2014/main"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a16:creationId xmlns:a16="http://schemas.microsoft.com/office/drawing/2014/main"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a16:creationId xmlns:a16="http://schemas.microsoft.com/office/drawing/2014/main"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a16:creationId xmlns:a16="http://schemas.microsoft.com/office/drawing/2014/main"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a16:creationId xmlns:a16="http://schemas.microsoft.com/office/drawing/2014/main"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a16:creationId xmlns:a16="http://schemas.microsoft.com/office/drawing/2014/main"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a16:creationId xmlns:a16="http://schemas.microsoft.com/office/drawing/2014/main"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a16:creationId xmlns:a16="http://schemas.microsoft.com/office/drawing/2014/main"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a16:creationId xmlns:a16="http://schemas.microsoft.com/office/drawing/2014/main"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a16:creationId xmlns:a16="http://schemas.microsoft.com/office/drawing/2014/main"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a16:creationId xmlns:a16="http://schemas.microsoft.com/office/drawing/2014/main"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a16:creationId xmlns:a16="http://schemas.microsoft.com/office/drawing/2014/main"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a16:creationId xmlns:a16="http://schemas.microsoft.com/office/drawing/2014/main"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a16:creationId xmlns:a16="http://schemas.microsoft.com/office/drawing/2014/main"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a16:creationId xmlns:a16="http://schemas.microsoft.com/office/drawing/2014/main"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a16:creationId xmlns:a16="http://schemas.microsoft.com/office/drawing/2014/main"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a16:creationId xmlns:a16="http://schemas.microsoft.com/office/drawing/2014/main"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a16:creationId xmlns:a16="http://schemas.microsoft.com/office/drawing/2014/main"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a16:creationId xmlns:a16="http://schemas.microsoft.com/office/drawing/2014/main"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a16:creationId xmlns:a16="http://schemas.microsoft.com/office/drawing/2014/main"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a16:creationId xmlns:a16="http://schemas.microsoft.com/office/drawing/2014/main"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a16:creationId xmlns:a16="http://schemas.microsoft.com/office/drawing/2014/main"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a16:creationId xmlns:a16="http://schemas.microsoft.com/office/drawing/2014/main"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a16:creationId xmlns:a16="http://schemas.microsoft.com/office/drawing/2014/main"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a16:creationId xmlns:a16="http://schemas.microsoft.com/office/drawing/2014/main"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a16:creationId xmlns:a16="http://schemas.microsoft.com/office/drawing/2014/main"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a16:creationId xmlns:a16="http://schemas.microsoft.com/office/drawing/2014/main"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a16:creationId xmlns:a16="http://schemas.microsoft.com/office/drawing/2014/main"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a16:creationId xmlns:a16="http://schemas.microsoft.com/office/drawing/2014/main"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a16:creationId xmlns:a16="http://schemas.microsoft.com/office/drawing/2014/main"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a16:creationId xmlns:a16="http://schemas.microsoft.com/office/drawing/2014/main"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a16:creationId xmlns:a16="http://schemas.microsoft.com/office/drawing/2014/main"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a16:creationId xmlns:a16="http://schemas.microsoft.com/office/drawing/2014/main"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a16:creationId xmlns:a16="http://schemas.microsoft.com/office/drawing/2014/main"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728661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a16:creationId xmlns:a16="http://schemas.microsoft.com/office/drawing/2014/main"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a16:creationId xmlns:a16="http://schemas.microsoft.com/office/drawing/2014/main"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a16:creationId xmlns:a16="http://schemas.microsoft.com/office/drawing/2014/main"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a16:creationId xmlns:a16="http://schemas.microsoft.com/office/drawing/2014/main"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a16:creationId xmlns:a16="http://schemas.microsoft.com/office/drawing/2014/main"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a16:creationId xmlns:a16="http://schemas.microsoft.com/office/drawing/2014/main"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a16:creationId xmlns:a16="http://schemas.microsoft.com/office/drawing/2014/main"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a16:creationId xmlns:a16="http://schemas.microsoft.com/office/drawing/2014/main"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a16:creationId xmlns:a16="http://schemas.microsoft.com/office/drawing/2014/main"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a16:creationId xmlns:a16="http://schemas.microsoft.com/office/drawing/2014/main"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a16:creationId xmlns:a16="http://schemas.microsoft.com/office/drawing/2014/main"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a16:creationId xmlns:a16="http://schemas.microsoft.com/office/drawing/2014/main"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a16:creationId xmlns:a16="http://schemas.microsoft.com/office/drawing/2014/main"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a16:creationId xmlns:a16="http://schemas.microsoft.com/office/drawing/2014/main"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a16:creationId xmlns:a16="http://schemas.microsoft.com/office/drawing/2014/main"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a16:creationId xmlns:a16="http://schemas.microsoft.com/office/drawing/2014/main"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a16:creationId xmlns:a16="http://schemas.microsoft.com/office/drawing/2014/main"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a16:creationId xmlns:a16="http://schemas.microsoft.com/office/drawing/2014/main"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a16:creationId xmlns:a16="http://schemas.microsoft.com/office/drawing/2014/main"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a16:creationId xmlns:a16="http://schemas.microsoft.com/office/drawing/2014/main"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a16:creationId xmlns:a16="http://schemas.microsoft.com/office/drawing/2014/main"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a16:creationId xmlns:a16="http://schemas.microsoft.com/office/drawing/2014/main"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a16:creationId xmlns:a16="http://schemas.microsoft.com/office/drawing/2014/main"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a16:creationId xmlns:a16="http://schemas.microsoft.com/office/drawing/2014/main"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a16:creationId xmlns:a16="http://schemas.microsoft.com/office/drawing/2014/main"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a16:creationId xmlns:a16="http://schemas.microsoft.com/office/drawing/2014/main"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a16:creationId xmlns:a16="http://schemas.microsoft.com/office/drawing/2014/main"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a16:creationId xmlns:a16="http://schemas.microsoft.com/office/drawing/2014/main"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a16:creationId xmlns:a16="http://schemas.microsoft.com/office/drawing/2014/main"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a16:creationId xmlns:a16="http://schemas.microsoft.com/office/drawing/2014/main"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a16:creationId xmlns:a16="http://schemas.microsoft.com/office/drawing/2014/main"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a16:creationId xmlns:a16="http://schemas.microsoft.com/office/drawing/2014/main"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a16:creationId xmlns:a16="http://schemas.microsoft.com/office/drawing/2014/main"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a16:creationId xmlns:a16="http://schemas.microsoft.com/office/drawing/2014/main"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a16:creationId xmlns:a16="http://schemas.microsoft.com/office/drawing/2014/main"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a16:creationId xmlns:a16="http://schemas.microsoft.com/office/drawing/2014/main"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a16:creationId xmlns:a16="http://schemas.microsoft.com/office/drawing/2014/main"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a16:creationId xmlns:a16="http://schemas.microsoft.com/office/drawing/2014/main"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a16:creationId xmlns:a16="http://schemas.microsoft.com/office/drawing/2014/main"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a16:creationId xmlns:a16="http://schemas.microsoft.com/office/drawing/2014/main"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a16:creationId xmlns:a16="http://schemas.microsoft.com/office/drawing/2014/main"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a16:creationId xmlns:a16="http://schemas.microsoft.com/office/drawing/2014/main"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a16:creationId xmlns:a16="http://schemas.microsoft.com/office/drawing/2014/main"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a16:creationId xmlns:a16="http://schemas.microsoft.com/office/drawing/2014/main"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a16:creationId xmlns:a16="http://schemas.microsoft.com/office/drawing/2014/main"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a16:creationId xmlns:a16="http://schemas.microsoft.com/office/drawing/2014/main"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a16:creationId xmlns:a16="http://schemas.microsoft.com/office/drawing/2014/main"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a16:creationId xmlns:a16="http://schemas.microsoft.com/office/drawing/2014/main"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a16:creationId xmlns:a16="http://schemas.microsoft.com/office/drawing/2014/main"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a16:creationId xmlns:a16="http://schemas.microsoft.com/office/drawing/2014/main"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a16:creationId xmlns:a16="http://schemas.microsoft.com/office/drawing/2014/main"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a16:creationId xmlns:a16="http://schemas.microsoft.com/office/drawing/2014/main"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a16:creationId xmlns:a16="http://schemas.microsoft.com/office/drawing/2014/main"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a16:creationId xmlns:a16="http://schemas.microsoft.com/office/drawing/2014/main"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a16:creationId xmlns:a16="http://schemas.microsoft.com/office/drawing/2014/main"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a16:creationId xmlns:a16="http://schemas.microsoft.com/office/drawing/2014/main"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a16:creationId xmlns:a16="http://schemas.microsoft.com/office/drawing/2014/main"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a16:creationId xmlns:a16="http://schemas.microsoft.com/office/drawing/2014/main"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a16:creationId xmlns:a16="http://schemas.microsoft.com/office/drawing/2014/main"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a16:creationId xmlns:a16="http://schemas.microsoft.com/office/drawing/2014/main"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a16:creationId xmlns:a16="http://schemas.microsoft.com/office/drawing/2014/main"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a16:creationId xmlns:a16="http://schemas.microsoft.com/office/drawing/2014/main"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a16:creationId xmlns:a16="http://schemas.microsoft.com/office/drawing/2014/main"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a16:creationId xmlns:a16="http://schemas.microsoft.com/office/drawing/2014/main"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a16:creationId xmlns:a16="http://schemas.microsoft.com/office/drawing/2014/main"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a16:creationId xmlns:a16="http://schemas.microsoft.com/office/drawing/2014/main"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a16:creationId xmlns:a16="http://schemas.microsoft.com/office/drawing/2014/main"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486218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a16:creationId xmlns:a16="http://schemas.microsoft.com/office/drawing/2014/main"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a16:creationId xmlns:a16="http://schemas.microsoft.com/office/drawing/2014/main"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a16:creationId xmlns:a16="http://schemas.microsoft.com/office/drawing/2014/main"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a16:creationId xmlns:a16="http://schemas.microsoft.com/office/drawing/2014/main"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a16:creationId xmlns:a16="http://schemas.microsoft.com/office/drawing/2014/main"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a16:creationId xmlns:a16="http://schemas.microsoft.com/office/drawing/2014/main"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a16:creationId xmlns:a16="http://schemas.microsoft.com/office/drawing/2014/main"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a16:creationId xmlns:a16="http://schemas.microsoft.com/office/drawing/2014/main"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a16:creationId xmlns:a16="http://schemas.microsoft.com/office/drawing/2014/main"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a16:creationId xmlns:a16="http://schemas.microsoft.com/office/drawing/2014/main"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a16:creationId xmlns:a16="http://schemas.microsoft.com/office/drawing/2014/main"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a16:creationId xmlns:a16="http://schemas.microsoft.com/office/drawing/2014/main"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a16:creationId xmlns:a16="http://schemas.microsoft.com/office/drawing/2014/main"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a16:creationId xmlns:a16="http://schemas.microsoft.com/office/drawing/2014/main"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a16:creationId xmlns:a16="http://schemas.microsoft.com/office/drawing/2014/main"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a16:creationId xmlns:a16="http://schemas.microsoft.com/office/drawing/2014/main"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a16:creationId xmlns:a16="http://schemas.microsoft.com/office/drawing/2014/main"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a16:creationId xmlns:a16="http://schemas.microsoft.com/office/drawing/2014/main"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a16:creationId xmlns:a16="http://schemas.microsoft.com/office/drawing/2014/main"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a16:creationId xmlns:a16="http://schemas.microsoft.com/office/drawing/2014/main"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a16:creationId xmlns:a16="http://schemas.microsoft.com/office/drawing/2014/main"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a16:creationId xmlns:a16="http://schemas.microsoft.com/office/drawing/2014/main"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a16:creationId xmlns:a16="http://schemas.microsoft.com/office/drawing/2014/main"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a16:creationId xmlns:a16="http://schemas.microsoft.com/office/drawing/2014/main"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a16:creationId xmlns:a16="http://schemas.microsoft.com/office/drawing/2014/main"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a16:creationId xmlns:a16="http://schemas.microsoft.com/office/drawing/2014/main"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a16:creationId xmlns:a16="http://schemas.microsoft.com/office/drawing/2014/main"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a16:creationId xmlns:a16="http://schemas.microsoft.com/office/drawing/2014/main"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a16:creationId xmlns:a16="http://schemas.microsoft.com/office/drawing/2014/main"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a16:creationId xmlns:a16="http://schemas.microsoft.com/office/drawing/2014/main"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a16:creationId xmlns:a16="http://schemas.microsoft.com/office/drawing/2014/main"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a16:creationId xmlns:a16="http://schemas.microsoft.com/office/drawing/2014/main"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a16:creationId xmlns:a16="http://schemas.microsoft.com/office/drawing/2014/main"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a16:creationId xmlns:a16="http://schemas.microsoft.com/office/drawing/2014/main"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a16:creationId xmlns:a16="http://schemas.microsoft.com/office/drawing/2014/main"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a16:creationId xmlns:a16="http://schemas.microsoft.com/office/drawing/2014/main"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a16:creationId xmlns:a16="http://schemas.microsoft.com/office/drawing/2014/main"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a16:creationId xmlns:a16="http://schemas.microsoft.com/office/drawing/2014/main"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a16:creationId xmlns:a16="http://schemas.microsoft.com/office/drawing/2014/main"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a16:creationId xmlns:a16="http://schemas.microsoft.com/office/drawing/2014/main"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a16:creationId xmlns:a16="http://schemas.microsoft.com/office/drawing/2014/main"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a16:creationId xmlns:a16="http://schemas.microsoft.com/office/drawing/2014/main"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a16:creationId xmlns:a16="http://schemas.microsoft.com/office/drawing/2014/main"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a16:creationId xmlns:a16="http://schemas.microsoft.com/office/drawing/2014/main"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a16:creationId xmlns:a16="http://schemas.microsoft.com/office/drawing/2014/main"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a16:creationId xmlns:a16="http://schemas.microsoft.com/office/drawing/2014/main"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a16:creationId xmlns:a16="http://schemas.microsoft.com/office/drawing/2014/main"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a16:creationId xmlns:a16="http://schemas.microsoft.com/office/drawing/2014/main"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a16:creationId xmlns:a16="http://schemas.microsoft.com/office/drawing/2014/main"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a16:creationId xmlns:a16="http://schemas.microsoft.com/office/drawing/2014/main"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a16:creationId xmlns:a16="http://schemas.microsoft.com/office/drawing/2014/main"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a16:creationId xmlns:a16="http://schemas.microsoft.com/office/drawing/2014/main"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a16:creationId xmlns:a16="http://schemas.microsoft.com/office/drawing/2014/main"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a16:creationId xmlns:a16="http://schemas.microsoft.com/office/drawing/2014/main"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a16:creationId xmlns:a16="http://schemas.microsoft.com/office/drawing/2014/main"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a16:creationId xmlns:a16="http://schemas.microsoft.com/office/drawing/2014/main"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a16:creationId xmlns:a16="http://schemas.microsoft.com/office/drawing/2014/main"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a16:creationId xmlns:a16="http://schemas.microsoft.com/office/drawing/2014/main"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a16:creationId xmlns:a16="http://schemas.microsoft.com/office/drawing/2014/main"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a16:creationId xmlns:a16="http://schemas.microsoft.com/office/drawing/2014/main"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a16:creationId xmlns:a16="http://schemas.microsoft.com/office/drawing/2014/main"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a16:creationId xmlns:a16="http://schemas.microsoft.com/office/drawing/2014/main"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a16:creationId xmlns:a16="http://schemas.microsoft.com/office/drawing/2014/main"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a16:creationId xmlns:a16="http://schemas.microsoft.com/office/drawing/2014/main"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a16:creationId xmlns:a16="http://schemas.microsoft.com/office/drawing/2014/main"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a16:creationId xmlns:a16="http://schemas.microsoft.com/office/drawing/2014/main"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5870106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a16:creationId xmlns:a16="http://schemas.microsoft.com/office/drawing/2014/main"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a16:creationId xmlns:a16="http://schemas.microsoft.com/office/drawing/2014/main"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a16:creationId xmlns:a16="http://schemas.microsoft.com/office/drawing/2014/main"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a16:creationId xmlns:a16="http://schemas.microsoft.com/office/drawing/2014/main"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a16:creationId xmlns:a16="http://schemas.microsoft.com/office/drawing/2014/main"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a16:creationId xmlns:a16="http://schemas.microsoft.com/office/drawing/2014/main"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a16:creationId xmlns:a16="http://schemas.microsoft.com/office/drawing/2014/main"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a16:creationId xmlns:a16="http://schemas.microsoft.com/office/drawing/2014/main"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a16:creationId xmlns:a16="http://schemas.microsoft.com/office/drawing/2014/main"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a16:creationId xmlns:a16="http://schemas.microsoft.com/office/drawing/2014/main"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a16:creationId xmlns:a16="http://schemas.microsoft.com/office/drawing/2014/main"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a16:creationId xmlns:a16="http://schemas.microsoft.com/office/drawing/2014/main"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a16:creationId xmlns:a16="http://schemas.microsoft.com/office/drawing/2014/main"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a16:creationId xmlns:a16="http://schemas.microsoft.com/office/drawing/2014/main"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a16:creationId xmlns:a16="http://schemas.microsoft.com/office/drawing/2014/main"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a16:creationId xmlns:a16="http://schemas.microsoft.com/office/drawing/2014/main"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a16:creationId xmlns:a16="http://schemas.microsoft.com/office/drawing/2014/main"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a16:creationId xmlns:a16="http://schemas.microsoft.com/office/drawing/2014/main"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a16:creationId xmlns:a16="http://schemas.microsoft.com/office/drawing/2014/main"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a16:creationId xmlns:a16="http://schemas.microsoft.com/office/drawing/2014/main"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a16:creationId xmlns:a16="http://schemas.microsoft.com/office/drawing/2014/main"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a16:creationId xmlns:a16="http://schemas.microsoft.com/office/drawing/2014/main"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a16:creationId xmlns:a16="http://schemas.microsoft.com/office/drawing/2014/main"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8617336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a16:creationId xmlns:a16="http://schemas.microsoft.com/office/drawing/2014/main"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a16:creationId xmlns:a16="http://schemas.microsoft.com/office/drawing/2014/main"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a16:creationId xmlns:a16="http://schemas.microsoft.com/office/drawing/2014/main"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a16:creationId xmlns:a16="http://schemas.microsoft.com/office/drawing/2014/main"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a16:creationId xmlns:a16="http://schemas.microsoft.com/office/drawing/2014/main"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a16:creationId xmlns:a16="http://schemas.microsoft.com/office/drawing/2014/main"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a16:creationId xmlns:a16="http://schemas.microsoft.com/office/drawing/2014/main"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a16:creationId xmlns:a16="http://schemas.microsoft.com/office/drawing/2014/main"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a16:creationId xmlns:a16="http://schemas.microsoft.com/office/drawing/2014/main"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a16:creationId xmlns:a16="http://schemas.microsoft.com/office/drawing/2014/main"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a16:creationId xmlns:a16="http://schemas.microsoft.com/office/drawing/2014/main"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a16:creationId xmlns:a16="http://schemas.microsoft.com/office/drawing/2014/main"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a16:creationId xmlns:a16="http://schemas.microsoft.com/office/drawing/2014/main"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a16:creationId xmlns:a16="http://schemas.microsoft.com/office/drawing/2014/main"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a16:creationId xmlns:a16="http://schemas.microsoft.com/office/drawing/2014/main"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a16:creationId xmlns:a16="http://schemas.microsoft.com/office/drawing/2014/main"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a16:creationId xmlns:a16="http://schemas.microsoft.com/office/drawing/2014/main"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a16:creationId xmlns:a16="http://schemas.microsoft.com/office/drawing/2014/main"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a16:creationId xmlns:a16="http://schemas.microsoft.com/office/drawing/2014/main"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a16:creationId xmlns:a16="http://schemas.microsoft.com/office/drawing/2014/main"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a16:creationId xmlns:a16="http://schemas.microsoft.com/office/drawing/2014/main"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a16:creationId xmlns:a16="http://schemas.microsoft.com/office/drawing/2014/main"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a16:creationId xmlns:a16="http://schemas.microsoft.com/office/drawing/2014/main"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a16:creationId xmlns:a16="http://schemas.microsoft.com/office/drawing/2014/main"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a16:creationId xmlns:a16="http://schemas.microsoft.com/office/drawing/2014/main"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a16:creationId xmlns:a16="http://schemas.microsoft.com/office/drawing/2014/main"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a16:creationId xmlns:a16="http://schemas.microsoft.com/office/drawing/2014/main"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a16:creationId xmlns:a16="http://schemas.microsoft.com/office/drawing/2014/main"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a16:creationId xmlns:a16="http://schemas.microsoft.com/office/drawing/2014/main"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a16:creationId xmlns:a16="http://schemas.microsoft.com/office/drawing/2014/main"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a16:creationId xmlns:a16="http://schemas.microsoft.com/office/drawing/2014/main"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6923277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a16:creationId xmlns:a16="http://schemas.microsoft.com/office/drawing/2014/main"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a16:creationId xmlns:a16="http://schemas.microsoft.com/office/drawing/2014/main"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a16:creationId xmlns:a16="http://schemas.microsoft.com/office/drawing/2014/main"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a16:creationId xmlns:a16="http://schemas.microsoft.com/office/drawing/2014/main"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a16:creationId xmlns:a16="http://schemas.microsoft.com/office/drawing/2014/main"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a16:creationId xmlns:a16="http://schemas.microsoft.com/office/drawing/2014/main"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a16:creationId xmlns:a16="http://schemas.microsoft.com/office/drawing/2014/main"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a16:creationId xmlns:a16="http://schemas.microsoft.com/office/drawing/2014/main"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a16:creationId xmlns:a16="http://schemas.microsoft.com/office/drawing/2014/main"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a16:creationId xmlns:a16="http://schemas.microsoft.com/office/drawing/2014/main"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a16:creationId xmlns:a16="http://schemas.microsoft.com/office/drawing/2014/main"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a16:creationId xmlns:a16="http://schemas.microsoft.com/office/drawing/2014/main"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a16:creationId xmlns:a16="http://schemas.microsoft.com/office/drawing/2014/main"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a16:creationId xmlns:a16="http://schemas.microsoft.com/office/drawing/2014/main"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a16:creationId xmlns:a16="http://schemas.microsoft.com/office/drawing/2014/main"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a16:creationId xmlns:a16="http://schemas.microsoft.com/office/drawing/2014/main"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a16:creationId xmlns:a16="http://schemas.microsoft.com/office/drawing/2014/main"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a16:creationId xmlns:a16="http://schemas.microsoft.com/office/drawing/2014/main"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a16:creationId xmlns:a16="http://schemas.microsoft.com/office/drawing/2014/main"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a16:creationId xmlns:a16="http://schemas.microsoft.com/office/drawing/2014/main"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a16:creationId xmlns:a16="http://schemas.microsoft.com/office/drawing/2014/main"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a16:creationId xmlns:a16="http://schemas.microsoft.com/office/drawing/2014/main"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a16:creationId xmlns:a16="http://schemas.microsoft.com/office/drawing/2014/main"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a16:creationId xmlns:a16="http://schemas.microsoft.com/office/drawing/2014/main"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a16:creationId xmlns:a16="http://schemas.microsoft.com/office/drawing/2014/main"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a16:creationId xmlns:a16="http://schemas.microsoft.com/office/drawing/2014/main"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a16:creationId xmlns:a16="http://schemas.microsoft.com/office/drawing/2014/main"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a16:creationId xmlns:a16="http://schemas.microsoft.com/office/drawing/2014/main"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49110861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a16:creationId xmlns:a16="http://schemas.microsoft.com/office/drawing/2014/main"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a16:creationId xmlns:a16="http://schemas.microsoft.com/office/drawing/2014/main"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a16:creationId xmlns:a16="http://schemas.microsoft.com/office/drawing/2014/main"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a16:creationId xmlns:a16="http://schemas.microsoft.com/office/drawing/2014/main"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a16:creationId xmlns:a16="http://schemas.microsoft.com/office/drawing/2014/main"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a16:creationId xmlns:a16="http://schemas.microsoft.com/office/drawing/2014/main"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a16:creationId xmlns:a16="http://schemas.microsoft.com/office/drawing/2014/main"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a16:creationId xmlns:a16="http://schemas.microsoft.com/office/drawing/2014/main"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a16:creationId xmlns:a16="http://schemas.microsoft.com/office/drawing/2014/main"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a16:creationId xmlns:a16="http://schemas.microsoft.com/office/drawing/2014/main"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a16:creationId xmlns:a16="http://schemas.microsoft.com/office/drawing/2014/main"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a16:creationId xmlns:a16="http://schemas.microsoft.com/office/drawing/2014/main"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a16:creationId xmlns:a16="http://schemas.microsoft.com/office/drawing/2014/main"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a16:creationId xmlns:a16="http://schemas.microsoft.com/office/drawing/2014/main"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a16:creationId xmlns:a16="http://schemas.microsoft.com/office/drawing/2014/main"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a16:creationId xmlns:a16="http://schemas.microsoft.com/office/drawing/2014/main"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a16:creationId xmlns:a16="http://schemas.microsoft.com/office/drawing/2014/main"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a16:creationId xmlns:a16="http://schemas.microsoft.com/office/drawing/2014/main"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a16:creationId xmlns:a16="http://schemas.microsoft.com/office/drawing/2014/main"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a16:creationId xmlns:a16="http://schemas.microsoft.com/office/drawing/2014/main"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a16:creationId xmlns:a16="http://schemas.microsoft.com/office/drawing/2014/main"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a16:creationId xmlns:a16="http://schemas.microsoft.com/office/drawing/2014/main"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a16:creationId xmlns:a16="http://schemas.microsoft.com/office/drawing/2014/main"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a16:creationId xmlns:a16="http://schemas.microsoft.com/office/drawing/2014/main"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a16:creationId xmlns:a16="http://schemas.microsoft.com/office/drawing/2014/main"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a16:creationId xmlns:a16="http://schemas.microsoft.com/office/drawing/2014/main"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a16:creationId xmlns:a16="http://schemas.microsoft.com/office/drawing/2014/main"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a16:creationId xmlns:a16="http://schemas.microsoft.com/office/drawing/2014/main"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a16:creationId xmlns:a16="http://schemas.microsoft.com/office/drawing/2014/main"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a16:creationId xmlns:a16="http://schemas.microsoft.com/office/drawing/2014/main"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a16:creationId xmlns:a16="http://schemas.microsoft.com/office/drawing/2014/main"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a16:creationId xmlns:a16="http://schemas.microsoft.com/office/drawing/2014/main"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a16:creationId xmlns:a16="http://schemas.microsoft.com/office/drawing/2014/main"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a16:creationId xmlns:a16="http://schemas.microsoft.com/office/drawing/2014/main"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a16:creationId xmlns:a16="http://schemas.microsoft.com/office/drawing/2014/main"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a16:creationId xmlns:a16="http://schemas.microsoft.com/office/drawing/2014/main"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a16:creationId xmlns:a16="http://schemas.microsoft.com/office/drawing/2014/main"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a16:creationId xmlns:a16="http://schemas.microsoft.com/office/drawing/2014/main"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a16:creationId xmlns:a16="http://schemas.microsoft.com/office/drawing/2014/main"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a16:creationId xmlns:a16="http://schemas.microsoft.com/office/drawing/2014/main"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a16:creationId xmlns:a16="http://schemas.microsoft.com/office/drawing/2014/main"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a16:creationId xmlns:a16="http://schemas.microsoft.com/office/drawing/2014/main"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a16:creationId xmlns:a16="http://schemas.microsoft.com/office/drawing/2014/main"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a16:creationId xmlns:a16="http://schemas.microsoft.com/office/drawing/2014/main"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a16:creationId xmlns:a16="http://schemas.microsoft.com/office/drawing/2014/main"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a16:creationId xmlns:a16="http://schemas.microsoft.com/office/drawing/2014/main"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a16:creationId xmlns:a16="http://schemas.microsoft.com/office/drawing/2014/main"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a16:creationId xmlns:a16="http://schemas.microsoft.com/office/drawing/2014/main"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a16:creationId xmlns:a16="http://schemas.microsoft.com/office/drawing/2014/main"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a16:creationId xmlns:a16="http://schemas.microsoft.com/office/drawing/2014/main"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a16:creationId xmlns:a16="http://schemas.microsoft.com/office/drawing/2014/main"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a16:creationId xmlns:a16="http://schemas.microsoft.com/office/drawing/2014/main"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a16:creationId xmlns:a16="http://schemas.microsoft.com/office/drawing/2014/main"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a16:creationId xmlns:a16="http://schemas.microsoft.com/office/drawing/2014/main"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a16:creationId xmlns:a16="http://schemas.microsoft.com/office/drawing/2014/main"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a16:creationId xmlns:a16="http://schemas.microsoft.com/office/drawing/2014/main"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a16:creationId xmlns:a16="http://schemas.microsoft.com/office/drawing/2014/main"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a16:creationId xmlns:a16="http://schemas.microsoft.com/office/drawing/2014/main"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a16:creationId xmlns:a16="http://schemas.microsoft.com/office/drawing/2014/main"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a16:creationId xmlns:a16="http://schemas.microsoft.com/office/drawing/2014/main"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a16:creationId xmlns:a16="http://schemas.microsoft.com/office/drawing/2014/main"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a16:creationId xmlns:a16="http://schemas.microsoft.com/office/drawing/2014/main"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a16:creationId xmlns:a16="http://schemas.microsoft.com/office/drawing/2014/main"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a16:creationId xmlns:a16="http://schemas.microsoft.com/office/drawing/2014/main"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68062728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a16:creationId xmlns:a16="http://schemas.microsoft.com/office/drawing/2014/main"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a16:creationId xmlns:a16="http://schemas.microsoft.com/office/drawing/2014/main"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a16:creationId xmlns:a16="http://schemas.microsoft.com/office/drawing/2014/main"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a16:creationId xmlns:a16="http://schemas.microsoft.com/office/drawing/2014/main"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a16:creationId xmlns:a16="http://schemas.microsoft.com/office/drawing/2014/main"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a16:creationId xmlns:a16="http://schemas.microsoft.com/office/drawing/2014/main"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a16:creationId xmlns:a16="http://schemas.microsoft.com/office/drawing/2014/main"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a16:creationId xmlns:a16="http://schemas.microsoft.com/office/drawing/2014/main"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a16:creationId xmlns:a16="http://schemas.microsoft.com/office/drawing/2014/main"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616915304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a16:creationId xmlns:a16="http://schemas.microsoft.com/office/drawing/2014/main"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a16:creationId xmlns:a16="http://schemas.microsoft.com/office/drawing/2014/main"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a16:creationId xmlns:a16="http://schemas.microsoft.com/office/drawing/2014/main"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a16:creationId xmlns:a16="http://schemas.microsoft.com/office/drawing/2014/main"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a16:creationId xmlns:a16="http://schemas.microsoft.com/office/drawing/2014/main"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a16:creationId xmlns:a16="http://schemas.microsoft.com/office/drawing/2014/main"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a16:creationId xmlns:a16="http://schemas.microsoft.com/office/drawing/2014/main"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a16:creationId xmlns:a16="http://schemas.microsoft.com/office/drawing/2014/main"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a16:creationId xmlns:a16="http://schemas.microsoft.com/office/drawing/2014/main"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a16:creationId xmlns:a16="http://schemas.microsoft.com/office/drawing/2014/main"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a16:creationId xmlns:a16="http://schemas.microsoft.com/office/drawing/2014/main"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2207166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a16:creationId xmlns:a16="http://schemas.microsoft.com/office/drawing/2014/main"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a16:creationId xmlns:a16="http://schemas.microsoft.com/office/drawing/2014/main"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a16:creationId xmlns:a16="http://schemas.microsoft.com/office/drawing/2014/main"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a16:creationId xmlns:a16="http://schemas.microsoft.com/office/drawing/2014/main"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a16:creationId xmlns:a16="http://schemas.microsoft.com/office/drawing/2014/main"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a16:creationId xmlns:a16="http://schemas.microsoft.com/office/drawing/2014/main"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a16:creationId xmlns:a16="http://schemas.microsoft.com/office/drawing/2014/main"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a16:creationId xmlns:a16="http://schemas.microsoft.com/office/drawing/2014/main"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a16:creationId xmlns:a16="http://schemas.microsoft.com/office/drawing/2014/main"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a16:creationId xmlns:a16="http://schemas.microsoft.com/office/drawing/2014/main"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a16:creationId xmlns:a16="http://schemas.microsoft.com/office/drawing/2014/main"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a16:creationId xmlns:a16="http://schemas.microsoft.com/office/drawing/2014/main"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a16:creationId xmlns:a16="http://schemas.microsoft.com/office/drawing/2014/main"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a16:creationId xmlns:a16="http://schemas.microsoft.com/office/drawing/2014/main"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a16:creationId xmlns:a16="http://schemas.microsoft.com/office/drawing/2014/main"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a16:creationId xmlns:a16="http://schemas.microsoft.com/office/drawing/2014/main"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a16:creationId xmlns:a16="http://schemas.microsoft.com/office/drawing/2014/main"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a16:creationId xmlns:a16="http://schemas.microsoft.com/office/drawing/2014/main"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a16:creationId xmlns:a16="http://schemas.microsoft.com/office/drawing/2014/main"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a16:creationId xmlns:a16="http://schemas.microsoft.com/office/drawing/2014/main"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a16:creationId xmlns:a16="http://schemas.microsoft.com/office/drawing/2014/main"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a16:creationId xmlns:a16="http://schemas.microsoft.com/office/drawing/2014/main"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a16:creationId xmlns:a16="http://schemas.microsoft.com/office/drawing/2014/main"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a16:creationId xmlns:a16="http://schemas.microsoft.com/office/drawing/2014/main"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a16:creationId xmlns:a16="http://schemas.microsoft.com/office/drawing/2014/main"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a16:creationId xmlns:a16="http://schemas.microsoft.com/office/drawing/2014/main"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a16:creationId xmlns:a16="http://schemas.microsoft.com/office/drawing/2014/main"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a16:creationId xmlns:a16="http://schemas.microsoft.com/office/drawing/2014/main"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a16:creationId xmlns:a16="http://schemas.microsoft.com/office/drawing/2014/main"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a16:creationId xmlns:a16="http://schemas.microsoft.com/office/drawing/2014/main"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a16:creationId xmlns:a16="http://schemas.microsoft.com/office/drawing/2014/main"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a16:creationId xmlns:a16="http://schemas.microsoft.com/office/drawing/2014/main"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a16:creationId xmlns:a16="http://schemas.microsoft.com/office/drawing/2014/main"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a16:creationId xmlns:a16="http://schemas.microsoft.com/office/drawing/2014/main"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a16:creationId xmlns:a16="http://schemas.microsoft.com/office/drawing/2014/main"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a16:creationId xmlns:a16="http://schemas.microsoft.com/office/drawing/2014/main"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a16:creationId xmlns:a16="http://schemas.microsoft.com/office/drawing/2014/main"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a16:creationId xmlns:a16="http://schemas.microsoft.com/office/drawing/2014/main"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51058132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a16:creationId xmlns:a16="http://schemas.microsoft.com/office/drawing/2014/main"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a16:creationId xmlns:a16="http://schemas.microsoft.com/office/drawing/2014/main"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a16:creationId xmlns:a16="http://schemas.microsoft.com/office/drawing/2014/main"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a16:creationId xmlns:a16="http://schemas.microsoft.com/office/drawing/2014/main"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a16:creationId xmlns:a16="http://schemas.microsoft.com/office/drawing/2014/main"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a16:creationId xmlns:a16="http://schemas.microsoft.com/office/drawing/2014/main"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a16:creationId xmlns:a16="http://schemas.microsoft.com/office/drawing/2014/main"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a16:creationId xmlns:a16="http://schemas.microsoft.com/office/drawing/2014/main"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a16:creationId xmlns:a16="http://schemas.microsoft.com/office/drawing/2014/main"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a16:creationId xmlns:a16="http://schemas.microsoft.com/office/drawing/2014/main"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a16:creationId xmlns:a16="http://schemas.microsoft.com/office/drawing/2014/main"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a16:creationId xmlns:a16="http://schemas.microsoft.com/office/drawing/2014/main"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a16:creationId xmlns:a16="http://schemas.microsoft.com/office/drawing/2014/main"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a16:creationId xmlns:a16="http://schemas.microsoft.com/office/drawing/2014/main"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a16:creationId xmlns:a16="http://schemas.microsoft.com/office/drawing/2014/main"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a16:creationId xmlns:a16="http://schemas.microsoft.com/office/drawing/2014/main"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a16:creationId xmlns:a16="http://schemas.microsoft.com/office/drawing/2014/main"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a16:creationId xmlns:a16="http://schemas.microsoft.com/office/drawing/2014/main"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a16:creationId xmlns:a16="http://schemas.microsoft.com/office/drawing/2014/main"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a16:creationId xmlns:a16="http://schemas.microsoft.com/office/drawing/2014/main"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a16:creationId xmlns:a16="http://schemas.microsoft.com/office/drawing/2014/main"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a16:creationId xmlns:a16="http://schemas.microsoft.com/office/drawing/2014/main"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a16:creationId xmlns:a16="http://schemas.microsoft.com/office/drawing/2014/main"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a16:creationId xmlns:a16="http://schemas.microsoft.com/office/drawing/2014/main"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a16:creationId xmlns:a16="http://schemas.microsoft.com/office/drawing/2014/main"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a16:creationId xmlns:a16="http://schemas.microsoft.com/office/drawing/2014/main"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a16:creationId xmlns:a16="http://schemas.microsoft.com/office/drawing/2014/main"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a16:creationId xmlns:a16="http://schemas.microsoft.com/office/drawing/2014/main"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a16:creationId xmlns:a16="http://schemas.microsoft.com/office/drawing/2014/main"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a16:creationId xmlns:a16="http://schemas.microsoft.com/office/drawing/2014/main"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a16:creationId xmlns:a16="http://schemas.microsoft.com/office/drawing/2014/main"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a16:creationId xmlns:a16="http://schemas.microsoft.com/office/drawing/2014/main"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a16:creationId xmlns:a16="http://schemas.microsoft.com/office/drawing/2014/main"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a16:creationId xmlns:a16="http://schemas.microsoft.com/office/drawing/2014/main"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a16:creationId xmlns:a16="http://schemas.microsoft.com/office/drawing/2014/main"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a16:creationId xmlns:a16="http://schemas.microsoft.com/office/drawing/2014/main"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a16:creationId xmlns:a16="http://schemas.microsoft.com/office/drawing/2014/main"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a16:creationId xmlns:a16="http://schemas.microsoft.com/office/drawing/2014/main"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a16:creationId xmlns:a16="http://schemas.microsoft.com/office/drawing/2014/main"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a16:creationId xmlns:a16="http://schemas.microsoft.com/office/drawing/2014/main"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a16:creationId xmlns:a16="http://schemas.microsoft.com/office/drawing/2014/main"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a16:creationId xmlns:a16="http://schemas.microsoft.com/office/drawing/2014/main"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a16:creationId xmlns:a16="http://schemas.microsoft.com/office/drawing/2014/main"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a16:creationId xmlns:a16="http://schemas.microsoft.com/office/drawing/2014/main"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a16:creationId xmlns:a16="http://schemas.microsoft.com/office/drawing/2014/main"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a16:creationId xmlns:a16="http://schemas.microsoft.com/office/drawing/2014/main"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a16:creationId xmlns:a16="http://schemas.microsoft.com/office/drawing/2014/main"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a16:creationId xmlns:a16="http://schemas.microsoft.com/office/drawing/2014/main"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a16:creationId xmlns:a16="http://schemas.microsoft.com/office/drawing/2014/main"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a16:creationId xmlns:a16="http://schemas.microsoft.com/office/drawing/2014/main"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a16:creationId xmlns:a16="http://schemas.microsoft.com/office/drawing/2014/main"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a16:creationId xmlns:a16="http://schemas.microsoft.com/office/drawing/2014/main"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a16:creationId xmlns:a16="http://schemas.microsoft.com/office/drawing/2014/main"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a16:creationId xmlns:a16="http://schemas.microsoft.com/office/drawing/2014/main"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a16:creationId xmlns:a16="http://schemas.microsoft.com/office/drawing/2014/main"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a16:creationId xmlns:a16="http://schemas.microsoft.com/office/drawing/2014/main"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a16:creationId xmlns:a16="http://schemas.microsoft.com/office/drawing/2014/main"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a16:creationId xmlns:a16="http://schemas.microsoft.com/office/drawing/2014/main"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a16:creationId xmlns:a16="http://schemas.microsoft.com/office/drawing/2014/main"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a16:creationId xmlns:a16="http://schemas.microsoft.com/office/drawing/2014/main"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a16:creationId xmlns:a16="http://schemas.microsoft.com/office/drawing/2014/main"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a16:creationId xmlns:a16="http://schemas.microsoft.com/office/drawing/2014/main"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a16:creationId xmlns:a16="http://schemas.microsoft.com/office/drawing/2014/main"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a16:creationId xmlns:a16="http://schemas.microsoft.com/office/drawing/2014/main"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a16:creationId xmlns:a16="http://schemas.microsoft.com/office/drawing/2014/main"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a16:creationId xmlns:a16="http://schemas.microsoft.com/office/drawing/2014/main"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93193062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a16:creationId xmlns:a16="http://schemas.microsoft.com/office/drawing/2014/main"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a16:creationId xmlns:a16="http://schemas.microsoft.com/office/drawing/2014/main"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a16:creationId xmlns:a16="http://schemas.microsoft.com/office/drawing/2014/main"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a16:creationId xmlns:a16="http://schemas.microsoft.com/office/drawing/2014/main"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a16:creationId xmlns:a16="http://schemas.microsoft.com/office/drawing/2014/main"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a16:creationId xmlns:a16="http://schemas.microsoft.com/office/drawing/2014/main"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a16:creationId xmlns:a16="http://schemas.microsoft.com/office/drawing/2014/main"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a16:creationId xmlns:a16="http://schemas.microsoft.com/office/drawing/2014/main"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a16:creationId xmlns:a16="http://schemas.microsoft.com/office/drawing/2014/main"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a16:creationId xmlns:a16="http://schemas.microsoft.com/office/drawing/2014/main"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a16:creationId xmlns:a16="http://schemas.microsoft.com/office/drawing/2014/main"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a16:creationId xmlns:a16="http://schemas.microsoft.com/office/drawing/2014/main"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a16:creationId xmlns:a16="http://schemas.microsoft.com/office/drawing/2014/main"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a16:creationId xmlns:a16="http://schemas.microsoft.com/office/drawing/2014/main"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a16:creationId xmlns:a16="http://schemas.microsoft.com/office/drawing/2014/main"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a16:creationId xmlns:a16="http://schemas.microsoft.com/office/drawing/2014/main"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a16:creationId xmlns:a16="http://schemas.microsoft.com/office/drawing/2014/main"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a16:creationId xmlns:a16="http://schemas.microsoft.com/office/drawing/2014/main"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a16:creationId xmlns:a16="http://schemas.microsoft.com/office/drawing/2014/main"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a16:creationId xmlns:a16="http://schemas.microsoft.com/office/drawing/2014/main"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a16:creationId xmlns:a16="http://schemas.microsoft.com/office/drawing/2014/main"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a16:creationId xmlns:a16="http://schemas.microsoft.com/office/drawing/2014/main"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a16:creationId xmlns:a16="http://schemas.microsoft.com/office/drawing/2014/main"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a16:creationId xmlns:a16="http://schemas.microsoft.com/office/drawing/2014/main"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a16:creationId xmlns:a16="http://schemas.microsoft.com/office/drawing/2014/main"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a16:creationId xmlns:a16="http://schemas.microsoft.com/office/drawing/2014/main"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a16:creationId xmlns:a16="http://schemas.microsoft.com/office/drawing/2014/main"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a16:creationId xmlns:a16="http://schemas.microsoft.com/office/drawing/2014/main"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a16:creationId xmlns:a16="http://schemas.microsoft.com/office/drawing/2014/main"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a16:creationId xmlns:a16="http://schemas.microsoft.com/office/drawing/2014/main"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a16:creationId xmlns:a16="http://schemas.microsoft.com/office/drawing/2014/main"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a16:creationId xmlns:a16="http://schemas.microsoft.com/office/drawing/2014/main"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a16:creationId xmlns:a16="http://schemas.microsoft.com/office/drawing/2014/main"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a16:creationId xmlns:a16="http://schemas.microsoft.com/office/drawing/2014/main"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a16:creationId xmlns:a16="http://schemas.microsoft.com/office/drawing/2014/main"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a16:creationId xmlns:a16="http://schemas.microsoft.com/office/drawing/2014/main"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a16:creationId xmlns:a16="http://schemas.microsoft.com/office/drawing/2014/main"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a16:creationId xmlns:a16="http://schemas.microsoft.com/office/drawing/2014/main"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a16:creationId xmlns:a16="http://schemas.microsoft.com/office/drawing/2014/main"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a16:creationId xmlns:a16="http://schemas.microsoft.com/office/drawing/2014/main"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a16:creationId xmlns:a16="http://schemas.microsoft.com/office/drawing/2014/main"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a16:creationId xmlns:a16="http://schemas.microsoft.com/office/drawing/2014/main"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a16:creationId xmlns:a16="http://schemas.microsoft.com/office/drawing/2014/main"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a16:creationId xmlns:a16="http://schemas.microsoft.com/office/drawing/2014/main"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a16:creationId xmlns:a16="http://schemas.microsoft.com/office/drawing/2014/main"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a16:creationId xmlns:a16="http://schemas.microsoft.com/office/drawing/2014/main"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a16:creationId xmlns:a16="http://schemas.microsoft.com/office/drawing/2014/main"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a16:creationId xmlns:a16="http://schemas.microsoft.com/office/drawing/2014/main"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a16:creationId xmlns:a16="http://schemas.microsoft.com/office/drawing/2014/main"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a16:creationId xmlns:a16="http://schemas.microsoft.com/office/drawing/2014/main"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a16:creationId xmlns:a16="http://schemas.microsoft.com/office/drawing/2014/main"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a16:creationId xmlns:a16="http://schemas.microsoft.com/office/drawing/2014/main"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a16:creationId xmlns:a16="http://schemas.microsoft.com/office/drawing/2014/main"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a16:creationId xmlns:a16="http://schemas.microsoft.com/office/drawing/2014/main"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a16:creationId xmlns:a16="http://schemas.microsoft.com/office/drawing/2014/main"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a16:creationId xmlns:a16="http://schemas.microsoft.com/office/drawing/2014/main"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a16:creationId xmlns:a16="http://schemas.microsoft.com/office/drawing/2014/main"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a16:creationId xmlns:a16="http://schemas.microsoft.com/office/drawing/2014/main"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a16:creationId xmlns:a16="http://schemas.microsoft.com/office/drawing/2014/main"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a16:creationId xmlns:a16="http://schemas.microsoft.com/office/drawing/2014/main"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a16:creationId xmlns:a16="http://schemas.microsoft.com/office/drawing/2014/main"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a16:creationId xmlns:a16="http://schemas.microsoft.com/office/drawing/2014/main"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a16:creationId xmlns:a16="http://schemas.microsoft.com/office/drawing/2014/main"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a16:creationId xmlns:a16="http://schemas.microsoft.com/office/drawing/2014/main"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a16:creationId xmlns:a16="http://schemas.microsoft.com/office/drawing/2014/main"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a16:creationId xmlns:a16="http://schemas.microsoft.com/office/drawing/2014/main"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a16:creationId xmlns:a16="http://schemas.microsoft.com/office/drawing/2014/main"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a16:creationId xmlns:a16="http://schemas.microsoft.com/office/drawing/2014/main"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a16:creationId xmlns:a16="http://schemas.microsoft.com/office/drawing/2014/main"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a16:creationId xmlns:a16="http://schemas.microsoft.com/office/drawing/2014/main"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a16:creationId xmlns:a16="http://schemas.microsoft.com/office/drawing/2014/main"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a16:creationId xmlns:a16="http://schemas.microsoft.com/office/drawing/2014/main"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a16:creationId xmlns:a16="http://schemas.microsoft.com/office/drawing/2014/main"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a16:creationId xmlns:a16="http://schemas.microsoft.com/office/drawing/2014/main"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a16:creationId xmlns:a16="http://schemas.microsoft.com/office/drawing/2014/main"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a16:creationId xmlns:a16="http://schemas.microsoft.com/office/drawing/2014/main"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a16:creationId xmlns:a16="http://schemas.microsoft.com/office/drawing/2014/main"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a16:creationId xmlns:a16="http://schemas.microsoft.com/office/drawing/2014/main"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a16:creationId xmlns:a16="http://schemas.microsoft.com/office/drawing/2014/main"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a16:creationId xmlns:a16="http://schemas.microsoft.com/office/drawing/2014/main"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a16:creationId xmlns:a16="http://schemas.microsoft.com/office/drawing/2014/main"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a16:creationId xmlns:a16="http://schemas.microsoft.com/office/drawing/2014/main"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a16:creationId xmlns:a16="http://schemas.microsoft.com/office/drawing/2014/main"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a16:creationId xmlns:a16="http://schemas.microsoft.com/office/drawing/2014/main"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a16:creationId xmlns:a16="http://schemas.microsoft.com/office/drawing/2014/main"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a16:creationId xmlns:a16="http://schemas.microsoft.com/office/drawing/2014/main"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a16:creationId xmlns:a16="http://schemas.microsoft.com/office/drawing/2014/main"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a16:creationId xmlns:a16="http://schemas.microsoft.com/office/drawing/2014/main"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a16:creationId xmlns:a16="http://schemas.microsoft.com/office/drawing/2014/main"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6319835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a16:creationId xmlns:a16="http://schemas.microsoft.com/office/drawing/2014/main"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a16:creationId xmlns:a16="http://schemas.microsoft.com/office/drawing/2014/main"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a16:creationId xmlns:a16="http://schemas.microsoft.com/office/drawing/2014/main"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a16:creationId xmlns:a16="http://schemas.microsoft.com/office/drawing/2014/main"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a16:creationId xmlns:a16="http://schemas.microsoft.com/office/drawing/2014/main"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a16:creationId xmlns:a16="http://schemas.microsoft.com/office/drawing/2014/main"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a16:creationId xmlns:a16="http://schemas.microsoft.com/office/drawing/2014/main"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a16:creationId xmlns:a16="http://schemas.microsoft.com/office/drawing/2014/main"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a16:creationId xmlns:a16="http://schemas.microsoft.com/office/drawing/2014/main"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a16:creationId xmlns:a16="http://schemas.microsoft.com/office/drawing/2014/main"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a16:creationId xmlns:a16="http://schemas.microsoft.com/office/drawing/2014/main"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a16:creationId xmlns:a16="http://schemas.microsoft.com/office/drawing/2014/main"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a16:creationId xmlns:a16="http://schemas.microsoft.com/office/drawing/2014/main"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a16:creationId xmlns:a16="http://schemas.microsoft.com/office/drawing/2014/main"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a16:creationId xmlns:a16="http://schemas.microsoft.com/office/drawing/2014/main"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a16:creationId xmlns:a16="http://schemas.microsoft.com/office/drawing/2014/main"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a16:creationId xmlns:a16="http://schemas.microsoft.com/office/drawing/2014/main"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a16:creationId xmlns:a16="http://schemas.microsoft.com/office/drawing/2014/main"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a16:creationId xmlns:a16="http://schemas.microsoft.com/office/drawing/2014/main"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a16:creationId xmlns:a16="http://schemas.microsoft.com/office/drawing/2014/main"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a16:creationId xmlns:a16="http://schemas.microsoft.com/office/drawing/2014/main"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a16:creationId xmlns:a16="http://schemas.microsoft.com/office/drawing/2014/main"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a16:creationId xmlns:a16="http://schemas.microsoft.com/office/drawing/2014/main"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a16:creationId xmlns:a16="http://schemas.microsoft.com/office/drawing/2014/main"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a16:creationId xmlns:a16="http://schemas.microsoft.com/office/drawing/2014/main"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a16:creationId xmlns:a16="http://schemas.microsoft.com/office/drawing/2014/main"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a16:creationId xmlns:a16="http://schemas.microsoft.com/office/drawing/2014/main"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95491729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a16:creationId xmlns:a16="http://schemas.microsoft.com/office/drawing/2014/main"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a16:creationId xmlns:a16="http://schemas.microsoft.com/office/drawing/2014/main"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a16:creationId xmlns:a16="http://schemas.microsoft.com/office/drawing/2014/main"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a16:creationId xmlns:a16="http://schemas.microsoft.com/office/drawing/2014/main"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a16:creationId xmlns:a16="http://schemas.microsoft.com/office/drawing/2014/main"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a16:creationId xmlns:a16="http://schemas.microsoft.com/office/drawing/2014/main"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a16:creationId xmlns:a16="http://schemas.microsoft.com/office/drawing/2014/main"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859700884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a16:creationId xmlns:a16="http://schemas.microsoft.com/office/drawing/2014/main"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a16:creationId xmlns:a16="http://schemas.microsoft.com/office/drawing/2014/main"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a16:creationId xmlns:a16="http://schemas.microsoft.com/office/drawing/2014/main"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a16:creationId xmlns:a16="http://schemas.microsoft.com/office/drawing/2014/main"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43274731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a16:creationId xmlns:a16="http://schemas.microsoft.com/office/drawing/2014/main"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a16:creationId xmlns:a16="http://schemas.microsoft.com/office/drawing/2014/main"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a16:creationId xmlns:a16="http://schemas.microsoft.com/office/drawing/2014/main"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a16:creationId xmlns:a16="http://schemas.microsoft.com/office/drawing/2014/main"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a16:creationId xmlns:a16="http://schemas.microsoft.com/office/drawing/2014/main"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a16:creationId xmlns:a16="http://schemas.microsoft.com/office/drawing/2014/main"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a16:creationId xmlns:a16="http://schemas.microsoft.com/office/drawing/2014/main"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a16:creationId xmlns:a16="http://schemas.microsoft.com/office/drawing/2014/main"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a16:creationId xmlns:a16="http://schemas.microsoft.com/office/drawing/2014/main"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a16:creationId xmlns:a16="http://schemas.microsoft.com/office/drawing/2014/main"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a16:creationId xmlns:a16="http://schemas.microsoft.com/office/drawing/2014/main"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a16:creationId xmlns:a16="http://schemas.microsoft.com/office/drawing/2014/main"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a16:creationId xmlns:a16="http://schemas.microsoft.com/office/drawing/2014/main"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a16:creationId xmlns:a16="http://schemas.microsoft.com/office/drawing/2014/main"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a16:creationId xmlns:a16="http://schemas.microsoft.com/office/drawing/2014/main"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a16:creationId xmlns:a16="http://schemas.microsoft.com/office/drawing/2014/main"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a16:creationId xmlns:a16="http://schemas.microsoft.com/office/drawing/2014/main"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a16:creationId xmlns:a16="http://schemas.microsoft.com/office/drawing/2014/main"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a16:creationId xmlns:a16="http://schemas.microsoft.com/office/drawing/2014/main"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a16:creationId xmlns:a16="http://schemas.microsoft.com/office/drawing/2014/main"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a16:creationId xmlns:a16="http://schemas.microsoft.com/office/drawing/2014/main"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a16:creationId xmlns:a16="http://schemas.microsoft.com/office/drawing/2014/main"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3766726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a16:creationId xmlns:a16="http://schemas.microsoft.com/office/drawing/2014/main"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a16:creationId xmlns:a16="http://schemas.microsoft.com/office/drawing/2014/main"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a16:creationId xmlns:a16="http://schemas.microsoft.com/office/drawing/2014/main"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a16:creationId xmlns:a16="http://schemas.microsoft.com/office/drawing/2014/main"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a16:creationId xmlns:a16="http://schemas.microsoft.com/office/drawing/2014/main"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a16:creationId xmlns:a16="http://schemas.microsoft.com/office/drawing/2014/main"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a16:creationId xmlns:a16="http://schemas.microsoft.com/office/drawing/2014/main"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a16:creationId xmlns:a16="http://schemas.microsoft.com/office/drawing/2014/main"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a16:creationId xmlns:a16="http://schemas.microsoft.com/office/drawing/2014/main"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a16:creationId xmlns:a16="http://schemas.microsoft.com/office/drawing/2014/main"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a16:creationId xmlns:a16="http://schemas.microsoft.com/office/drawing/2014/main"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a16:creationId xmlns:a16="http://schemas.microsoft.com/office/drawing/2014/main"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a16:creationId xmlns:a16="http://schemas.microsoft.com/office/drawing/2014/main"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a16:creationId xmlns:a16="http://schemas.microsoft.com/office/drawing/2014/main"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a16:creationId xmlns:a16="http://schemas.microsoft.com/office/drawing/2014/main"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a16:creationId xmlns:a16="http://schemas.microsoft.com/office/drawing/2014/main"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a16:creationId xmlns:a16="http://schemas.microsoft.com/office/drawing/2014/main"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a16:creationId xmlns:a16="http://schemas.microsoft.com/office/drawing/2014/main"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a16:creationId xmlns:a16="http://schemas.microsoft.com/office/drawing/2014/main"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a16:creationId xmlns:a16="http://schemas.microsoft.com/office/drawing/2014/main"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a16:creationId xmlns:a16="http://schemas.microsoft.com/office/drawing/2014/main"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a16:creationId xmlns:a16="http://schemas.microsoft.com/office/drawing/2014/main"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a16:creationId xmlns:a16="http://schemas.microsoft.com/office/drawing/2014/main"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a16:creationId xmlns:a16="http://schemas.microsoft.com/office/drawing/2014/main"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a16:creationId xmlns:a16="http://schemas.microsoft.com/office/drawing/2014/main"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a16:creationId xmlns:a16="http://schemas.microsoft.com/office/drawing/2014/main"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a16:creationId xmlns:a16="http://schemas.microsoft.com/office/drawing/2014/main"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a16:creationId xmlns:a16="http://schemas.microsoft.com/office/drawing/2014/main"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a16:creationId xmlns:a16="http://schemas.microsoft.com/office/drawing/2014/main"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a16:creationId xmlns:a16="http://schemas.microsoft.com/office/drawing/2014/main"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a16:creationId xmlns:a16="http://schemas.microsoft.com/office/drawing/2014/main"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a16:creationId xmlns:a16="http://schemas.microsoft.com/office/drawing/2014/main"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a16:creationId xmlns:a16="http://schemas.microsoft.com/office/drawing/2014/main"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a16:creationId xmlns:a16="http://schemas.microsoft.com/office/drawing/2014/main"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a16:creationId xmlns:a16="http://schemas.microsoft.com/office/drawing/2014/main"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a16:creationId xmlns:a16="http://schemas.microsoft.com/office/drawing/2014/main"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a16:creationId xmlns:a16="http://schemas.microsoft.com/office/drawing/2014/main"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a16:creationId xmlns:a16="http://schemas.microsoft.com/office/drawing/2014/main"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a16:creationId xmlns:a16="http://schemas.microsoft.com/office/drawing/2014/main"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a16:creationId xmlns:a16="http://schemas.microsoft.com/office/drawing/2014/main"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a16:creationId xmlns:a16="http://schemas.microsoft.com/office/drawing/2014/main"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a16:creationId xmlns:a16="http://schemas.microsoft.com/office/drawing/2014/main"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a16:creationId xmlns:a16="http://schemas.microsoft.com/office/drawing/2014/main"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a16:creationId xmlns:a16="http://schemas.microsoft.com/office/drawing/2014/main"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a16:creationId xmlns:a16="http://schemas.microsoft.com/office/drawing/2014/main"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a16:creationId xmlns:a16="http://schemas.microsoft.com/office/drawing/2014/main"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a16:creationId xmlns:a16="http://schemas.microsoft.com/office/drawing/2014/main"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a16:creationId xmlns:a16="http://schemas.microsoft.com/office/drawing/2014/main"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a16:creationId xmlns:a16="http://schemas.microsoft.com/office/drawing/2014/main"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a16:creationId xmlns:a16="http://schemas.microsoft.com/office/drawing/2014/main"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a16:creationId xmlns:a16="http://schemas.microsoft.com/office/drawing/2014/main"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a16:creationId xmlns:a16="http://schemas.microsoft.com/office/drawing/2014/main"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a16:creationId xmlns:a16="http://schemas.microsoft.com/office/drawing/2014/main"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a16:creationId xmlns:a16="http://schemas.microsoft.com/office/drawing/2014/main"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a16:creationId xmlns:a16="http://schemas.microsoft.com/office/drawing/2014/main"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a16:creationId xmlns:a16="http://schemas.microsoft.com/office/drawing/2014/main"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a16:creationId xmlns:a16="http://schemas.microsoft.com/office/drawing/2014/main"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a16:creationId xmlns:a16="http://schemas.microsoft.com/office/drawing/2014/main"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a16:creationId xmlns:a16="http://schemas.microsoft.com/office/drawing/2014/main"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a16:creationId xmlns:a16="http://schemas.microsoft.com/office/drawing/2014/main"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a16:creationId xmlns:a16="http://schemas.microsoft.com/office/drawing/2014/main"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66100328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a16:creationId xmlns:a16="http://schemas.microsoft.com/office/drawing/2014/main"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a16:creationId xmlns:a16="http://schemas.microsoft.com/office/drawing/2014/main"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a16:creationId xmlns:a16="http://schemas.microsoft.com/office/drawing/2014/main"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a16:creationId xmlns:a16="http://schemas.microsoft.com/office/drawing/2014/main"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a16:creationId xmlns:a16="http://schemas.microsoft.com/office/drawing/2014/main"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a16:creationId xmlns:a16="http://schemas.microsoft.com/office/drawing/2014/main"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a16:creationId xmlns:a16="http://schemas.microsoft.com/office/drawing/2014/main"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a16:creationId xmlns:a16="http://schemas.microsoft.com/office/drawing/2014/main"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a16:creationId xmlns:a16="http://schemas.microsoft.com/office/drawing/2014/main"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a16:creationId xmlns:a16="http://schemas.microsoft.com/office/drawing/2014/main"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a16:creationId xmlns:a16="http://schemas.microsoft.com/office/drawing/2014/main"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a16:creationId xmlns:a16="http://schemas.microsoft.com/office/drawing/2014/main"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a16:creationId xmlns:a16="http://schemas.microsoft.com/office/drawing/2014/main"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a16:creationId xmlns:a16="http://schemas.microsoft.com/office/drawing/2014/main"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a16:creationId xmlns:a16="http://schemas.microsoft.com/office/drawing/2014/main"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a16:creationId xmlns:a16="http://schemas.microsoft.com/office/drawing/2014/main"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a16:creationId xmlns:a16="http://schemas.microsoft.com/office/drawing/2014/main"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a16:creationId xmlns:a16="http://schemas.microsoft.com/office/drawing/2014/main"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a16:creationId xmlns:a16="http://schemas.microsoft.com/office/drawing/2014/main"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a16:creationId xmlns:a16="http://schemas.microsoft.com/office/drawing/2014/main"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a16:creationId xmlns:a16="http://schemas.microsoft.com/office/drawing/2014/main"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a16:creationId xmlns:a16="http://schemas.microsoft.com/office/drawing/2014/main"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a16:creationId xmlns:a16="http://schemas.microsoft.com/office/drawing/2014/main"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a16:creationId xmlns:a16="http://schemas.microsoft.com/office/drawing/2014/main"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a16:creationId xmlns:a16="http://schemas.microsoft.com/office/drawing/2014/main"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a16:creationId xmlns:a16="http://schemas.microsoft.com/office/drawing/2014/main"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a16:creationId xmlns:a16="http://schemas.microsoft.com/office/drawing/2014/main"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a16:creationId xmlns:a16="http://schemas.microsoft.com/office/drawing/2014/main"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a16:creationId xmlns:a16="http://schemas.microsoft.com/office/drawing/2014/main"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a16:creationId xmlns:a16="http://schemas.microsoft.com/office/drawing/2014/main"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a16:creationId xmlns:a16="http://schemas.microsoft.com/office/drawing/2014/main"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a16:creationId xmlns:a16="http://schemas.microsoft.com/office/drawing/2014/main"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a16:creationId xmlns:a16="http://schemas.microsoft.com/office/drawing/2014/main"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a16:creationId xmlns:a16="http://schemas.microsoft.com/office/drawing/2014/main"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a16:creationId xmlns:a16="http://schemas.microsoft.com/office/drawing/2014/main"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a16:creationId xmlns:a16="http://schemas.microsoft.com/office/drawing/2014/main"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a16:creationId xmlns:a16="http://schemas.microsoft.com/office/drawing/2014/main"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a16:creationId xmlns:a16="http://schemas.microsoft.com/office/drawing/2014/main"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a16:creationId xmlns:a16="http://schemas.microsoft.com/office/drawing/2014/main"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a16:creationId xmlns:a16="http://schemas.microsoft.com/office/drawing/2014/main"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a16:creationId xmlns:a16="http://schemas.microsoft.com/office/drawing/2014/main"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a16:creationId xmlns:a16="http://schemas.microsoft.com/office/drawing/2014/main"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a16:creationId xmlns:a16="http://schemas.microsoft.com/office/drawing/2014/main"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a16:creationId xmlns:a16="http://schemas.microsoft.com/office/drawing/2014/main"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a16:creationId xmlns:a16="http://schemas.microsoft.com/office/drawing/2014/main"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a16:creationId xmlns:a16="http://schemas.microsoft.com/office/drawing/2014/main"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a16:creationId xmlns:a16="http://schemas.microsoft.com/office/drawing/2014/main"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a16:creationId xmlns:a16="http://schemas.microsoft.com/office/drawing/2014/main"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a16:creationId xmlns:a16="http://schemas.microsoft.com/office/drawing/2014/main"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a16:creationId xmlns:a16="http://schemas.microsoft.com/office/drawing/2014/main"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a16:creationId xmlns:a16="http://schemas.microsoft.com/office/drawing/2014/main"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a16:creationId xmlns:a16="http://schemas.microsoft.com/office/drawing/2014/main"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a16:creationId xmlns:a16="http://schemas.microsoft.com/office/drawing/2014/main"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a16:creationId xmlns:a16="http://schemas.microsoft.com/office/drawing/2014/main"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a16:creationId xmlns:a16="http://schemas.microsoft.com/office/drawing/2014/main"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a16:creationId xmlns:a16="http://schemas.microsoft.com/office/drawing/2014/main"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a16:creationId xmlns:a16="http://schemas.microsoft.com/office/drawing/2014/main"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a16:creationId xmlns:a16="http://schemas.microsoft.com/office/drawing/2014/main"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a16:creationId xmlns:a16="http://schemas.microsoft.com/office/drawing/2014/main"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a16:creationId xmlns:a16="http://schemas.microsoft.com/office/drawing/2014/main"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a16:creationId xmlns:a16="http://schemas.microsoft.com/office/drawing/2014/main"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a16:creationId xmlns:a16="http://schemas.microsoft.com/office/drawing/2014/main"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a16:creationId xmlns:a16="http://schemas.microsoft.com/office/drawing/2014/main"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1086596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a16:creationId xmlns:a16="http://schemas.microsoft.com/office/drawing/2014/main"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a16:creationId xmlns:a16="http://schemas.microsoft.com/office/drawing/2014/main"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a16:creationId xmlns:a16="http://schemas.microsoft.com/office/drawing/2014/main"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a16:creationId xmlns:a16="http://schemas.microsoft.com/office/drawing/2014/main"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a16:creationId xmlns:a16="http://schemas.microsoft.com/office/drawing/2014/main"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a16:creationId xmlns:a16="http://schemas.microsoft.com/office/drawing/2014/main"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a16:creationId xmlns:a16="http://schemas.microsoft.com/office/drawing/2014/main"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a16:creationId xmlns:a16="http://schemas.microsoft.com/office/drawing/2014/main"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a16:creationId xmlns:a16="http://schemas.microsoft.com/office/drawing/2014/main"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a16:creationId xmlns:a16="http://schemas.microsoft.com/office/drawing/2014/main"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rgbClr val="99CCB2"/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a16:creationId xmlns:a16="http://schemas.microsoft.com/office/drawing/2014/main"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rgbClr val="99CCB2"/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a16:creationId xmlns:a16="http://schemas.microsoft.com/office/drawing/2014/main"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a16:creationId xmlns:a16="http://schemas.microsoft.com/office/drawing/2014/main"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a16:creationId xmlns:a16="http://schemas.microsoft.com/office/drawing/2014/main"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a16:creationId xmlns:a16="http://schemas.microsoft.com/office/drawing/2014/main"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a16:creationId xmlns:a16="http://schemas.microsoft.com/office/drawing/2014/main"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a16:creationId xmlns:a16="http://schemas.microsoft.com/office/drawing/2014/main"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a16:creationId xmlns:a16="http://schemas.microsoft.com/office/drawing/2014/main"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a16:creationId xmlns:a16="http://schemas.microsoft.com/office/drawing/2014/main"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a16:creationId xmlns:a16="http://schemas.microsoft.com/office/drawing/2014/main"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a16:creationId xmlns:a16="http://schemas.microsoft.com/office/drawing/2014/main"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a16:creationId xmlns:a16="http://schemas.microsoft.com/office/drawing/2014/main"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a16:creationId xmlns:a16="http://schemas.microsoft.com/office/drawing/2014/main"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a16:creationId xmlns:a16="http://schemas.microsoft.com/office/drawing/2014/main"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a16:creationId xmlns:a16="http://schemas.microsoft.com/office/drawing/2014/main"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a16:creationId xmlns:a16="http://schemas.microsoft.com/office/drawing/2014/main"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a16:creationId xmlns:a16="http://schemas.microsoft.com/office/drawing/2014/main"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a16:creationId xmlns:a16="http://schemas.microsoft.com/office/drawing/2014/main"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21473673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a16:creationId xmlns:a16="http://schemas.microsoft.com/office/drawing/2014/main"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a16:creationId xmlns:a16="http://schemas.microsoft.com/office/drawing/2014/main"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a16:creationId xmlns:a16="http://schemas.microsoft.com/office/drawing/2014/main"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a16:creationId xmlns:a16="http://schemas.microsoft.com/office/drawing/2014/main"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a16:creationId xmlns:a16="http://schemas.microsoft.com/office/drawing/2014/main"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a16:creationId xmlns:a16="http://schemas.microsoft.com/office/drawing/2014/main"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a16:creationId xmlns:a16="http://schemas.microsoft.com/office/drawing/2014/main"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a16:creationId xmlns:a16="http://schemas.microsoft.com/office/drawing/2014/main"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a16:creationId xmlns:a16="http://schemas.microsoft.com/office/drawing/2014/main"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a16:creationId xmlns:a16="http://schemas.microsoft.com/office/drawing/2014/main"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a16:creationId xmlns:a16="http://schemas.microsoft.com/office/drawing/2014/main"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a16:creationId xmlns:a16="http://schemas.microsoft.com/office/drawing/2014/main"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a16:creationId xmlns:a16="http://schemas.microsoft.com/office/drawing/2014/main"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a16:creationId xmlns:a16="http://schemas.microsoft.com/office/drawing/2014/main"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a16:creationId xmlns:a16="http://schemas.microsoft.com/office/drawing/2014/main"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a16:creationId xmlns:a16="http://schemas.microsoft.com/office/drawing/2014/main"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a16:creationId xmlns:a16="http://schemas.microsoft.com/office/drawing/2014/main"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a16:creationId xmlns:a16="http://schemas.microsoft.com/office/drawing/2014/main"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a16:creationId xmlns:a16="http://schemas.microsoft.com/office/drawing/2014/main"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a16:creationId xmlns:a16="http://schemas.microsoft.com/office/drawing/2014/main"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a16:creationId xmlns:a16="http://schemas.microsoft.com/office/drawing/2014/main"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a16:creationId xmlns:a16="http://schemas.microsoft.com/office/drawing/2014/main"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a16:creationId xmlns:a16="http://schemas.microsoft.com/office/drawing/2014/main"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a16:creationId xmlns:a16="http://schemas.microsoft.com/office/drawing/2014/main"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a16:creationId xmlns:a16="http://schemas.microsoft.com/office/drawing/2014/main"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a16:creationId xmlns:a16="http://schemas.microsoft.com/office/drawing/2014/main"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a16:creationId xmlns:a16="http://schemas.microsoft.com/office/drawing/2014/main"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a16:creationId xmlns:a16="http://schemas.microsoft.com/office/drawing/2014/main"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a16:creationId xmlns:a16="http://schemas.microsoft.com/office/drawing/2014/main"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a16:creationId xmlns:a16="http://schemas.microsoft.com/office/drawing/2014/main"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a16:creationId xmlns:a16="http://schemas.microsoft.com/office/drawing/2014/main"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a16:creationId xmlns:a16="http://schemas.microsoft.com/office/drawing/2014/main"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a16:creationId xmlns:a16="http://schemas.microsoft.com/office/drawing/2014/main"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a16:creationId xmlns:a16="http://schemas.microsoft.com/office/drawing/2014/main"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a16:creationId xmlns:a16="http://schemas.microsoft.com/office/drawing/2014/main"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a16:creationId xmlns:a16="http://schemas.microsoft.com/office/drawing/2014/main"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0359217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a16:creationId xmlns:a16="http://schemas.microsoft.com/office/drawing/2014/main"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a16:creationId xmlns:a16="http://schemas.microsoft.com/office/drawing/2014/main"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a16:colId xmlns:a16="http://schemas.microsoft.com/office/drawing/2014/main" val="347634967"/>
                    </a:ext>
                  </a:extLst>
                </a:gridCol>
                <a:gridCol w="1047461">
                  <a:extLst>
                    <a:ext uri="{9D8B030D-6E8A-4147-A177-3AD203B41FA5}">
                      <a16:colId xmlns:a16="http://schemas.microsoft.com/office/drawing/2014/main" val="1446221549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2048477591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2517947562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1023087325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4056056041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17073687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a16:creationId xmlns:a16="http://schemas.microsoft.com/office/drawing/2014/main"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a16:creationId xmlns:a16="http://schemas.microsoft.com/office/drawing/2014/main"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a16:creationId xmlns:a16="http://schemas.microsoft.com/office/drawing/2014/main"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a16:creationId xmlns:a16="http://schemas.microsoft.com/office/drawing/2014/main"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a16:creationId xmlns:a16="http://schemas.microsoft.com/office/drawing/2014/main"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a16:creationId xmlns:a16="http://schemas.microsoft.com/office/drawing/2014/main"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a16:creationId xmlns:a16="http://schemas.microsoft.com/office/drawing/2014/main"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a16:creationId xmlns:a16="http://schemas.microsoft.com/office/drawing/2014/main"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a16:creationId xmlns:a16="http://schemas.microsoft.com/office/drawing/2014/main"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a16:creationId xmlns:a16="http://schemas.microsoft.com/office/drawing/2014/main"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a16:creationId xmlns:a16="http://schemas.microsoft.com/office/drawing/2014/main"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a16:creationId xmlns:a16="http://schemas.microsoft.com/office/drawing/2014/main"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a16:creationId xmlns:a16="http://schemas.microsoft.com/office/drawing/2014/main"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a16:creationId xmlns:a16="http://schemas.microsoft.com/office/drawing/2014/main"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a16:creationId xmlns:a16="http://schemas.microsoft.com/office/drawing/2014/main"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a16:creationId xmlns:a16="http://schemas.microsoft.com/office/drawing/2014/main"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a16:creationId xmlns:a16="http://schemas.microsoft.com/office/drawing/2014/main"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a16:creationId xmlns:a16="http://schemas.microsoft.com/office/drawing/2014/main"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a16:creationId xmlns:a16="http://schemas.microsoft.com/office/drawing/2014/main"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a16:creationId xmlns:a16="http://schemas.microsoft.com/office/drawing/2014/main"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a16:creationId xmlns:a16="http://schemas.microsoft.com/office/drawing/2014/main"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a16:creationId xmlns:a16="http://schemas.microsoft.com/office/drawing/2014/main"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a16:creationId xmlns:a16="http://schemas.microsoft.com/office/drawing/2014/main"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a16:creationId xmlns:a16="http://schemas.microsoft.com/office/drawing/2014/main"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a16:creationId xmlns:a16="http://schemas.microsoft.com/office/drawing/2014/main"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a16:creationId xmlns:a16="http://schemas.microsoft.com/office/drawing/2014/main"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a16:creationId xmlns:a16="http://schemas.microsoft.com/office/drawing/2014/main"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a16:creationId xmlns:a16="http://schemas.microsoft.com/office/drawing/2014/main"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a16:creationId xmlns:a16="http://schemas.microsoft.com/office/drawing/2014/main"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a16:creationId xmlns:a16="http://schemas.microsoft.com/office/drawing/2014/main"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a16:creationId xmlns:a16="http://schemas.microsoft.com/office/drawing/2014/main"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a16:creationId xmlns:a16="http://schemas.microsoft.com/office/drawing/2014/main"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a16:creationId xmlns:a16="http://schemas.microsoft.com/office/drawing/2014/main"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a16:creationId xmlns:a16="http://schemas.microsoft.com/office/drawing/2014/main"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a16:creationId xmlns:a16="http://schemas.microsoft.com/office/drawing/2014/main"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a16:creationId xmlns:a16="http://schemas.microsoft.com/office/drawing/2014/main"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a16:creationId xmlns:a16="http://schemas.microsoft.com/office/drawing/2014/main"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a16:creationId xmlns:a16="http://schemas.microsoft.com/office/drawing/2014/main"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a16:creationId xmlns:a16="http://schemas.microsoft.com/office/drawing/2014/main"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a16:creationId xmlns:a16="http://schemas.microsoft.com/office/drawing/2014/main"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a16:creationId xmlns:a16="http://schemas.microsoft.com/office/drawing/2014/main"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a16:creationId xmlns:a16="http://schemas.microsoft.com/office/drawing/2014/main"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a16:creationId xmlns:a16="http://schemas.microsoft.com/office/drawing/2014/main"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a16:creationId xmlns:a16="http://schemas.microsoft.com/office/drawing/2014/main"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a16:creationId xmlns:a16="http://schemas.microsoft.com/office/drawing/2014/main"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a16:creationId xmlns:a16="http://schemas.microsoft.com/office/drawing/2014/main"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a16:creationId xmlns:a16="http://schemas.microsoft.com/office/drawing/2014/main"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707578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a16:creationId xmlns:a16="http://schemas.microsoft.com/office/drawing/2014/main"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a16:creationId xmlns:a16="http://schemas.microsoft.com/office/drawing/2014/main"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a16:creationId xmlns:a16="http://schemas.microsoft.com/office/drawing/2014/main"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a16:creationId xmlns:a16="http://schemas.microsoft.com/office/drawing/2014/main"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タイトル 1">
            <a:extLst>
              <a:ext uri="{FF2B5EF4-FFF2-40B4-BE49-F238E27FC236}">
                <a16:creationId xmlns:a16="http://schemas.microsoft.com/office/drawing/2014/main"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a16:creationId xmlns:a16="http://schemas.microsoft.com/office/drawing/2014/main"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a16:creationId xmlns:a16="http://schemas.microsoft.com/office/drawing/2014/main"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a16:creationId xmlns:a16="http://schemas.microsoft.com/office/drawing/2014/main"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a16:creationId xmlns:a16="http://schemas.microsoft.com/office/drawing/2014/main"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a16:creationId xmlns:a16="http://schemas.microsoft.com/office/drawing/2014/main"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a16:creationId xmlns:a16="http://schemas.microsoft.com/office/drawing/2014/main"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a16:creationId xmlns:a16="http://schemas.microsoft.com/office/drawing/2014/main"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a16:creationId xmlns:a16="http://schemas.microsoft.com/office/drawing/2014/main"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a16:creationId xmlns:a16="http://schemas.microsoft.com/office/drawing/2014/main"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a16:creationId xmlns:a16="http://schemas.microsoft.com/office/drawing/2014/main"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a16:creationId xmlns:a16="http://schemas.microsoft.com/office/drawing/2014/main"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a16:creationId xmlns:a16="http://schemas.microsoft.com/office/drawing/2014/main"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a16:creationId xmlns:a16="http://schemas.microsoft.com/office/drawing/2014/main"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a16:creationId xmlns:a16="http://schemas.microsoft.com/office/drawing/2014/main"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a16:creationId xmlns:a16="http://schemas.microsoft.com/office/drawing/2014/main"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a16:creationId xmlns:a16="http://schemas.microsoft.com/office/drawing/2014/main"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a16:creationId xmlns:a16="http://schemas.microsoft.com/office/drawing/2014/main"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a16:creationId xmlns:a16="http://schemas.microsoft.com/office/drawing/2014/main"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a16:creationId xmlns:a16="http://schemas.microsoft.com/office/drawing/2014/main"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a16:creationId xmlns:a16="http://schemas.microsoft.com/office/drawing/2014/main"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a16:creationId xmlns:a16="http://schemas.microsoft.com/office/drawing/2014/main"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a16:creationId xmlns:a16="http://schemas.microsoft.com/office/drawing/2014/main"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a16:creationId xmlns:a16="http://schemas.microsoft.com/office/drawing/2014/main"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a16:creationId xmlns:a16="http://schemas.microsoft.com/office/drawing/2014/main"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a16:creationId xmlns:a16="http://schemas.microsoft.com/office/drawing/2014/main"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a16:creationId xmlns:a16="http://schemas.microsoft.com/office/drawing/2014/main"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a16:creationId xmlns:a16="http://schemas.microsoft.com/office/drawing/2014/main"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a16:creationId xmlns:a16="http://schemas.microsoft.com/office/drawing/2014/main"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a16:creationId xmlns:a16="http://schemas.microsoft.com/office/drawing/2014/main"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a16:creationId xmlns:a16="http://schemas.microsoft.com/office/drawing/2014/main"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a16:creationId xmlns:a16="http://schemas.microsoft.com/office/drawing/2014/main"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a16:creationId xmlns:a16="http://schemas.microsoft.com/office/drawing/2014/main"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a16:creationId xmlns:a16="http://schemas.microsoft.com/office/drawing/2014/main"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a16:creationId xmlns:a16="http://schemas.microsoft.com/office/drawing/2014/main"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a16:creationId xmlns:a16="http://schemas.microsoft.com/office/drawing/2014/main"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a16:creationId xmlns:a16="http://schemas.microsoft.com/office/drawing/2014/main"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a16:creationId xmlns:a16="http://schemas.microsoft.com/office/drawing/2014/main"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a16:creationId xmlns:a16="http://schemas.microsoft.com/office/drawing/2014/main"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a16:creationId xmlns:a16="http://schemas.microsoft.com/office/drawing/2014/main"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a16:creationId xmlns:a16="http://schemas.microsoft.com/office/drawing/2014/main"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5365946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a16:creationId xmlns:a16="http://schemas.microsoft.com/office/drawing/2014/main"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a16:creationId xmlns:a16="http://schemas.microsoft.com/office/drawing/2014/main"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a16:creationId xmlns:a16="http://schemas.microsoft.com/office/drawing/2014/main"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a16:creationId xmlns:a16="http://schemas.microsoft.com/office/drawing/2014/main"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a16:creationId xmlns:a16="http://schemas.microsoft.com/office/drawing/2014/main"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a16:creationId xmlns:a16="http://schemas.microsoft.com/office/drawing/2014/main"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a16:creationId xmlns:a16="http://schemas.microsoft.com/office/drawing/2014/main"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a16:creationId xmlns:a16="http://schemas.microsoft.com/office/drawing/2014/main"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a16:creationId xmlns:a16="http://schemas.microsoft.com/office/drawing/2014/main"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a16:creationId xmlns:a16="http://schemas.microsoft.com/office/drawing/2014/main"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a16:creationId xmlns:a16="http://schemas.microsoft.com/office/drawing/2014/main"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a16:creationId xmlns:a16="http://schemas.microsoft.com/office/drawing/2014/main"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a16:creationId xmlns:a16="http://schemas.microsoft.com/office/drawing/2014/main"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a16:creationId xmlns:a16="http://schemas.microsoft.com/office/drawing/2014/main"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a16:creationId xmlns:a16="http://schemas.microsoft.com/office/drawing/2014/main"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a16:creationId xmlns:a16="http://schemas.microsoft.com/office/drawing/2014/main"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a16:creationId xmlns:a16="http://schemas.microsoft.com/office/drawing/2014/main"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a16:creationId xmlns:a16="http://schemas.microsoft.com/office/drawing/2014/main"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369470919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a16:creationId xmlns:a16="http://schemas.microsoft.com/office/drawing/2014/main"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a16:creationId xmlns:a16="http://schemas.microsoft.com/office/drawing/2014/main"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a16:creationId xmlns:a16="http://schemas.microsoft.com/office/drawing/2014/main"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a16:creationId xmlns:a16="http://schemas.microsoft.com/office/drawing/2014/main"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a16:creationId xmlns:a16="http://schemas.microsoft.com/office/drawing/2014/main"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a16:creationId xmlns:a16="http://schemas.microsoft.com/office/drawing/2014/main"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a16:creationId xmlns:a16="http://schemas.microsoft.com/office/drawing/2014/main"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a16:creationId xmlns:a16="http://schemas.microsoft.com/office/drawing/2014/main"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a16:creationId xmlns:a16="http://schemas.microsoft.com/office/drawing/2014/main"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a16:creationId xmlns:a16="http://schemas.microsoft.com/office/drawing/2014/main"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a16:creationId xmlns:a16="http://schemas.microsoft.com/office/drawing/2014/main"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a16:creationId xmlns:a16="http://schemas.microsoft.com/office/drawing/2014/main"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a16:creationId xmlns:a16="http://schemas.microsoft.com/office/drawing/2014/main"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a16:creationId xmlns:a16="http://schemas.microsoft.com/office/drawing/2014/main"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a16:creationId xmlns:a16="http://schemas.microsoft.com/office/drawing/2014/main"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a16:creationId xmlns:a16="http://schemas.microsoft.com/office/drawing/2014/main"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a16:creationId xmlns:a16="http://schemas.microsoft.com/office/drawing/2014/main"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a16:creationId xmlns:a16="http://schemas.microsoft.com/office/drawing/2014/main"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a16:creationId xmlns:a16="http://schemas.microsoft.com/office/drawing/2014/main"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a16:creationId xmlns:a16="http://schemas.microsoft.com/office/drawing/2014/main"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a16:creationId xmlns:a16="http://schemas.microsoft.com/office/drawing/2014/main"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a16:creationId xmlns:a16="http://schemas.microsoft.com/office/drawing/2014/main"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a16:creationId xmlns:a16="http://schemas.microsoft.com/office/drawing/2014/main"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a16:creationId xmlns:a16="http://schemas.microsoft.com/office/drawing/2014/main"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a16:creationId xmlns:a16="http://schemas.microsoft.com/office/drawing/2014/main"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a16:creationId xmlns:a16="http://schemas.microsoft.com/office/drawing/2014/main"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a16:creationId xmlns:a16="http://schemas.microsoft.com/office/drawing/2014/main"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a16:creationId xmlns:a16="http://schemas.microsoft.com/office/drawing/2014/main"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a16:creationId xmlns:a16="http://schemas.microsoft.com/office/drawing/2014/main"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a16:creationId xmlns:a16="http://schemas.microsoft.com/office/drawing/2014/main"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a16:creationId xmlns:a16="http://schemas.microsoft.com/office/drawing/2014/main"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a16:creationId xmlns:a16="http://schemas.microsoft.com/office/drawing/2014/main"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a16:creationId xmlns:a16="http://schemas.microsoft.com/office/drawing/2014/main"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a16:creationId xmlns:a16="http://schemas.microsoft.com/office/drawing/2014/main"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a16:creationId xmlns:a16="http://schemas.microsoft.com/office/drawing/2014/main"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a16:creationId xmlns:a16="http://schemas.microsoft.com/office/drawing/2014/main"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a16:creationId xmlns:a16="http://schemas.microsoft.com/office/drawing/2014/main"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a16:creationId xmlns:a16="http://schemas.microsoft.com/office/drawing/2014/main"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42585637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a16:creationId xmlns:a16="http://schemas.microsoft.com/office/drawing/2014/main"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a16:creationId xmlns:a16="http://schemas.microsoft.com/office/drawing/2014/main"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a16:creationId xmlns:a16="http://schemas.microsoft.com/office/drawing/2014/main"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a16:creationId xmlns:a16="http://schemas.microsoft.com/office/drawing/2014/main"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a16:creationId xmlns:a16="http://schemas.microsoft.com/office/drawing/2014/main"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a16:creationId xmlns:a16="http://schemas.microsoft.com/office/drawing/2014/main"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a16:creationId xmlns:a16="http://schemas.microsoft.com/office/drawing/2014/main"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a16:creationId xmlns:a16="http://schemas.microsoft.com/office/drawing/2014/main"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a16:creationId xmlns:a16="http://schemas.microsoft.com/office/drawing/2014/main"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a16:creationId xmlns:a16="http://schemas.microsoft.com/office/drawing/2014/main"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a16:creationId xmlns:a16="http://schemas.microsoft.com/office/drawing/2014/main"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a16:creationId xmlns:a16="http://schemas.microsoft.com/office/drawing/2014/main"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a16:creationId xmlns:a16="http://schemas.microsoft.com/office/drawing/2014/main"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a16:creationId xmlns:a16="http://schemas.microsoft.com/office/drawing/2014/main"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a16:creationId xmlns:a16="http://schemas.microsoft.com/office/drawing/2014/main"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a16:creationId xmlns:a16="http://schemas.microsoft.com/office/drawing/2014/main"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a16:creationId xmlns:a16="http://schemas.microsoft.com/office/drawing/2014/main"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a16:creationId xmlns:a16="http://schemas.microsoft.com/office/drawing/2014/main"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a16:creationId xmlns:a16="http://schemas.microsoft.com/office/drawing/2014/main"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a16:creationId xmlns:a16="http://schemas.microsoft.com/office/drawing/2014/main"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a16:creationId xmlns:a16="http://schemas.microsoft.com/office/drawing/2014/main"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a16:creationId xmlns:a16="http://schemas.microsoft.com/office/drawing/2014/main"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a16:creationId xmlns:a16="http://schemas.microsoft.com/office/drawing/2014/main"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a16:creationId xmlns:a16="http://schemas.microsoft.com/office/drawing/2014/main"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a16:creationId xmlns:a16="http://schemas.microsoft.com/office/drawing/2014/main"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a16:creationId xmlns:a16="http://schemas.microsoft.com/office/drawing/2014/main"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a16:creationId xmlns:a16="http://schemas.microsoft.com/office/drawing/2014/main"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a16:creationId xmlns:a16="http://schemas.microsoft.com/office/drawing/2014/main"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a16:creationId xmlns:a16="http://schemas.microsoft.com/office/drawing/2014/main"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a16:creationId xmlns:a16="http://schemas.microsoft.com/office/drawing/2014/main"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a16:creationId xmlns:a16="http://schemas.microsoft.com/office/drawing/2014/main"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a16:creationId xmlns:a16="http://schemas.microsoft.com/office/drawing/2014/main"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a16:creationId xmlns:a16="http://schemas.microsoft.com/office/drawing/2014/main"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a16:creationId xmlns:a16="http://schemas.microsoft.com/office/drawing/2014/main"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a16:creationId xmlns:a16="http://schemas.microsoft.com/office/drawing/2014/main"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a16:creationId xmlns:a16="http://schemas.microsoft.com/office/drawing/2014/main"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a16:creationId xmlns:a16="http://schemas.microsoft.com/office/drawing/2014/main"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a16:creationId xmlns:a16="http://schemas.microsoft.com/office/drawing/2014/main"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a16:creationId xmlns:a16="http://schemas.microsoft.com/office/drawing/2014/main"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a16:creationId xmlns:a16="http://schemas.microsoft.com/office/drawing/2014/main"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a16:creationId xmlns:a16="http://schemas.microsoft.com/office/drawing/2014/main"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a16:creationId xmlns:a16="http://schemas.microsoft.com/office/drawing/2014/main"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a16:creationId xmlns:a16="http://schemas.microsoft.com/office/drawing/2014/main"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a16:creationId xmlns:a16="http://schemas.microsoft.com/office/drawing/2014/main"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a16:creationId xmlns:a16="http://schemas.microsoft.com/office/drawing/2014/main"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a16:creationId xmlns:a16="http://schemas.microsoft.com/office/drawing/2014/main"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a16:creationId xmlns:a16="http://schemas.microsoft.com/office/drawing/2014/main"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a16:creationId xmlns:a16="http://schemas.microsoft.com/office/drawing/2014/main"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a16:creationId xmlns:a16="http://schemas.microsoft.com/office/drawing/2014/main"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a16:creationId xmlns:a16="http://schemas.microsoft.com/office/drawing/2014/main"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a16:creationId xmlns:a16="http://schemas.microsoft.com/office/drawing/2014/main"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a16:creationId xmlns:a16="http://schemas.microsoft.com/office/drawing/2014/main"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a16:creationId xmlns:a16="http://schemas.microsoft.com/office/drawing/2014/main"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a16:creationId xmlns:a16="http://schemas.microsoft.com/office/drawing/2014/main"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a16:creationId xmlns:a16="http://schemas.microsoft.com/office/drawing/2014/main"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a16:creationId xmlns:a16="http://schemas.microsoft.com/office/drawing/2014/main"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a16:creationId xmlns:a16="http://schemas.microsoft.com/office/drawing/2014/main"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a16:creationId xmlns:a16="http://schemas.microsoft.com/office/drawing/2014/main"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a16:creationId xmlns:a16="http://schemas.microsoft.com/office/drawing/2014/main"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a16:creationId xmlns:a16="http://schemas.microsoft.com/office/drawing/2014/main"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a16:creationId xmlns:a16="http://schemas.microsoft.com/office/drawing/2014/main"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a16:creationId xmlns:a16="http://schemas.microsoft.com/office/drawing/2014/main"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a16:creationId xmlns:a16="http://schemas.microsoft.com/office/drawing/2014/main"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a16:creationId xmlns:a16="http://schemas.microsoft.com/office/drawing/2014/main"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a16:creationId xmlns:a16="http://schemas.microsoft.com/office/drawing/2014/main"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a16:creationId xmlns:a16="http://schemas.microsoft.com/office/drawing/2014/main"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a16:creationId xmlns:a16="http://schemas.microsoft.com/office/drawing/2014/main"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a16:creationId xmlns:a16="http://schemas.microsoft.com/office/drawing/2014/main"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a16:creationId xmlns:a16="http://schemas.microsoft.com/office/drawing/2014/main"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a16:creationId xmlns:a16="http://schemas.microsoft.com/office/drawing/2014/main"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a16:creationId xmlns:a16="http://schemas.microsoft.com/office/drawing/2014/main"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a16:creationId xmlns:a16="http://schemas.microsoft.com/office/drawing/2014/main"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a16:creationId xmlns:a16="http://schemas.microsoft.com/office/drawing/2014/main"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a16:creationId xmlns:a16="http://schemas.microsoft.com/office/drawing/2014/main"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a16:creationId xmlns:a16="http://schemas.microsoft.com/office/drawing/2014/main"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a16:creationId xmlns:a16="http://schemas.microsoft.com/office/drawing/2014/main"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a16:creationId xmlns:a16="http://schemas.microsoft.com/office/drawing/2014/main"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a16:creationId xmlns:a16="http://schemas.microsoft.com/office/drawing/2014/main"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a16:creationId xmlns:a16="http://schemas.microsoft.com/office/drawing/2014/main"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a16:creationId xmlns:a16="http://schemas.microsoft.com/office/drawing/2014/main"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a16:creationId xmlns:a16="http://schemas.microsoft.com/office/drawing/2014/main"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a16:creationId xmlns:a16="http://schemas.microsoft.com/office/drawing/2014/main"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a16:creationId xmlns:a16="http://schemas.microsoft.com/office/drawing/2014/main"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a16:creationId xmlns:a16="http://schemas.microsoft.com/office/drawing/2014/main"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a16:creationId xmlns:a16="http://schemas.microsoft.com/office/drawing/2014/main"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a16:creationId xmlns:a16="http://schemas.microsoft.com/office/drawing/2014/main"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a16:creationId xmlns:a16="http://schemas.microsoft.com/office/drawing/2014/main"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a16:creationId xmlns:a16="http://schemas.microsoft.com/office/drawing/2014/main"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a16:creationId xmlns:a16="http://schemas.microsoft.com/office/drawing/2014/main"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a16:creationId xmlns:a16="http://schemas.microsoft.com/office/drawing/2014/main"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a16:creationId xmlns:a16="http://schemas.microsoft.com/office/drawing/2014/main"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a16:creationId xmlns:a16="http://schemas.microsoft.com/office/drawing/2014/main"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a16:creationId xmlns:a16="http://schemas.microsoft.com/office/drawing/2014/main"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a16:creationId xmlns:a16="http://schemas.microsoft.com/office/drawing/2014/main"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a16:creationId xmlns:a16="http://schemas.microsoft.com/office/drawing/2014/main"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a16:creationId xmlns:a16="http://schemas.microsoft.com/office/drawing/2014/main"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a16:creationId xmlns:a16="http://schemas.microsoft.com/office/drawing/2014/main"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a16:creationId xmlns:a16="http://schemas.microsoft.com/office/drawing/2014/main"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a16:creationId xmlns:a16="http://schemas.microsoft.com/office/drawing/2014/main"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a16:creationId xmlns:a16="http://schemas.microsoft.com/office/drawing/2014/main"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a16:creationId xmlns:a16="http://schemas.microsoft.com/office/drawing/2014/main"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a16:creationId xmlns:a16="http://schemas.microsoft.com/office/drawing/2014/main"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a16:creationId xmlns:a16="http://schemas.microsoft.com/office/drawing/2014/main"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a16:creationId xmlns:a16="http://schemas.microsoft.com/office/drawing/2014/main"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a16:creationId xmlns:a16="http://schemas.microsoft.com/office/drawing/2014/main"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a16:creationId xmlns:a16="http://schemas.microsoft.com/office/drawing/2014/main"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0680748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a16:creationId xmlns:a16="http://schemas.microsoft.com/office/drawing/2014/main"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a16:creationId xmlns:a16="http://schemas.microsoft.com/office/drawing/2014/main"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a16:creationId xmlns:a16="http://schemas.microsoft.com/office/drawing/2014/main"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a16:creationId xmlns:a16="http://schemas.microsoft.com/office/drawing/2014/main"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a16:creationId xmlns:a16="http://schemas.microsoft.com/office/drawing/2014/main"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a16:creationId xmlns:a16="http://schemas.microsoft.com/office/drawing/2014/main"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a16:creationId xmlns:a16="http://schemas.microsoft.com/office/drawing/2014/main"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a16:creationId xmlns:a16="http://schemas.microsoft.com/office/drawing/2014/main"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a16:creationId xmlns:a16="http://schemas.microsoft.com/office/drawing/2014/main"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a16:creationId xmlns:a16="http://schemas.microsoft.com/office/drawing/2014/main"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a16:creationId xmlns:a16="http://schemas.microsoft.com/office/drawing/2014/main"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a16:creationId xmlns:a16="http://schemas.microsoft.com/office/drawing/2014/main"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a16:creationId xmlns:a16="http://schemas.microsoft.com/office/drawing/2014/main"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a16:creationId xmlns:a16="http://schemas.microsoft.com/office/drawing/2014/main"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a16:creationId xmlns:a16="http://schemas.microsoft.com/office/drawing/2014/main"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a16:creationId xmlns:a16="http://schemas.microsoft.com/office/drawing/2014/main"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a16:creationId xmlns:a16="http://schemas.microsoft.com/office/drawing/2014/main"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a16:creationId xmlns:a16="http://schemas.microsoft.com/office/drawing/2014/main"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a16:creationId xmlns:a16="http://schemas.microsoft.com/office/drawing/2014/main"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a16:creationId xmlns:a16="http://schemas.microsoft.com/office/drawing/2014/main"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a16:creationId xmlns:a16="http://schemas.microsoft.com/office/drawing/2014/main"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a16:creationId xmlns:a16="http://schemas.microsoft.com/office/drawing/2014/main"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a16:creationId xmlns:a16="http://schemas.microsoft.com/office/drawing/2014/main"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a16:creationId xmlns:a16="http://schemas.microsoft.com/office/drawing/2014/main"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a16:creationId xmlns:a16="http://schemas.microsoft.com/office/drawing/2014/main"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a16:creationId xmlns:a16="http://schemas.microsoft.com/office/drawing/2014/main"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a16:creationId xmlns:a16="http://schemas.microsoft.com/office/drawing/2014/main"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a16:creationId xmlns:a16="http://schemas.microsoft.com/office/drawing/2014/main"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a16:creationId xmlns:a16="http://schemas.microsoft.com/office/drawing/2014/main"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a16:creationId xmlns:a16="http://schemas.microsoft.com/office/drawing/2014/main"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a16:creationId xmlns:a16="http://schemas.microsoft.com/office/drawing/2014/main"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a16:creationId xmlns:a16="http://schemas.microsoft.com/office/drawing/2014/main"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a16:creationId xmlns:a16="http://schemas.microsoft.com/office/drawing/2014/main"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a16:creationId xmlns:a16="http://schemas.microsoft.com/office/drawing/2014/main"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a16:creationId xmlns:a16="http://schemas.microsoft.com/office/drawing/2014/main"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a16:creationId xmlns:a16="http://schemas.microsoft.com/office/drawing/2014/main"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a16:creationId xmlns:a16="http://schemas.microsoft.com/office/drawing/2014/main"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a16:creationId xmlns:a16="http://schemas.microsoft.com/office/drawing/2014/main"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a16:creationId xmlns:a16="http://schemas.microsoft.com/office/drawing/2014/main"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a16:creationId xmlns:a16="http://schemas.microsoft.com/office/drawing/2014/main"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a16:creationId xmlns:a16="http://schemas.microsoft.com/office/drawing/2014/main"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a16:creationId xmlns:a16="http://schemas.microsoft.com/office/drawing/2014/main"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a16:creationId xmlns:a16="http://schemas.microsoft.com/office/drawing/2014/main"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a16:creationId xmlns:a16="http://schemas.microsoft.com/office/drawing/2014/main"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a16:creationId xmlns:a16="http://schemas.microsoft.com/office/drawing/2014/main"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a16:creationId xmlns:a16="http://schemas.microsoft.com/office/drawing/2014/main"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a16:creationId xmlns:a16="http://schemas.microsoft.com/office/drawing/2014/main"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a16:creationId xmlns:a16="http://schemas.microsoft.com/office/drawing/2014/main"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a16:creationId xmlns:a16="http://schemas.microsoft.com/office/drawing/2014/main"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a16:creationId xmlns:a16="http://schemas.microsoft.com/office/drawing/2014/main"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a16:creationId xmlns:a16="http://schemas.microsoft.com/office/drawing/2014/main"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a16:creationId xmlns:a16="http://schemas.microsoft.com/office/drawing/2014/main"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a16:creationId xmlns:a16="http://schemas.microsoft.com/office/drawing/2014/main"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a16:creationId xmlns:a16="http://schemas.microsoft.com/office/drawing/2014/main"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a16:creationId xmlns:a16="http://schemas.microsoft.com/office/drawing/2014/main"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a16:creationId xmlns:a16="http://schemas.microsoft.com/office/drawing/2014/main"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a16:creationId xmlns:a16="http://schemas.microsoft.com/office/drawing/2014/main"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a16:creationId xmlns:a16="http://schemas.microsoft.com/office/drawing/2014/main"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a16:creationId xmlns:a16="http://schemas.microsoft.com/office/drawing/2014/main"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a16:creationId xmlns:a16="http://schemas.microsoft.com/office/drawing/2014/main"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a16:creationId xmlns:a16="http://schemas.microsoft.com/office/drawing/2014/main"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a16:creationId xmlns:a16="http://schemas.microsoft.com/office/drawing/2014/main"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a16:creationId xmlns:a16="http://schemas.microsoft.com/office/drawing/2014/main"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a16:creationId xmlns:a16="http://schemas.microsoft.com/office/drawing/2014/main"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a16:creationId xmlns:a16="http://schemas.microsoft.com/office/drawing/2014/main"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a16:creationId xmlns:a16="http://schemas.microsoft.com/office/drawing/2014/main"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a16:creationId xmlns:a16="http://schemas.microsoft.com/office/drawing/2014/main"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a16:creationId xmlns:a16="http://schemas.microsoft.com/office/drawing/2014/main"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a16:creationId xmlns:a16="http://schemas.microsoft.com/office/drawing/2014/main"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a16:creationId xmlns:a16="http://schemas.microsoft.com/office/drawing/2014/main"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a16:creationId xmlns:a16="http://schemas.microsoft.com/office/drawing/2014/main"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a16:creationId xmlns:a16="http://schemas.microsoft.com/office/drawing/2014/main"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a16:creationId xmlns:a16="http://schemas.microsoft.com/office/drawing/2014/main"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a16:creationId xmlns:a16="http://schemas.microsoft.com/office/drawing/2014/main"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a16:creationId xmlns:a16="http://schemas.microsoft.com/office/drawing/2014/main"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a16:creationId xmlns:a16="http://schemas.microsoft.com/office/drawing/2014/main"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a16:creationId xmlns:a16="http://schemas.microsoft.com/office/drawing/2014/main"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a16:creationId xmlns:a16="http://schemas.microsoft.com/office/drawing/2014/main"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a16:creationId xmlns:a16="http://schemas.microsoft.com/office/drawing/2014/main"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a16:creationId xmlns:a16="http://schemas.microsoft.com/office/drawing/2014/main"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a16:creationId xmlns:a16="http://schemas.microsoft.com/office/drawing/2014/main"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a16:creationId xmlns:a16="http://schemas.microsoft.com/office/drawing/2014/main"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a16:creationId xmlns:a16="http://schemas.microsoft.com/office/drawing/2014/main"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a16:creationId xmlns:a16="http://schemas.microsoft.com/office/drawing/2014/main"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a16:creationId xmlns:a16="http://schemas.microsoft.com/office/drawing/2014/main"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a16:creationId xmlns:a16="http://schemas.microsoft.com/office/drawing/2014/main"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a16:creationId xmlns:a16="http://schemas.microsoft.com/office/drawing/2014/main"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a16:creationId xmlns:a16="http://schemas.microsoft.com/office/drawing/2014/main"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a16:creationId xmlns:a16="http://schemas.microsoft.com/office/drawing/2014/main"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a16:creationId xmlns:a16="http://schemas.microsoft.com/office/drawing/2014/main"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a16:creationId xmlns:a16="http://schemas.microsoft.com/office/drawing/2014/main"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a16:creationId xmlns:a16="http://schemas.microsoft.com/office/drawing/2014/main"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a16:creationId xmlns:a16="http://schemas.microsoft.com/office/drawing/2014/main"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a16:creationId xmlns:a16="http://schemas.microsoft.com/office/drawing/2014/main"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a16:creationId xmlns:a16="http://schemas.microsoft.com/office/drawing/2014/main"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0744082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a16:creationId xmlns:a16="http://schemas.microsoft.com/office/drawing/2014/main"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a16:creationId xmlns:a16="http://schemas.microsoft.com/office/drawing/2014/main"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a16:creationId xmlns:a16="http://schemas.microsoft.com/office/drawing/2014/main"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a16:creationId xmlns:a16="http://schemas.microsoft.com/office/drawing/2014/main"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a16:creationId xmlns:a16="http://schemas.microsoft.com/office/drawing/2014/main"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a16:creationId xmlns:a16="http://schemas.microsoft.com/office/drawing/2014/main"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a16:creationId xmlns:a16="http://schemas.microsoft.com/office/drawing/2014/main"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a16:creationId xmlns:a16="http://schemas.microsoft.com/office/drawing/2014/main"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a16:creationId xmlns:a16="http://schemas.microsoft.com/office/drawing/2014/main"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a16:creationId xmlns:a16="http://schemas.microsoft.com/office/drawing/2014/main"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a16:creationId xmlns:a16="http://schemas.microsoft.com/office/drawing/2014/main"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a16:creationId xmlns:a16="http://schemas.microsoft.com/office/drawing/2014/main"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a16:creationId xmlns:a16="http://schemas.microsoft.com/office/drawing/2014/main"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a16:creationId xmlns:a16="http://schemas.microsoft.com/office/drawing/2014/main"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a16:creationId xmlns:a16="http://schemas.microsoft.com/office/drawing/2014/main"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a16:creationId xmlns:a16="http://schemas.microsoft.com/office/drawing/2014/main"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a16:creationId xmlns:a16="http://schemas.microsoft.com/office/drawing/2014/main"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a16:creationId xmlns:a16="http://schemas.microsoft.com/office/drawing/2014/main"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a16:creationId xmlns:a16="http://schemas.microsoft.com/office/drawing/2014/main"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a16:creationId xmlns:a16="http://schemas.microsoft.com/office/drawing/2014/main"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a16:creationId xmlns:a16="http://schemas.microsoft.com/office/drawing/2014/main"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a16:creationId xmlns:a16="http://schemas.microsoft.com/office/drawing/2014/main"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a16:creationId xmlns:a16="http://schemas.microsoft.com/office/drawing/2014/main"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a16:creationId xmlns:a16="http://schemas.microsoft.com/office/drawing/2014/main"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a16:creationId xmlns:a16="http://schemas.microsoft.com/office/drawing/2014/main"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a16:creationId xmlns:a16="http://schemas.microsoft.com/office/drawing/2014/main"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a16:creationId xmlns:a16="http://schemas.microsoft.com/office/drawing/2014/main"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a16:creationId xmlns:a16="http://schemas.microsoft.com/office/drawing/2014/main"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a16:creationId xmlns:a16="http://schemas.microsoft.com/office/drawing/2014/main"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a16:creationId xmlns:a16="http://schemas.microsoft.com/office/drawing/2014/main"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a16:creationId xmlns:a16="http://schemas.microsoft.com/office/drawing/2014/main"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a16:creationId xmlns:a16="http://schemas.microsoft.com/office/drawing/2014/main"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a16:creationId xmlns:a16="http://schemas.microsoft.com/office/drawing/2014/main"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a16:creationId xmlns:a16="http://schemas.microsoft.com/office/drawing/2014/main"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a16:creationId xmlns:a16="http://schemas.microsoft.com/office/drawing/2014/main"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a16:creationId xmlns:a16="http://schemas.microsoft.com/office/drawing/2014/main"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a16:creationId xmlns:a16="http://schemas.microsoft.com/office/drawing/2014/main"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a16:creationId xmlns:a16="http://schemas.microsoft.com/office/drawing/2014/main"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a16:creationId xmlns:a16="http://schemas.microsoft.com/office/drawing/2014/main"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a16:creationId xmlns:a16="http://schemas.microsoft.com/office/drawing/2014/main"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a16:creationId xmlns:a16="http://schemas.microsoft.com/office/drawing/2014/main"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a16:creationId xmlns:a16="http://schemas.microsoft.com/office/drawing/2014/main"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a16:creationId xmlns:a16="http://schemas.microsoft.com/office/drawing/2014/main"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a16:creationId xmlns:a16="http://schemas.microsoft.com/office/drawing/2014/main"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a16:creationId xmlns:a16="http://schemas.microsoft.com/office/drawing/2014/main"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a16:creationId xmlns:a16="http://schemas.microsoft.com/office/drawing/2014/main"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a16:creationId xmlns:a16="http://schemas.microsoft.com/office/drawing/2014/main"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a16:creationId xmlns:a16="http://schemas.microsoft.com/office/drawing/2014/main"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a16:creationId xmlns:a16="http://schemas.microsoft.com/office/drawing/2014/main"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a16:creationId xmlns:a16="http://schemas.microsoft.com/office/drawing/2014/main"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a16:creationId xmlns:a16="http://schemas.microsoft.com/office/drawing/2014/main"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a16:creationId xmlns:a16="http://schemas.microsoft.com/office/drawing/2014/main"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a16:creationId xmlns:a16="http://schemas.microsoft.com/office/drawing/2014/main"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a16:creationId xmlns:a16="http://schemas.microsoft.com/office/drawing/2014/main"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a16:creationId xmlns:a16="http://schemas.microsoft.com/office/drawing/2014/main"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a16:creationId xmlns:a16="http://schemas.microsoft.com/office/drawing/2014/main"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a16:creationId xmlns:a16="http://schemas.microsoft.com/office/drawing/2014/main"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a16:creationId xmlns:a16="http://schemas.microsoft.com/office/drawing/2014/main"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a16:creationId xmlns:a16="http://schemas.microsoft.com/office/drawing/2014/main"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a16:creationId xmlns:a16="http://schemas.microsoft.com/office/drawing/2014/main"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a16:creationId xmlns:a16="http://schemas.microsoft.com/office/drawing/2014/main"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a16:creationId xmlns:a16="http://schemas.microsoft.com/office/drawing/2014/main"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a16:creationId xmlns:a16="http://schemas.microsoft.com/office/drawing/2014/main"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a16:creationId xmlns:a16="http://schemas.microsoft.com/office/drawing/2014/main"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a16:creationId xmlns:a16="http://schemas.microsoft.com/office/drawing/2014/main"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a16:creationId xmlns:a16="http://schemas.microsoft.com/office/drawing/2014/main"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a16:creationId xmlns:a16="http://schemas.microsoft.com/office/drawing/2014/main"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a16:creationId xmlns:a16="http://schemas.microsoft.com/office/drawing/2014/main"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a16:creationId xmlns:a16="http://schemas.microsoft.com/office/drawing/2014/main"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a16:creationId xmlns:a16="http://schemas.microsoft.com/office/drawing/2014/main"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a16:creationId xmlns:a16="http://schemas.microsoft.com/office/drawing/2014/main"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a16:creationId xmlns:a16="http://schemas.microsoft.com/office/drawing/2014/main"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a16:creationId xmlns:a16="http://schemas.microsoft.com/office/drawing/2014/main"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a16:creationId xmlns:a16="http://schemas.microsoft.com/office/drawing/2014/main"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a16:creationId xmlns:a16="http://schemas.microsoft.com/office/drawing/2014/main"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a16:creationId xmlns:a16="http://schemas.microsoft.com/office/drawing/2014/main"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a16:creationId xmlns:a16="http://schemas.microsoft.com/office/drawing/2014/main"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a16:creationId xmlns:a16="http://schemas.microsoft.com/office/drawing/2014/main"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a16:creationId xmlns:a16="http://schemas.microsoft.com/office/drawing/2014/main"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a16:creationId xmlns:a16="http://schemas.microsoft.com/office/drawing/2014/main"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a16:creationId xmlns:a16="http://schemas.microsoft.com/office/drawing/2014/main"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a16:creationId xmlns:a16="http://schemas.microsoft.com/office/drawing/2014/main"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a16:creationId xmlns:a16="http://schemas.microsoft.com/office/drawing/2014/main"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a16:creationId xmlns:a16="http://schemas.microsoft.com/office/drawing/2014/main"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a16:creationId xmlns:a16="http://schemas.microsoft.com/office/drawing/2014/main"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a16:creationId xmlns:a16="http://schemas.microsoft.com/office/drawing/2014/main"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a16:creationId xmlns:a16="http://schemas.microsoft.com/office/drawing/2014/main"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a16:creationId xmlns:a16="http://schemas.microsoft.com/office/drawing/2014/main"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a16:creationId xmlns:a16="http://schemas.microsoft.com/office/drawing/2014/main"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a16:creationId xmlns:a16="http://schemas.microsoft.com/office/drawing/2014/main"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a16:creationId xmlns:a16="http://schemas.microsoft.com/office/drawing/2014/main"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a16:creationId xmlns:a16="http://schemas.microsoft.com/office/drawing/2014/main"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a16:creationId xmlns:a16="http://schemas.microsoft.com/office/drawing/2014/main"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a16:creationId xmlns:a16="http://schemas.microsoft.com/office/drawing/2014/main"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a16:creationId xmlns:a16="http://schemas.microsoft.com/office/drawing/2014/main"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a16:creationId xmlns:a16="http://schemas.microsoft.com/office/drawing/2014/main"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a16:creationId xmlns:a16="http://schemas.microsoft.com/office/drawing/2014/main"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a16:creationId xmlns:a16="http://schemas.microsoft.com/office/drawing/2014/main"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a16:creationId xmlns:a16="http://schemas.microsoft.com/office/drawing/2014/main"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a16:creationId xmlns:a16="http://schemas.microsoft.com/office/drawing/2014/main"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a16:creationId xmlns:a16="http://schemas.microsoft.com/office/drawing/2014/main"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8232786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a16:creationId xmlns:a16="http://schemas.microsoft.com/office/drawing/2014/main"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a16:creationId xmlns:a16="http://schemas.microsoft.com/office/drawing/2014/main"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a16:creationId xmlns:a16="http://schemas.microsoft.com/office/drawing/2014/main"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a16:creationId xmlns:a16="http://schemas.microsoft.com/office/drawing/2014/main"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a16:creationId xmlns:a16="http://schemas.microsoft.com/office/drawing/2014/main"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a16:creationId xmlns:a16="http://schemas.microsoft.com/office/drawing/2014/main"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a16:creationId xmlns:a16="http://schemas.microsoft.com/office/drawing/2014/main"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a16:creationId xmlns:a16="http://schemas.microsoft.com/office/drawing/2014/main"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a16:creationId xmlns:a16="http://schemas.microsoft.com/office/drawing/2014/main"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a16:creationId xmlns:a16="http://schemas.microsoft.com/office/drawing/2014/main"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07765663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a16:creationId xmlns:a16="http://schemas.microsoft.com/office/drawing/2014/main"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a16:creationId xmlns:a16="http://schemas.microsoft.com/office/drawing/2014/main"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a16:creationId xmlns:a16="http://schemas.microsoft.com/office/drawing/2014/main"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a16:creationId xmlns:a16="http://schemas.microsoft.com/office/drawing/2014/main"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a16:creationId xmlns:a16="http://schemas.microsoft.com/office/drawing/2014/main"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a16:creationId xmlns:a16="http://schemas.microsoft.com/office/drawing/2014/main"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109737204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a16:creationId xmlns:a16="http://schemas.microsoft.com/office/drawing/2014/main"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a16:creationId xmlns:a16="http://schemas.microsoft.com/office/drawing/2014/main"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a16:creationId xmlns:a16="http://schemas.microsoft.com/office/drawing/2014/main"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a16:creationId xmlns:a16="http://schemas.microsoft.com/office/drawing/2014/main"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a16:creationId xmlns:a16="http://schemas.microsoft.com/office/drawing/2014/main"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a16:creationId xmlns:a16="http://schemas.microsoft.com/office/drawing/2014/main"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a16:creationId xmlns:a16="http://schemas.microsoft.com/office/drawing/2014/main"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a16:creationId xmlns:a16="http://schemas.microsoft.com/office/drawing/2014/main"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a16:creationId xmlns:a16="http://schemas.microsoft.com/office/drawing/2014/main"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a16:creationId xmlns:a16="http://schemas.microsoft.com/office/drawing/2014/main"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a16:creationId xmlns:a16="http://schemas.microsoft.com/office/drawing/2014/main"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a16:creationId xmlns:a16="http://schemas.microsoft.com/office/drawing/2014/main"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a16:creationId xmlns:a16="http://schemas.microsoft.com/office/drawing/2014/main"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a16:creationId xmlns:a16="http://schemas.microsoft.com/office/drawing/2014/main"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a16:creationId xmlns:a16="http://schemas.microsoft.com/office/drawing/2014/main"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a16:creationId xmlns:a16="http://schemas.microsoft.com/office/drawing/2014/main"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a16:creationId xmlns:a16="http://schemas.microsoft.com/office/drawing/2014/main"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a16:creationId xmlns:a16="http://schemas.microsoft.com/office/drawing/2014/main"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a16:creationId xmlns:a16="http://schemas.microsoft.com/office/drawing/2014/main"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a16:creationId xmlns:a16="http://schemas.microsoft.com/office/drawing/2014/main"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a16:creationId xmlns:a16="http://schemas.microsoft.com/office/drawing/2014/main"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a16:creationId xmlns:a16="http://schemas.microsoft.com/office/drawing/2014/main"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a16:creationId xmlns:a16="http://schemas.microsoft.com/office/drawing/2014/main"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a16:creationId xmlns:a16="http://schemas.microsoft.com/office/drawing/2014/main"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a16:creationId xmlns:a16="http://schemas.microsoft.com/office/drawing/2014/main"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a16:creationId xmlns:a16="http://schemas.microsoft.com/office/drawing/2014/main"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a16:creationId xmlns:a16="http://schemas.microsoft.com/office/drawing/2014/main"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a16:creationId xmlns:a16="http://schemas.microsoft.com/office/drawing/2014/main"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a16:creationId xmlns:a16="http://schemas.microsoft.com/office/drawing/2014/main"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a16:creationId xmlns:a16="http://schemas.microsoft.com/office/drawing/2014/main"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a16:creationId xmlns:a16="http://schemas.microsoft.com/office/drawing/2014/main"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a16:creationId xmlns:a16="http://schemas.microsoft.com/office/drawing/2014/main"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a16:creationId xmlns:a16="http://schemas.microsoft.com/office/drawing/2014/main"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a16:creationId xmlns:a16="http://schemas.microsoft.com/office/drawing/2014/main"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a16:creationId xmlns:a16="http://schemas.microsoft.com/office/drawing/2014/main"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a16:creationId xmlns:a16="http://schemas.microsoft.com/office/drawing/2014/main"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a16:creationId xmlns:a16="http://schemas.microsoft.com/office/drawing/2014/main"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a16:creationId xmlns:a16="http://schemas.microsoft.com/office/drawing/2014/main"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a16:creationId xmlns:a16="http://schemas.microsoft.com/office/drawing/2014/main"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a16:creationId xmlns:a16="http://schemas.microsoft.com/office/drawing/2014/main"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a16:creationId xmlns:a16="http://schemas.microsoft.com/office/drawing/2014/main"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a16:creationId xmlns:a16="http://schemas.microsoft.com/office/drawing/2014/main"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a16:creationId xmlns:a16="http://schemas.microsoft.com/office/drawing/2014/main"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a16:creationId xmlns:a16="http://schemas.microsoft.com/office/drawing/2014/main"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7056394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a16:creationId xmlns:a16="http://schemas.microsoft.com/office/drawing/2014/main"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a16:creationId xmlns:a16="http://schemas.microsoft.com/office/drawing/2014/main"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a16:creationId xmlns:a16="http://schemas.microsoft.com/office/drawing/2014/main"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a16:creationId xmlns:a16="http://schemas.microsoft.com/office/drawing/2014/main"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a16:creationId xmlns:a16="http://schemas.microsoft.com/office/drawing/2014/main"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a16:creationId xmlns:a16="http://schemas.microsoft.com/office/drawing/2014/main"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a16:creationId xmlns:a16="http://schemas.microsoft.com/office/drawing/2014/main"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a16:creationId xmlns:a16="http://schemas.microsoft.com/office/drawing/2014/main"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a16:creationId xmlns:a16="http://schemas.microsoft.com/office/drawing/2014/main"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a16:creationId xmlns:a16="http://schemas.microsoft.com/office/drawing/2014/main"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a16:creationId xmlns:a16="http://schemas.microsoft.com/office/drawing/2014/main"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a16:creationId xmlns:a16="http://schemas.microsoft.com/office/drawing/2014/main"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a16:creationId xmlns:a16="http://schemas.microsoft.com/office/drawing/2014/main"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a16:creationId xmlns:a16="http://schemas.microsoft.com/office/drawing/2014/main"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a16:creationId xmlns:a16="http://schemas.microsoft.com/office/drawing/2014/main"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a16:creationId xmlns:a16="http://schemas.microsoft.com/office/drawing/2014/main"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a16:creationId xmlns:a16="http://schemas.microsoft.com/office/drawing/2014/main"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a16:creationId xmlns:a16="http://schemas.microsoft.com/office/drawing/2014/main"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a16:creationId xmlns:a16="http://schemas.microsoft.com/office/drawing/2014/main"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a16:creationId xmlns:a16="http://schemas.microsoft.com/office/drawing/2014/main"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a16:creationId xmlns:a16="http://schemas.microsoft.com/office/drawing/2014/main"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a16:creationId xmlns:a16="http://schemas.microsoft.com/office/drawing/2014/main"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a16:creationId xmlns:a16="http://schemas.microsoft.com/office/drawing/2014/main"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a16:creationId xmlns:a16="http://schemas.microsoft.com/office/drawing/2014/main"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a16:creationId xmlns:a16="http://schemas.microsoft.com/office/drawing/2014/main"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a16:creationId xmlns:a16="http://schemas.microsoft.com/office/drawing/2014/main"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a16:creationId xmlns:a16="http://schemas.microsoft.com/office/drawing/2014/main"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a16:creationId xmlns:a16="http://schemas.microsoft.com/office/drawing/2014/main"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a16:creationId xmlns:a16="http://schemas.microsoft.com/office/drawing/2014/main"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a16:creationId xmlns:a16="http://schemas.microsoft.com/office/drawing/2014/main"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a16:creationId xmlns:a16="http://schemas.microsoft.com/office/drawing/2014/main"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a16:creationId xmlns:a16="http://schemas.microsoft.com/office/drawing/2014/main"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a16:creationId xmlns:a16="http://schemas.microsoft.com/office/drawing/2014/main"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a16:creationId xmlns:a16="http://schemas.microsoft.com/office/drawing/2014/main"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a16:creationId xmlns:a16="http://schemas.microsoft.com/office/drawing/2014/main"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a16:creationId xmlns:a16="http://schemas.microsoft.com/office/drawing/2014/main"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a16:creationId xmlns:a16="http://schemas.microsoft.com/office/drawing/2014/main"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a16:creationId xmlns:a16="http://schemas.microsoft.com/office/drawing/2014/main"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a16:creationId xmlns:a16="http://schemas.microsoft.com/office/drawing/2014/main"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a16:creationId xmlns:a16="http://schemas.microsoft.com/office/drawing/2014/main"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a16:creationId xmlns:a16="http://schemas.microsoft.com/office/drawing/2014/main"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a16:creationId xmlns:a16="http://schemas.microsoft.com/office/drawing/2014/main"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a16:creationId xmlns:a16="http://schemas.microsoft.com/office/drawing/2014/main"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a16:creationId xmlns:a16="http://schemas.microsoft.com/office/drawing/2014/main"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869144710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a16:creationId xmlns:a16="http://schemas.microsoft.com/office/drawing/2014/main"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a16:creationId xmlns:a16="http://schemas.microsoft.com/office/drawing/2014/main"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a16:creationId xmlns:a16="http://schemas.microsoft.com/office/drawing/2014/main"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a16:creationId xmlns:a16="http://schemas.microsoft.com/office/drawing/2014/main"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a16:creationId xmlns:a16="http://schemas.microsoft.com/office/drawing/2014/main"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a16:creationId xmlns:a16="http://schemas.microsoft.com/office/drawing/2014/main"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a16:creationId xmlns:a16="http://schemas.microsoft.com/office/drawing/2014/main"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a16:creationId xmlns:a16="http://schemas.microsoft.com/office/drawing/2014/main"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a16:creationId xmlns:a16="http://schemas.microsoft.com/office/drawing/2014/main"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a16:creationId xmlns:a16="http://schemas.microsoft.com/office/drawing/2014/main"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a16:creationId xmlns:a16="http://schemas.microsoft.com/office/drawing/2014/main"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a16:creationId xmlns:a16="http://schemas.microsoft.com/office/drawing/2014/main"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a16:creationId xmlns:a16="http://schemas.microsoft.com/office/drawing/2014/main"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a16:creationId xmlns:a16="http://schemas.microsoft.com/office/drawing/2014/main"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a16:creationId xmlns:a16="http://schemas.microsoft.com/office/drawing/2014/main"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a16:creationId xmlns:a16="http://schemas.microsoft.com/office/drawing/2014/main"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a16:creationId xmlns:a16="http://schemas.microsoft.com/office/drawing/2014/main"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a16:creationId xmlns:a16="http://schemas.microsoft.com/office/drawing/2014/main"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a16:creationId xmlns:a16="http://schemas.microsoft.com/office/drawing/2014/main"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a16:creationId xmlns:a16="http://schemas.microsoft.com/office/drawing/2014/main"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a16:creationId xmlns:a16="http://schemas.microsoft.com/office/drawing/2014/main"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a16:creationId xmlns:a16="http://schemas.microsoft.com/office/drawing/2014/main"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a16:creationId xmlns:a16="http://schemas.microsoft.com/office/drawing/2014/main"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a16:creationId xmlns:a16="http://schemas.microsoft.com/office/drawing/2014/main"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18741942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a16:creationId xmlns:a16="http://schemas.microsoft.com/office/drawing/2014/main"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a16:creationId xmlns:a16="http://schemas.microsoft.com/office/drawing/2014/main"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a16:creationId xmlns:a16="http://schemas.microsoft.com/office/drawing/2014/main"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a16:creationId xmlns:a16="http://schemas.microsoft.com/office/drawing/2014/main"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a16:creationId xmlns:a16="http://schemas.microsoft.com/office/drawing/2014/main"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a16:creationId xmlns:a16="http://schemas.microsoft.com/office/drawing/2014/main"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a16:creationId xmlns:a16="http://schemas.microsoft.com/office/drawing/2014/main"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a16:creationId xmlns:a16="http://schemas.microsoft.com/office/drawing/2014/main"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a16:creationId xmlns:a16="http://schemas.microsoft.com/office/drawing/2014/main"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a16:creationId xmlns:a16="http://schemas.microsoft.com/office/drawing/2014/main"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a16:creationId xmlns:a16="http://schemas.microsoft.com/office/drawing/2014/main"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a16:creationId xmlns:a16="http://schemas.microsoft.com/office/drawing/2014/main"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a16:creationId xmlns:a16="http://schemas.microsoft.com/office/drawing/2014/main"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a16:creationId xmlns:a16="http://schemas.microsoft.com/office/drawing/2014/main"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a16:creationId xmlns:a16="http://schemas.microsoft.com/office/drawing/2014/main"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a16:creationId xmlns:a16="http://schemas.microsoft.com/office/drawing/2014/main"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a16:creationId xmlns:a16="http://schemas.microsoft.com/office/drawing/2014/main"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a16:creationId xmlns:a16="http://schemas.microsoft.com/office/drawing/2014/main"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a16:creationId xmlns:a16="http://schemas.microsoft.com/office/drawing/2014/main"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a16:creationId xmlns:a16="http://schemas.microsoft.com/office/drawing/2014/main"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a16:creationId xmlns:a16="http://schemas.microsoft.com/office/drawing/2014/main"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a16:creationId xmlns:a16="http://schemas.microsoft.com/office/drawing/2014/main"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a16:creationId xmlns:a16="http://schemas.microsoft.com/office/drawing/2014/main"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a16:creationId xmlns:a16="http://schemas.microsoft.com/office/drawing/2014/main"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a16:creationId xmlns:a16="http://schemas.microsoft.com/office/drawing/2014/main"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a16:creationId xmlns:a16="http://schemas.microsoft.com/office/drawing/2014/main"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a16:creationId xmlns:a16="http://schemas.microsoft.com/office/drawing/2014/main"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a16:creationId xmlns:a16="http://schemas.microsoft.com/office/drawing/2014/main"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410434126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a16:creationId xmlns:a16="http://schemas.microsoft.com/office/drawing/2014/main"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a16:creationId xmlns:a16="http://schemas.microsoft.com/office/drawing/2014/main"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a16:creationId xmlns:a16="http://schemas.microsoft.com/office/drawing/2014/main"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a16:creationId xmlns:a16="http://schemas.microsoft.com/office/drawing/2014/main"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a16:creationId xmlns:a16="http://schemas.microsoft.com/office/drawing/2014/main"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a16:creationId xmlns:a16="http://schemas.microsoft.com/office/drawing/2014/main"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a16:creationId xmlns:a16="http://schemas.microsoft.com/office/drawing/2014/main"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a16:creationId xmlns:a16="http://schemas.microsoft.com/office/drawing/2014/main"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a16:creationId xmlns:a16="http://schemas.microsoft.com/office/drawing/2014/main"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a16:creationId xmlns:a16="http://schemas.microsoft.com/office/drawing/2014/main"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a16:creationId xmlns:a16="http://schemas.microsoft.com/office/drawing/2014/main"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a16:creationId xmlns:a16="http://schemas.microsoft.com/office/drawing/2014/main"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a16:creationId xmlns:a16="http://schemas.microsoft.com/office/drawing/2014/main"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a16:creationId xmlns:a16="http://schemas.microsoft.com/office/drawing/2014/main"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a16:creationId xmlns:a16="http://schemas.microsoft.com/office/drawing/2014/main"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a16:creationId xmlns:a16="http://schemas.microsoft.com/office/drawing/2014/main"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a16:creationId xmlns:a16="http://schemas.microsoft.com/office/drawing/2014/main"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a16:creationId xmlns:a16="http://schemas.microsoft.com/office/drawing/2014/main"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a16:creationId xmlns:a16="http://schemas.microsoft.com/office/drawing/2014/main"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a16:creationId xmlns:a16="http://schemas.microsoft.com/office/drawing/2014/main"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a16:creationId xmlns:a16="http://schemas.microsoft.com/office/drawing/2014/main"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a16:creationId xmlns:a16="http://schemas.microsoft.com/office/drawing/2014/main"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4365254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a16:creationId xmlns:a16="http://schemas.microsoft.com/office/drawing/2014/main"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a16:creationId xmlns:a16="http://schemas.microsoft.com/office/drawing/2014/main"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a16:creationId xmlns:a16="http://schemas.microsoft.com/office/drawing/2014/main"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a16:creationId xmlns:a16="http://schemas.microsoft.com/office/drawing/2014/main"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a16:creationId xmlns:a16="http://schemas.microsoft.com/office/drawing/2014/main"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a16:creationId xmlns:a16="http://schemas.microsoft.com/office/drawing/2014/main"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a16:creationId xmlns:a16="http://schemas.microsoft.com/office/drawing/2014/main"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a16:creationId xmlns:a16="http://schemas.microsoft.com/office/drawing/2014/main"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a16:creationId xmlns:a16="http://schemas.microsoft.com/office/drawing/2014/main"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a16:creationId xmlns:a16="http://schemas.microsoft.com/office/drawing/2014/main"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a16:creationId xmlns:a16="http://schemas.microsoft.com/office/drawing/2014/main"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a16:creationId xmlns:a16="http://schemas.microsoft.com/office/drawing/2014/main"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a16:creationId xmlns:a16="http://schemas.microsoft.com/office/drawing/2014/main"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a16:creationId xmlns:a16="http://schemas.microsoft.com/office/drawing/2014/main"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a16:creationId xmlns:a16="http://schemas.microsoft.com/office/drawing/2014/main"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a16:creationId xmlns:a16="http://schemas.microsoft.com/office/drawing/2014/main"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a16:creationId xmlns:a16="http://schemas.microsoft.com/office/drawing/2014/main"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a16:creationId xmlns:a16="http://schemas.microsoft.com/office/drawing/2014/main"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a16:creationId xmlns:a16="http://schemas.microsoft.com/office/drawing/2014/main"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5918708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a16:creationId xmlns:a16="http://schemas.microsoft.com/office/drawing/2014/main"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a16:creationId xmlns:a16="http://schemas.microsoft.com/office/drawing/2014/main"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a16:creationId xmlns:a16="http://schemas.microsoft.com/office/drawing/2014/main"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a16:creationId xmlns:a16="http://schemas.microsoft.com/office/drawing/2014/main"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a16:creationId xmlns:a16="http://schemas.microsoft.com/office/drawing/2014/main"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a16:creationId xmlns:a16="http://schemas.microsoft.com/office/drawing/2014/main"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a16:creationId xmlns:a16="http://schemas.microsoft.com/office/drawing/2014/main"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a16:creationId xmlns:a16="http://schemas.microsoft.com/office/drawing/2014/main"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a16:creationId xmlns:a16="http://schemas.microsoft.com/office/drawing/2014/main"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a16:creationId xmlns:a16="http://schemas.microsoft.com/office/drawing/2014/main"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a16:creationId xmlns:a16="http://schemas.microsoft.com/office/drawing/2014/main"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a16:creationId xmlns:a16="http://schemas.microsoft.com/office/drawing/2014/main"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a16:creationId xmlns:a16="http://schemas.microsoft.com/office/drawing/2014/main"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a16:creationId xmlns:a16="http://schemas.microsoft.com/office/drawing/2014/main"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a16:creationId xmlns:a16="http://schemas.microsoft.com/office/drawing/2014/main"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a16:creationId xmlns:a16="http://schemas.microsoft.com/office/drawing/2014/main"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a16:creationId xmlns:a16="http://schemas.microsoft.com/office/drawing/2014/main"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a16:creationId xmlns:a16="http://schemas.microsoft.com/office/drawing/2014/main"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a16:creationId xmlns:a16="http://schemas.microsoft.com/office/drawing/2014/main"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a16:creationId xmlns:a16="http://schemas.microsoft.com/office/drawing/2014/main"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a16:creationId xmlns:a16="http://schemas.microsoft.com/office/drawing/2014/main"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a16:creationId xmlns:a16="http://schemas.microsoft.com/office/drawing/2014/main"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a16:creationId xmlns:a16="http://schemas.microsoft.com/office/drawing/2014/main"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a16:creationId xmlns:a16="http://schemas.microsoft.com/office/drawing/2014/main"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a16:creationId xmlns:a16="http://schemas.microsoft.com/office/drawing/2014/main"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a16:creationId xmlns:a16="http://schemas.microsoft.com/office/drawing/2014/main"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a16:creationId xmlns:a16="http://schemas.microsoft.com/office/drawing/2014/main"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a16:creationId xmlns:a16="http://schemas.microsoft.com/office/drawing/2014/main"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a16:creationId xmlns:a16="http://schemas.microsoft.com/office/drawing/2014/main"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a16:creationId xmlns:a16="http://schemas.microsoft.com/office/drawing/2014/main"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a16:creationId xmlns:a16="http://schemas.microsoft.com/office/drawing/2014/main"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a16:creationId xmlns:a16="http://schemas.microsoft.com/office/drawing/2014/main"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a16:creationId xmlns:a16="http://schemas.microsoft.com/office/drawing/2014/main"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a16:creationId xmlns:a16="http://schemas.microsoft.com/office/drawing/2014/main"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a16:creationId xmlns:a16="http://schemas.microsoft.com/office/drawing/2014/main"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a16:creationId xmlns:a16="http://schemas.microsoft.com/office/drawing/2014/main"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a16:creationId xmlns:a16="http://schemas.microsoft.com/office/drawing/2014/main"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a16:creationId xmlns:a16="http://schemas.microsoft.com/office/drawing/2014/main"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a16:creationId xmlns:a16="http://schemas.microsoft.com/office/drawing/2014/main"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a16:creationId xmlns:a16="http://schemas.microsoft.com/office/drawing/2014/main"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a16:creationId xmlns:a16="http://schemas.microsoft.com/office/drawing/2014/main"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a16:creationId xmlns:a16="http://schemas.microsoft.com/office/drawing/2014/main"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a16:creationId xmlns:a16="http://schemas.microsoft.com/office/drawing/2014/main"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a16:creationId xmlns:a16="http://schemas.microsoft.com/office/drawing/2014/main"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a16:creationId xmlns:a16="http://schemas.microsoft.com/office/drawing/2014/main"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a16:creationId xmlns:a16="http://schemas.microsoft.com/office/drawing/2014/main"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a16:creationId xmlns:a16="http://schemas.microsoft.com/office/drawing/2014/main"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a16:creationId xmlns:a16="http://schemas.microsoft.com/office/drawing/2014/main"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a16:creationId xmlns:a16="http://schemas.microsoft.com/office/drawing/2014/main"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a16:creationId xmlns:a16="http://schemas.microsoft.com/office/drawing/2014/main"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a16:creationId xmlns:a16="http://schemas.microsoft.com/office/drawing/2014/main"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a16:creationId xmlns:a16="http://schemas.microsoft.com/office/drawing/2014/main"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a16:creationId xmlns:a16="http://schemas.microsoft.com/office/drawing/2014/main"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a16:creationId xmlns:a16="http://schemas.microsoft.com/office/drawing/2014/main"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a16:creationId xmlns:a16="http://schemas.microsoft.com/office/drawing/2014/main"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a16:creationId xmlns:a16="http://schemas.microsoft.com/office/drawing/2014/main"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a16:creationId xmlns:a16="http://schemas.microsoft.com/office/drawing/2014/main"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a16:creationId xmlns:a16="http://schemas.microsoft.com/office/drawing/2014/main"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a16:creationId xmlns:a16="http://schemas.microsoft.com/office/drawing/2014/main"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a16:creationId xmlns:a16="http://schemas.microsoft.com/office/drawing/2014/main"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a16:creationId xmlns:a16="http://schemas.microsoft.com/office/drawing/2014/main"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a16:creationId xmlns:a16="http://schemas.microsoft.com/office/drawing/2014/main"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a16:creationId xmlns:a16="http://schemas.microsoft.com/office/drawing/2014/main"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a16:creationId xmlns:a16="http://schemas.microsoft.com/office/drawing/2014/main"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a16:creationId xmlns:a16="http://schemas.microsoft.com/office/drawing/2014/main"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a16:creationId xmlns:a16="http://schemas.microsoft.com/office/drawing/2014/main"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a16:creationId xmlns:a16="http://schemas.microsoft.com/office/drawing/2014/main"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a16:creationId xmlns:a16="http://schemas.microsoft.com/office/drawing/2014/main"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a16:creationId xmlns:a16="http://schemas.microsoft.com/office/drawing/2014/main"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a16:creationId xmlns:a16="http://schemas.microsoft.com/office/drawing/2014/main"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a16:creationId xmlns:a16="http://schemas.microsoft.com/office/drawing/2014/main"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a16:creationId xmlns:a16="http://schemas.microsoft.com/office/drawing/2014/main"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a16:creationId xmlns:a16="http://schemas.microsoft.com/office/drawing/2014/main"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a16:creationId xmlns:a16="http://schemas.microsoft.com/office/drawing/2014/main"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a16:creationId xmlns:a16="http://schemas.microsoft.com/office/drawing/2014/main"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a16:creationId xmlns:a16="http://schemas.microsoft.com/office/drawing/2014/main"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a16:creationId xmlns:a16="http://schemas.microsoft.com/office/drawing/2014/main"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a16:creationId xmlns:a16="http://schemas.microsoft.com/office/drawing/2014/main"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a16:creationId xmlns:a16="http://schemas.microsoft.com/office/drawing/2014/main"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a16:creationId xmlns:a16="http://schemas.microsoft.com/office/drawing/2014/main"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a16:creationId xmlns:a16="http://schemas.microsoft.com/office/drawing/2014/main"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a16:creationId xmlns:a16="http://schemas.microsoft.com/office/drawing/2014/main"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a16:creationId xmlns:a16="http://schemas.microsoft.com/office/drawing/2014/main"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a16:creationId xmlns:a16="http://schemas.microsoft.com/office/drawing/2014/main"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a16:creationId xmlns:a16="http://schemas.microsoft.com/office/drawing/2014/main"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a16:creationId xmlns:a16="http://schemas.microsoft.com/office/drawing/2014/main"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a16:creationId xmlns:a16="http://schemas.microsoft.com/office/drawing/2014/main"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a16:creationId xmlns:a16="http://schemas.microsoft.com/office/drawing/2014/main"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a16:creationId xmlns:a16="http://schemas.microsoft.com/office/drawing/2014/main"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a16:creationId xmlns:a16="http://schemas.microsoft.com/office/drawing/2014/main"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a16:creationId xmlns:a16="http://schemas.microsoft.com/office/drawing/2014/main"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a16:creationId xmlns:a16="http://schemas.microsoft.com/office/drawing/2014/main"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a16:creationId xmlns:a16="http://schemas.microsoft.com/office/drawing/2014/main"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a16:creationId xmlns:a16="http://schemas.microsoft.com/office/drawing/2014/main"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a16:creationId xmlns:a16="http://schemas.microsoft.com/office/drawing/2014/main"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a16:creationId xmlns:a16="http://schemas.microsoft.com/office/drawing/2014/main"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a16:creationId xmlns:a16="http://schemas.microsoft.com/office/drawing/2014/main"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a16:creationId xmlns:a16="http://schemas.microsoft.com/office/drawing/2014/main"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6672922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a16:creationId xmlns:a16="http://schemas.microsoft.com/office/drawing/2014/main"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a16:creationId xmlns:a16="http://schemas.microsoft.com/office/drawing/2014/main"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a16:creationId xmlns:a16="http://schemas.microsoft.com/office/drawing/2014/main"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a16:creationId xmlns:a16="http://schemas.microsoft.com/office/drawing/2014/main"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a16:creationId xmlns:a16="http://schemas.microsoft.com/office/drawing/2014/main"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a16:creationId xmlns:a16="http://schemas.microsoft.com/office/drawing/2014/main"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a16:creationId xmlns:a16="http://schemas.microsoft.com/office/drawing/2014/main"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a16:creationId xmlns:a16="http://schemas.microsoft.com/office/drawing/2014/main"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a16:creationId xmlns:a16="http://schemas.microsoft.com/office/drawing/2014/main"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a16:creationId xmlns:a16="http://schemas.microsoft.com/office/drawing/2014/main"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a16:creationId xmlns:a16="http://schemas.microsoft.com/office/drawing/2014/main"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a16:creationId xmlns:a16="http://schemas.microsoft.com/office/drawing/2014/main"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a16:creationId xmlns:a16="http://schemas.microsoft.com/office/drawing/2014/main"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a16:creationId xmlns:a16="http://schemas.microsoft.com/office/drawing/2014/main"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a16:creationId xmlns:a16="http://schemas.microsoft.com/office/drawing/2014/main"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a16:creationId xmlns:a16="http://schemas.microsoft.com/office/drawing/2014/main"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a16:creationId xmlns:a16="http://schemas.microsoft.com/office/drawing/2014/main"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a16:creationId xmlns:a16="http://schemas.microsoft.com/office/drawing/2014/main"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a16:creationId xmlns:a16="http://schemas.microsoft.com/office/drawing/2014/main"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a16:creationId xmlns:a16="http://schemas.microsoft.com/office/drawing/2014/main"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a16:creationId xmlns:a16="http://schemas.microsoft.com/office/drawing/2014/main"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a16:creationId xmlns:a16="http://schemas.microsoft.com/office/drawing/2014/main"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a16:creationId xmlns:a16="http://schemas.microsoft.com/office/drawing/2014/main"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a16:creationId xmlns:a16="http://schemas.microsoft.com/office/drawing/2014/main"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a16:creationId xmlns:a16="http://schemas.microsoft.com/office/drawing/2014/main"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a16:creationId xmlns:a16="http://schemas.microsoft.com/office/drawing/2014/main"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a16:creationId xmlns:a16="http://schemas.microsoft.com/office/drawing/2014/main"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51033643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a16:creationId xmlns:a16="http://schemas.microsoft.com/office/drawing/2014/main"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a16:creationId xmlns:a16="http://schemas.microsoft.com/office/drawing/2014/main"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a16:creationId xmlns:a16="http://schemas.microsoft.com/office/drawing/2014/main"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a16:creationId xmlns:a16="http://schemas.microsoft.com/office/drawing/2014/main"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a16:creationId xmlns:a16="http://schemas.microsoft.com/office/drawing/2014/main"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a16:creationId xmlns:a16="http://schemas.microsoft.com/office/drawing/2014/main"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a16:creationId xmlns:a16="http://schemas.microsoft.com/office/drawing/2014/main"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a16:creationId xmlns:a16="http://schemas.microsoft.com/office/drawing/2014/main"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a16:creationId xmlns:a16="http://schemas.microsoft.com/office/drawing/2014/main"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a16:creationId xmlns:a16="http://schemas.microsoft.com/office/drawing/2014/main"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a16:creationId xmlns:a16="http://schemas.microsoft.com/office/drawing/2014/main"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a16:creationId xmlns:a16="http://schemas.microsoft.com/office/drawing/2014/main"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a16:creationId xmlns:a16="http://schemas.microsoft.com/office/drawing/2014/main"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a16:creationId xmlns:a16="http://schemas.microsoft.com/office/drawing/2014/main"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a16:creationId xmlns:a16="http://schemas.microsoft.com/office/drawing/2014/main"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a16:creationId xmlns:a16="http://schemas.microsoft.com/office/drawing/2014/main"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a16:creationId xmlns:a16="http://schemas.microsoft.com/office/drawing/2014/main"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a16:creationId xmlns:a16="http://schemas.microsoft.com/office/drawing/2014/main"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a16:creationId xmlns:a16="http://schemas.microsoft.com/office/drawing/2014/main"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a16:creationId xmlns:a16="http://schemas.microsoft.com/office/drawing/2014/main"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a16:creationId xmlns:a16="http://schemas.microsoft.com/office/drawing/2014/main"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a16:creationId xmlns:a16="http://schemas.microsoft.com/office/drawing/2014/main"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a16:creationId xmlns:a16="http://schemas.microsoft.com/office/drawing/2014/main"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a16:creationId xmlns:a16="http://schemas.microsoft.com/office/drawing/2014/main"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a16:creationId xmlns:a16="http://schemas.microsoft.com/office/drawing/2014/main"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a16:creationId xmlns:a16="http://schemas.microsoft.com/office/drawing/2014/main"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a16:creationId xmlns:a16="http://schemas.microsoft.com/office/drawing/2014/main"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a16:creationId xmlns:a16="http://schemas.microsoft.com/office/drawing/2014/main"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a16:creationId xmlns:a16="http://schemas.microsoft.com/office/drawing/2014/main"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a16:creationId xmlns:a16="http://schemas.microsoft.com/office/drawing/2014/main"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a16:creationId xmlns:a16="http://schemas.microsoft.com/office/drawing/2014/main"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a16:creationId xmlns:a16="http://schemas.microsoft.com/office/drawing/2014/main"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a16:creationId xmlns:a16="http://schemas.microsoft.com/office/drawing/2014/main"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a16:creationId xmlns:a16="http://schemas.microsoft.com/office/drawing/2014/main"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a16:creationId xmlns:a16="http://schemas.microsoft.com/office/drawing/2014/main"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a16:creationId xmlns:a16="http://schemas.microsoft.com/office/drawing/2014/main"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a16:creationId xmlns:a16="http://schemas.microsoft.com/office/drawing/2014/main"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a16:creationId xmlns:a16="http://schemas.microsoft.com/office/drawing/2014/main"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a16:creationId xmlns:a16="http://schemas.microsoft.com/office/drawing/2014/main"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a16:creationId xmlns:a16="http://schemas.microsoft.com/office/drawing/2014/main"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a16:creationId xmlns:a16="http://schemas.microsoft.com/office/drawing/2014/main"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a16:creationId xmlns:a16="http://schemas.microsoft.com/office/drawing/2014/main"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a16:creationId xmlns:a16="http://schemas.microsoft.com/office/drawing/2014/main"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a16:creationId xmlns:a16="http://schemas.microsoft.com/office/drawing/2014/main"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a16:creationId xmlns:a16="http://schemas.microsoft.com/office/drawing/2014/main"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a16:creationId xmlns:a16="http://schemas.microsoft.com/office/drawing/2014/main"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a16:creationId xmlns:a16="http://schemas.microsoft.com/office/drawing/2014/main"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a16:creationId xmlns:a16="http://schemas.microsoft.com/office/drawing/2014/main"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a16:creationId xmlns:a16="http://schemas.microsoft.com/office/drawing/2014/main"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a16:creationId xmlns:a16="http://schemas.microsoft.com/office/drawing/2014/main"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a16:creationId xmlns:a16="http://schemas.microsoft.com/office/drawing/2014/main"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a16:creationId xmlns:a16="http://schemas.microsoft.com/office/drawing/2014/main"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a16:creationId xmlns:a16="http://schemas.microsoft.com/office/drawing/2014/main"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a16:creationId xmlns:a16="http://schemas.microsoft.com/office/drawing/2014/main"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a16:creationId xmlns:a16="http://schemas.microsoft.com/office/drawing/2014/main"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a16:creationId xmlns:a16="http://schemas.microsoft.com/office/drawing/2014/main"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a16:creationId xmlns:a16="http://schemas.microsoft.com/office/drawing/2014/main"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a16:creationId xmlns:a16="http://schemas.microsoft.com/office/drawing/2014/main"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a16:creationId xmlns:a16="http://schemas.microsoft.com/office/drawing/2014/main"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a16:creationId xmlns:a16="http://schemas.microsoft.com/office/drawing/2014/main"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a16:creationId xmlns:a16="http://schemas.microsoft.com/office/drawing/2014/main"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a16:creationId xmlns:a16="http://schemas.microsoft.com/office/drawing/2014/main"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a16:creationId xmlns:a16="http://schemas.microsoft.com/office/drawing/2014/main"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a16:creationId xmlns:a16="http://schemas.microsoft.com/office/drawing/2014/main"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a16:creationId xmlns:a16="http://schemas.microsoft.com/office/drawing/2014/main"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a16:creationId xmlns:a16="http://schemas.microsoft.com/office/drawing/2014/main"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a16:creationId xmlns:a16="http://schemas.microsoft.com/office/drawing/2014/main"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0597703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a16:creationId xmlns:a16="http://schemas.microsoft.com/office/drawing/2014/main"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a16:creationId xmlns:a16="http://schemas.microsoft.com/office/drawing/2014/main"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a16:creationId xmlns:a16="http://schemas.microsoft.com/office/drawing/2014/main"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a16:creationId xmlns:a16="http://schemas.microsoft.com/office/drawing/2014/main"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a16:creationId xmlns:a16="http://schemas.microsoft.com/office/drawing/2014/main"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a16:creationId xmlns:a16="http://schemas.microsoft.com/office/drawing/2014/main"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a16:creationId xmlns:a16="http://schemas.microsoft.com/office/drawing/2014/main"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a16:creationId xmlns:a16="http://schemas.microsoft.com/office/drawing/2014/main"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a16:creationId xmlns:a16="http://schemas.microsoft.com/office/drawing/2014/main"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a16:creationId xmlns:a16="http://schemas.microsoft.com/office/drawing/2014/main"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a16:creationId xmlns:a16="http://schemas.microsoft.com/office/drawing/2014/main"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a16:creationId xmlns:a16="http://schemas.microsoft.com/office/drawing/2014/main"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a16:creationId xmlns:a16="http://schemas.microsoft.com/office/drawing/2014/main"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a16:creationId xmlns:a16="http://schemas.microsoft.com/office/drawing/2014/main"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a16:creationId xmlns:a16="http://schemas.microsoft.com/office/drawing/2014/main"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a16:creationId xmlns:a16="http://schemas.microsoft.com/office/drawing/2014/main"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a16:creationId xmlns:a16="http://schemas.microsoft.com/office/drawing/2014/main"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a16:creationId xmlns:a16="http://schemas.microsoft.com/office/drawing/2014/main"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a16:creationId xmlns:a16="http://schemas.microsoft.com/office/drawing/2014/main"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a16:creationId xmlns:a16="http://schemas.microsoft.com/office/drawing/2014/main"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a16:creationId xmlns:a16="http://schemas.microsoft.com/office/drawing/2014/main"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a16:creationId xmlns:a16="http://schemas.microsoft.com/office/drawing/2014/main"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a16:creationId xmlns:a16="http://schemas.microsoft.com/office/drawing/2014/main"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a16:creationId xmlns:a16="http://schemas.microsoft.com/office/drawing/2014/main"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a16:creationId xmlns:a16="http://schemas.microsoft.com/office/drawing/2014/main"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a16:creationId xmlns:a16="http://schemas.microsoft.com/office/drawing/2014/main"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a16:creationId xmlns:a16="http://schemas.microsoft.com/office/drawing/2014/main"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a16:creationId xmlns:a16="http://schemas.microsoft.com/office/drawing/2014/main"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a16:creationId xmlns:a16="http://schemas.microsoft.com/office/drawing/2014/main"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a16:creationId xmlns:a16="http://schemas.microsoft.com/office/drawing/2014/main"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a16:creationId xmlns:a16="http://schemas.microsoft.com/office/drawing/2014/main"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a16:creationId xmlns:a16="http://schemas.microsoft.com/office/drawing/2014/main"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a16:creationId xmlns:a16="http://schemas.microsoft.com/office/drawing/2014/main"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a16:creationId xmlns:a16="http://schemas.microsoft.com/office/drawing/2014/main"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a16:creationId xmlns:a16="http://schemas.microsoft.com/office/drawing/2014/main"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a16:creationId xmlns:a16="http://schemas.microsoft.com/office/drawing/2014/main"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a16:creationId xmlns:a16="http://schemas.microsoft.com/office/drawing/2014/main"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a16:creationId xmlns:a16="http://schemas.microsoft.com/office/drawing/2014/main"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a16:creationId xmlns:a16="http://schemas.microsoft.com/office/drawing/2014/main"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a16:creationId xmlns:a16="http://schemas.microsoft.com/office/drawing/2014/main"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a16:creationId xmlns:a16="http://schemas.microsoft.com/office/drawing/2014/main"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a16:creationId xmlns:a16="http://schemas.microsoft.com/office/drawing/2014/main"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a16:creationId xmlns:a16="http://schemas.microsoft.com/office/drawing/2014/main"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a16:creationId xmlns:a16="http://schemas.microsoft.com/office/drawing/2014/main"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a16:creationId xmlns:a16="http://schemas.microsoft.com/office/drawing/2014/main"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a16:creationId xmlns:a16="http://schemas.microsoft.com/office/drawing/2014/main"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a16:creationId xmlns:a16="http://schemas.microsoft.com/office/drawing/2014/main"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a16:creationId xmlns:a16="http://schemas.microsoft.com/office/drawing/2014/main"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a16:creationId xmlns:a16="http://schemas.microsoft.com/office/drawing/2014/main"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a16:creationId xmlns:a16="http://schemas.microsoft.com/office/drawing/2014/main"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a16:creationId xmlns:a16="http://schemas.microsoft.com/office/drawing/2014/main"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a16:creationId xmlns:a16="http://schemas.microsoft.com/office/drawing/2014/main"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a16:creationId xmlns:a16="http://schemas.microsoft.com/office/drawing/2014/main"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a16:creationId xmlns:a16="http://schemas.microsoft.com/office/drawing/2014/main"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a16:creationId xmlns:a16="http://schemas.microsoft.com/office/drawing/2014/main"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a16:creationId xmlns:a16="http://schemas.microsoft.com/office/drawing/2014/main"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a16:creationId xmlns:a16="http://schemas.microsoft.com/office/drawing/2014/main"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a16:creationId xmlns:a16="http://schemas.microsoft.com/office/drawing/2014/main"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a16:creationId xmlns:a16="http://schemas.microsoft.com/office/drawing/2014/main"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a16:creationId xmlns:a16="http://schemas.microsoft.com/office/drawing/2014/main"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a16:creationId xmlns:a16="http://schemas.microsoft.com/office/drawing/2014/main"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a16:creationId xmlns:a16="http://schemas.microsoft.com/office/drawing/2014/main"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a16:creationId xmlns:a16="http://schemas.microsoft.com/office/drawing/2014/main"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a16:creationId xmlns:a16="http://schemas.microsoft.com/office/drawing/2014/main"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a16:creationId xmlns:a16="http://schemas.microsoft.com/office/drawing/2014/main"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a16:creationId xmlns:a16="http://schemas.microsoft.com/office/drawing/2014/main"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82603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a16:creationId xmlns:a16="http://schemas.microsoft.com/office/drawing/2014/main"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a16:creationId xmlns:a16="http://schemas.microsoft.com/office/drawing/2014/main"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a16:creationId xmlns:a16="http://schemas.microsoft.com/office/drawing/2014/main"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a16:creationId xmlns:a16="http://schemas.microsoft.com/office/drawing/2014/main"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a16:creationId xmlns:a16="http://schemas.microsoft.com/office/drawing/2014/main"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a16:creationId xmlns:a16="http://schemas.microsoft.com/office/drawing/2014/main"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a16:creationId xmlns:a16="http://schemas.microsoft.com/office/drawing/2014/main"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a16:creationId xmlns:a16="http://schemas.microsoft.com/office/drawing/2014/main"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a16:creationId xmlns:a16="http://schemas.microsoft.com/office/drawing/2014/main"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a16:creationId xmlns:a16="http://schemas.microsoft.com/office/drawing/2014/main"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a16:creationId xmlns:a16="http://schemas.microsoft.com/office/drawing/2014/main"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a16:creationId xmlns:a16="http://schemas.microsoft.com/office/drawing/2014/main"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a16:creationId xmlns:a16="http://schemas.microsoft.com/office/drawing/2014/main"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a16:creationId xmlns:a16="http://schemas.microsoft.com/office/drawing/2014/main"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a16:creationId xmlns:a16="http://schemas.microsoft.com/office/drawing/2014/main"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a16:creationId xmlns:a16="http://schemas.microsoft.com/office/drawing/2014/main"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a16:creationId xmlns:a16="http://schemas.microsoft.com/office/drawing/2014/main"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a16:creationId xmlns:a16="http://schemas.microsoft.com/office/drawing/2014/main"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a16:creationId xmlns:a16="http://schemas.microsoft.com/office/drawing/2014/main"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a16:creationId xmlns:a16="http://schemas.microsoft.com/office/drawing/2014/main"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a16:creationId xmlns:a16="http://schemas.microsoft.com/office/drawing/2014/main"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a16:creationId xmlns:a16="http://schemas.microsoft.com/office/drawing/2014/main"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a16:creationId xmlns:a16="http://schemas.microsoft.com/office/drawing/2014/main"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7641750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a16:creationId xmlns:a16="http://schemas.microsoft.com/office/drawing/2014/main"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a16:creationId xmlns:a16="http://schemas.microsoft.com/office/drawing/2014/main"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a16:creationId xmlns:a16="http://schemas.microsoft.com/office/drawing/2014/main"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a16:creationId xmlns:a16="http://schemas.microsoft.com/office/drawing/2014/main"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a16:creationId xmlns:a16="http://schemas.microsoft.com/office/drawing/2014/main"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a16:creationId xmlns:a16="http://schemas.microsoft.com/office/drawing/2014/main"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a16:creationId xmlns:a16="http://schemas.microsoft.com/office/drawing/2014/main"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a16:creationId xmlns:a16="http://schemas.microsoft.com/office/drawing/2014/main"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a16:creationId xmlns:a16="http://schemas.microsoft.com/office/drawing/2014/main"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a16:creationId xmlns:a16="http://schemas.microsoft.com/office/drawing/2014/main"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a16:creationId xmlns:a16="http://schemas.microsoft.com/office/drawing/2014/main"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a16:creationId xmlns:a16="http://schemas.microsoft.com/office/drawing/2014/main"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a16:creationId xmlns:a16="http://schemas.microsoft.com/office/drawing/2014/main"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a16:creationId xmlns:a16="http://schemas.microsoft.com/office/drawing/2014/main"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a16:creationId xmlns:a16="http://schemas.microsoft.com/office/drawing/2014/main"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a16:creationId xmlns:a16="http://schemas.microsoft.com/office/drawing/2014/main"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a16:creationId xmlns:a16="http://schemas.microsoft.com/office/drawing/2014/main"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a16:creationId xmlns:a16="http://schemas.microsoft.com/office/drawing/2014/main"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a16:creationId xmlns:a16="http://schemas.microsoft.com/office/drawing/2014/main"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a16:creationId xmlns:a16="http://schemas.microsoft.com/office/drawing/2014/main"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a16:creationId xmlns:a16="http://schemas.microsoft.com/office/drawing/2014/main"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a16:creationId xmlns:a16="http://schemas.microsoft.com/office/drawing/2014/main"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a16:creationId xmlns:a16="http://schemas.microsoft.com/office/drawing/2014/main"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a16:creationId xmlns:a16="http://schemas.microsoft.com/office/drawing/2014/main"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a16:creationId xmlns:a16="http://schemas.microsoft.com/office/drawing/2014/main"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a16:creationId xmlns:a16="http://schemas.microsoft.com/office/drawing/2014/main"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a16:creationId xmlns:a16="http://schemas.microsoft.com/office/drawing/2014/main"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a16:creationId xmlns:a16="http://schemas.microsoft.com/office/drawing/2014/main"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a16:creationId xmlns:a16="http://schemas.microsoft.com/office/drawing/2014/main"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a16:creationId xmlns:a16="http://schemas.microsoft.com/office/drawing/2014/main"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a16:creationId xmlns:a16="http://schemas.microsoft.com/office/drawing/2014/main"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04043198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a16:creationId xmlns:a16="http://schemas.microsoft.com/office/drawing/2014/main"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a16:creationId xmlns:a16="http://schemas.microsoft.com/office/drawing/2014/main"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a16:creationId xmlns:a16="http://schemas.microsoft.com/office/drawing/2014/main"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a16:creationId xmlns:a16="http://schemas.microsoft.com/office/drawing/2014/main"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a16:creationId xmlns:a16="http://schemas.microsoft.com/office/drawing/2014/main"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a16:creationId xmlns:a16="http://schemas.microsoft.com/office/drawing/2014/main"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a16:creationId xmlns:a16="http://schemas.microsoft.com/office/drawing/2014/main"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a16:creationId xmlns:a16="http://schemas.microsoft.com/office/drawing/2014/main"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a16:creationId xmlns:a16="http://schemas.microsoft.com/office/drawing/2014/main"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a16:creationId xmlns:a16="http://schemas.microsoft.com/office/drawing/2014/main"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a16:creationId xmlns:a16="http://schemas.microsoft.com/office/drawing/2014/main"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a16:creationId xmlns:a16="http://schemas.microsoft.com/office/drawing/2014/main"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a16:creationId xmlns:a16="http://schemas.microsoft.com/office/drawing/2014/main"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a16:creationId xmlns:a16="http://schemas.microsoft.com/office/drawing/2014/main"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a16:creationId xmlns:a16="http://schemas.microsoft.com/office/drawing/2014/main"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a16:creationId xmlns:a16="http://schemas.microsoft.com/office/drawing/2014/main"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a16:creationId xmlns:a16="http://schemas.microsoft.com/office/drawing/2014/main"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a16:creationId xmlns:a16="http://schemas.microsoft.com/office/drawing/2014/main"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a16:creationId xmlns:a16="http://schemas.microsoft.com/office/drawing/2014/main"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a16:creationId xmlns:a16="http://schemas.microsoft.com/office/drawing/2014/main"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a16:creationId xmlns:a16="http://schemas.microsoft.com/office/drawing/2014/main"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a16:creationId xmlns:a16="http://schemas.microsoft.com/office/drawing/2014/main"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a16:creationId xmlns:a16="http://schemas.microsoft.com/office/drawing/2014/main"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a16:creationId xmlns:a16="http://schemas.microsoft.com/office/drawing/2014/main"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a16:creationId xmlns:a16="http://schemas.microsoft.com/office/drawing/2014/main"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a16:creationId xmlns:a16="http://schemas.microsoft.com/office/drawing/2014/main"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a16:creationId xmlns:a16="http://schemas.microsoft.com/office/drawing/2014/main"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a16:creationId xmlns:a16="http://schemas.microsoft.com/office/drawing/2014/main"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a16:creationId xmlns:a16="http://schemas.microsoft.com/office/drawing/2014/main"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a16:creationId xmlns:a16="http://schemas.microsoft.com/office/drawing/2014/main"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a16:creationId xmlns:a16="http://schemas.microsoft.com/office/drawing/2014/main"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a16:creationId xmlns:a16="http://schemas.microsoft.com/office/drawing/2014/main"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a16:creationId xmlns:a16="http://schemas.microsoft.com/office/drawing/2014/main"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a16:creationId xmlns:a16="http://schemas.microsoft.com/office/drawing/2014/main"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a16:creationId xmlns:a16="http://schemas.microsoft.com/office/drawing/2014/main"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459832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a16:creationId xmlns:a16="http://schemas.microsoft.com/office/drawing/2014/main"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a16:creationId xmlns:a16="http://schemas.microsoft.com/office/drawing/2014/main"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a16:creationId xmlns:a16="http://schemas.microsoft.com/office/drawing/2014/main"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a16:creationId xmlns:a16="http://schemas.microsoft.com/office/drawing/2014/main"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a16:creationId xmlns:a16="http://schemas.microsoft.com/office/drawing/2014/main"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a16:creationId xmlns:a16="http://schemas.microsoft.com/office/drawing/2014/main"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a16:creationId xmlns:a16="http://schemas.microsoft.com/office/drawing/2014/main"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a16:creationId xmlns:a16="http://schemas.microsoft.com/office/drawing/2014/main"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a16:creationId xmlns:a16="http://schemas.microsoft.com/office/drawing/2014/main"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a16:creationId xmlns:a16="http://schemas.microsoft.com/office/drawing/2014/main"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a16:creationId xmlns:a16="http://schemas.microsoft.com/office/drawing/2014/main"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a16:creationId xmlns:a16="http://schemas.microsoft.com/office/drawing/2014/main"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a16:creationId xmlns:a16="http://schemas.microsoft.com/office/drawing/2014/main"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a16:creationId xmlns:a16="http://schemas.microsoft.com/office/drawing/2014/main"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a16:creationId xmlns:a16="http://schemas.microsoft.com/office/drawing/2014/main"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a16:creationId xmlns:a16="http://schemas.microsoft.com/office/drawing/2014/main"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a16:creationId xmlns:a16="http://schemas.microsoft.com/office/drawing/2014/main"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a16:creationId xmlns:a16="http://schemas.microsoft.com/office/drawing/2014/main"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a16:creationId xmlns:a16="http://schemas.microsoft.com/office/drawing/2014/main"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a16:creationId xmlns:a16="http://schemas.microsoft.com/office/drawing/2014/main"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a16:creationId xmlns:a16="http://schemas.microsoft.com/office/drawing/2014/main"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a16:creationId xmlns:a16="http://schemas.microsoft.com/office/drawing/2014/main"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a16:creationId xmlns:a16="http://schemas.microsoft.com/office/drawing/2014/main"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a16:creationId xmlns:a16="http://schemas.microsoft.com/office/drawing/2014/main"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a16:creationId xmlns:a16="http://schemas.microsoft.com/office/drawing/2014/main"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a16:creationId xmlns:a16="http://schemas.microsoft.com/office/drawing/2014/main"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a16:creationId xmlns:a16="http://schemas.microsoft.com/office/drawing/2014/main"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a16:creationId xmlns:a16="http://schemas.microsoft.com/office/drawing/2014/main"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6150995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a16:creationId xmlns:a16="http://schemas.microsoft.com/office/drawing/2014/main"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a16:creationId xmlns:a16="http://schemas.microsoft.com/office/drawing/2014/main"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a16:creationId xmlns:a16="http://schemas.microsoft.com/office/drawing/2014/main"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a16:creationId xmlns:a16="http://schemas.microsoft.com/office/drawing/2014/main"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a16:creationId xmlns:a16="http://schemas.microsoft.com/office/drawing/2014/main"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a16:creationId xmlns:a16="http://schemas.microsoft.com/office/drawing/2014/main"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a16:creationId xmlns:a16="http://schemas.microsoft.com/office/drawing/2014/main"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a16:creationId xmlns:a16="http://schemas.microsoft.com/office/drawing/2014/main"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a16:creationId xmlns:a16="http://schemas.microsoft.com/office/drawing/2014/main"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a16:creationId xmlns:a16="http://schemas.microsoft.com/office/drawing/2014/main"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a16:creationId xmlns:a16="http://schemas.microsoft.com/office/drawing/2014/main"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a16:creationId xmlns:a16="http://schemas.microsoft.com/office/drawing/2014/main"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a16:creationId xmlns:a16="http://schemas.microsoft.com/office/drawing/2014/main"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a16:creationId xmlns:a16="http://schemas.microsoft.com/office/drawing/2014/main"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a16:creationId xmlns:a16="http://schemas.microsoft.com/office/drawing/2014/main"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a16:creationId xmlns:a16="http://schemas.microsoft.com/office/drawing/2014/main"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a16:creationId xmlns:a16="http://schemas.microsoft.com/office/drawing/2014/main"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a16:creationId xmlns:a16="http://schemas.microsoft.com/office/drawing/2014/main"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a16:creationId xmlns:a16="http://schemas.microsoft.com/office/drawing/2014/main"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a16:creationId xmlns:a16="http://schemas.microsoft.com/office/drawing/2014/main"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a16:creationId xmlns:a16="http://schemas.microsoft.com/office/drawing/2014/main"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a16:creationId xmlns:a16="http://schemas.microsoft.com/office/drawing/2014/main"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a16:creationId xmlns:a16="http://schemas.microsoft.com/office/drawing/2014/main"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a16:creationId xmlns:a16="http://schemas.microsoft.com/office/drawing/2014/main"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a16:creationId xmlns:a16="http://schemas.microsoft.com/office/drawing/2014/main"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a16:creationId xmlns:a16="http://schemas.microsoft.com/office/drawing/2014/main"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a16:creationId xmlns:a16="http://schemas.microsoft.com/office/drawing/2014/main"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a16:creationId xmlns:a16="http://schemas.microsoft.com/office/drawing/2014/main"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a16:creationId xmlns:a16="http://schemas.microsoft.com/office/drawing/2014/main"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a16:creationId xmlns:a16="http://schemas.microsoft.com/office/drawing/2014/main"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a16:creationId xmlns:a16="http://schemas.microsoft.com/office/drawing/2014/main"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a16:creationId xmlns:a16="http://schemas.microsoft.com/office/drawing/2014/main"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a16:creationId xmlns:a16="http://schemas.microsoft.com/office/drawing/2014/main"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a16:creationId xmlns:a16="http://schemas.microsoft.com/office/drawing/2014/main"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a16:creationId xmlns:a16="http://schemas.microsoft.com/office/drawing/2014/main"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a16:creationId xmlns:a16="http://schemas.microsoft.com/office/drawing/2014/main"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a16:creationId xmlns:a16="http://schemas.microsoft.com/office/drawing/2014/main"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a16:creationId xmlns:a16="http://schemas.microsoft.com/office/drawing/2014/main"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a16:creationId xmlns:a16="http://schemas.microsoft.com/office/drawing/2014/main"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a16:creationId xmlns:a16="http://schemas.microsoft.com/office/drawing/2014/main"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a16:creationId xmlns:a16="http://schemas.microsoft.com/office/drawing/2014/main"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a16:creationId xmlns:a16="http://schemas.microsoft.com/office/drawing/2014/main"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a16:creationId xmlns:a16="http://schemas.microsoft.com/office/drawing/2014/main"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a16:creationId xmlns:a16="http://schemas.microsoft.com/office/drawing/2014/main"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a16:creationId xmlns:a16="http://schemas.microsoft.com/office/drawing/2014/main"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a16:creationId xmlns:a16="http://schemas.microsoft.com/office/drawing/2014/main"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a16:creationId xmlns:a16="http://schemas.microsoft.com/office/drawing/2014/main"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a16:creationId xmlns:a16="http://schemas.microsoft.com/office/drawing/2014/main"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a16:creationId xmlns:a16="http://schemas.microsoft.com/office/drawing/2014/main"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a16:creationId xmlns:a16="http://schemas.microsoft.com/office/drawing/2014/main"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a16:creationId xmlns:a16="http://schemas.microsoft.com/office/drawing/2014/main"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a16:creationId xmlns:a16="http://schemas.microsoft.com/office/drawing/2014/main"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a16:creationId xmlns:a16="http://schemas.microsoft.com/office/drawing/2014/main"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a16:creationId xmlns:a16="http://schemas.microsoft.com/office/drawing/2014/main"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a16:creationId xmlns:a16="http://schemas.microsoft.com/office/drawing/2014/main"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a16:creationId xmlns:a16="http://schemas.microsoft.com/office/drawing/2014/main"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a16:creationId xmlns:a16="http://schemas.microsoft.com/office/drawing/2014/main"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a16:creationId xmlns:a16="http://schemas.microsoft.com/office/drawing/2014/main"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a16:creationId xmlns:a16="http://schemas.microsoft.com/office/drawing/2014/main"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a16:creationId xmlns:a16="http://schemas.microsoft.com/office/drawing/2014/main"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a16:creationId xmlns:a16="http://schemas.microsoft.com/office/drawing/2014/main"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a16:creationId xmlns:a16="http://schemas.microsoft.com/office/drawing/2014/main"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a16:creationId xmlns:a16="http://schemas.microsoft.com/office/drawing/2014/main"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a16:creationId xmlns:a16="http://schemas.microsoft.com/office/drawing/2014/main"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a16:creationId xmlns:a16="http://schemas.microsoft.com/office/drawing/2014/main"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a16:creationId xmlns:a16="http://schemas.microsoft.com/office/drawing/2014/main"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a16:creationId xmlns:a16="http://schemas.microsoft.com/office/drawing/2014/main"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a16:creationId xmlns:a16="http://schemas.microsoft.com/office/drawing/2014/main"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a16:creationId xmlns:a16="http://schemas.microsoft.com/office/drawing/2014/main"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a16:creationId xmlns:a16="http://schemas.microsoft.com/office/drawing/2014/main"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a16:creationId xmlns:a16="http://schemas.microsoft.com/office/drawing/2014/main"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a16:creationId xmlns:a16="http://schemas.microsoft.com/office/drawing/2014/main"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a16:creationId xmlns:a16="http://schemas.microsoft.com/office/drawing/2014/main"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a16:creationId xmlns:a16="http://schemas.microsoft.com/office/drawing/2014/main"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a16:creationId xmlns:a16="http://schemas.microsoft.com/office/drawing/2014/main"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a16:creationId xmlns:a16="http://schemas.microsoft.com/office/drawing/2014/main"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a16:creationId xmlns:a16="http://schemas.microsoft.com/office/drawing/2014/main"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a16:creationId xmlns:a16="http://schemas.microsoft.com/office/drawing/2014/main"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a16:creationId xmlns:a16="http://schemas.microsoft.com/office/drawing/2014/main"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a16:creationId xmlns:a16="http://schemas.microsoft.com/office/drawing/2014/main"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a16:creationId xmlns:a16="http://schemas.microsoft.com/office/drawing/2014/main"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a16:creationId xmlns:a16="http://schemas.microsoft.com/office/drawing/2014/main"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a16:creationId xmlns:a16="http://schemas.microsoft.com/office/drawing/2014/main"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a16:creationId xmlns:a16="http://schemas.microsoft.com/office/drawing/2014/main"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a16:creationId xmlns:a16="http://schemas.microsoft.com/office/drawing/2014/main"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a16:creationId xmlns:a16="http://schemas.microsoft.com/office/drawing/2014/main"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a16:creationId xmlns:a16="http://schemas.microsoft.com/office/drawing/2014/main"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a16:creationId xmlns:a16="http://schemas.microsoft.com/office/drawing/2014/main"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a16:creationId xmlns:a16="http://schemas.microsoft.com/office/drawing/2014/main"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a16:creationId xmlns:a16="http://schemas.microsoft.com/office/drawing/2014/main"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a16:creationId xmlns:a16="http://schemas.microsoft.com/office/drawing/2014/main"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a16:creationId xmlns:a16="http://schemas.microsoft.com/office/drawing/2014/main"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a16:creationId xmlns:a16="http://schemas.microsoft.com/office/drawing/2014/main"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a16:creationId xmlns:a16="http://schemas.microsoft.com/office/drawing/2014/main"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a16:creationId xmlns:a16="http://schemas.microsoft.com/office/drawing/2014/main"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a16:creationId xmlns:a16="http://schemas.microsoft.com/office/drawing/2014/main"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a16:creationId xmlns:a16="http://schemas.microsoft.com/office/drawing/2014/main"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a16:creationId xmlns:a16="http://schemas.microsoft.com/office/drawing/2014/main"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a16:creationId xmlns:a16="http://schemas.microsoft.com/office/drawing/2014/main"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a16:creationId xmlns:a16="http://schemas.microsoft.com/office/drawing/2014/main"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a16:creationId xmlns:a16="http://schemas.microsoft.com/office/drawing/2014/main"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a16:creationId xmlns:a16="http://schemas.microsoft.com/office/drawing/2014/main"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a16:creationId xmlns:a16="http://schemas.microsoft.com/office/drawing/2014/main"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a16:creationId xmlns:a16="http://schemas.microsoft.com/office/drawing/2014/main"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a16:creationId xmlns:a16="http://schemas.microsoft.com/office/drawing/2014/main"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a16:creationId xmlns:a16="http://schemas.microsoft.com/office/drawing/2014/main"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a16:creationId xmlns:a16="http://schemas.microsoft.com/office/drawing/2014/main"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a16:creationId xmlns:a16="http://schemas.microsoft.com/office/drawing/2014/main"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a16:creationId xmlns:a16="http://schemas.microsoft.com/office/drawing/2014/main"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a16:creationId xmlns:a16="http://schemas.microsoft.com/office/drawing/2014/main"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a16:creationId xmlns:a16="http://schemas.microsoft.com/office/drawing/2014/main"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a16:creationId xmlns:a16="http://schemas.microsoft.com/office/drawing/2014/main"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a16:creationId xmlns:a16="http://schemas.microsoft.com/office/drawing/2014/main"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a16:creationId xmlns:a16="http://schemas.microsoft.com/office/drawing/2014/main"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a16:creationId xmlns:a16="http://schemas.microsoft.com/office/drawing/2014/main"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a16:creationId xmlns:a16="http://schemas.microsoft.com/office/drawing/2014/main"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a16:creationId xmlns:a16="http://schemas.microsoft.com/office/drawing/2014/main"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a16:creationId xmlns:a16="http://schemas.microsoft.com/office/drawing/2014/main"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a16:creationId xmlns:a16="http://schemas.microsoft.com/office/drawing/2014/main"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a16:creationId xmlns:a16="http://schemas.microsoft.com/office/drawing/2014/main"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a16:creationId xmlns:a16="http://schemas.microsoft.com/office/drawing/2014/main"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a16:creationId xmlns:a16="http://schemas.microsoft.com/office/drawing/2014/main"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a16:creationId xmlns:a16="http://schemas.microsoft.com/office/drawing/2014/main"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a16:creationId xmlns:a16="http://schemas.microsoft.com/office/drawing/2014/main"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a16:creationId xmlns:a16="http://schemas.microsoft.com/office/drawing/2014/main"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a16:creationId xmlns:a16="http://schemas.microsoft.com/office/drawing/2014/main"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a16:creationId xmlns:a16="http://schemas.microsoft.com/office/drawing/2014/main"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a16:creationId xmlns:a16="http://schemas.microsoft.com/office/drawing/2014/main"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a16:creationId xmlns:a16="http://schemas.microsoft.com/office/drawing/2014/main"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a16:creationId xmlns:a16="http://schemas.microsoft.com/office/drawing/2014/main"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a16:creationId xmlns:a16="http://schemas.microsoft.com/office/drawing/2014/main"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a16:creationId xmlns:a16="http://schemas.microsoft.com/office/drawing/2014/main"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a16:creationId xmlns:a16="http://schemas.microsoft.com/office/drawing/2014/main"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a16:creationId xmlns:a16="http://schemas.microsoft.com/office/drawing/2014/main"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a16:creationId xmlns:a16="http://schemas.microsoft.com/office/drawing/2014/main"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a16:creationId xmlns:a16="http://schemas.microsoft.com/office/drawing/2014/main"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a16:creationId xmlns:a16="http://schemas.microsoft.com/office/drawing/2014/main"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a16:creationId xmlns:a16="http://schemas.microsoft.com/office/drawing/2014/main"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a16:creationId xmlns:a16="http://schemas.microsoft.com/office/drawing/2014/main"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a16:creationId xmlns:a16="http://schemas.microsoft.com/office/drawing/2014/main"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a16:creationId xmlns:a16="http://schemas.microsoft.com/office/drawing/2014/main"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a16:creationId xmlns:a16="http://schemas.microsoft.com/office/drawing/2014/main"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a16:creationId xmlns:a16="http://schemas.microsoft.com/office/drawing/2014/main"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a16:creationId xmlns:a16="http://schemas.microsoft.com/office/drawing/2014/main"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a16:creationId xmlns:a16="http://schemas.microsoft.com/office/drawing/2014/main"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a16:creationId xmlns:a16="http://schemas.microsoft.com/office/drawing/2014/main"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a16:creationId xmlns:a16="http://schemas.microsoft.com/office/drawing/2014/main"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a16:creationId xmlns:a16="http://schemas.microsoft.com/office/drawing/2014/main"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a16:creationId xmlns:a16="http://schemas.microsoft.com/office/drawing/2014/main"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a16:creationId xmlns:a16="http://schemas.microsoft.com/office/drawing/2014/main"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a16:creationId xmlns:a16="http://schemas.microsoft.com/office/drawing/2014/main"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a16:creationId xmlns:a16="http://schemas.microsoft.com/office/drawing/2014/main"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a16:creationId xmlns:a16="http://schemas.microsoft.com/office/drawing/2014/main"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a16:creationId xmlns:a16="http://schemas.microsoft.com/office/drawing/2014/main"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a16:creationId xmlns:a16="http://schemas.microsoft.com/office/drawing/2014/main"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a16:creationId xmlns:a16="http://schemas.microsoft.com/office/drawing/2014/main"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a16:creationId xmlns:a16="http://schemas.microsoft.com/office/drawing/2014/main"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a16:creationId xmlns:a16="http://schemas.microsoft.com/office/drawing/2014/main"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a16:creationId xmlns:a16="http://schemas.microsoft.com/office/drawing/2014/main"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a16:creationId xmlns:a16="http://schemas.microsoft.com/office/drawing/2014/main"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a16:creationId xmlns:a16="http://schemas.microsoft.com/office/drawing/2014/main"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a16:creationId xmlns:a16="http://schemas.microsoft.com/office/drawing/2014/main"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a16:creationId xmlns:a16="http://schemas.microsoft.com/office/drawing/2014/main"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a16:creationId xmlns:a16="http://schemas.microsoft.com/office/drawing/2014/main"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a16:creationId xmlns:a16="http://schemas.microsoft.com/office/drawing/2014/main"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a16:creationId xmlns:a16="http://schemas.microsoft.com/office/drawing/2014/main"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a16:creationId xmlns:a16="http://schemas.microsoft.com/office/drawing/2014/main"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a16:creationId xmlns:a16="http://schemas.microsoft.com/office/drawing/2014/main"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a16:creationId xmlns:a16="http://schemas.microsoft.com/office/drawing/2014/main"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a16:creationId xmlns:a16="http://schemas.microsoft.com/office/drawing/2014/main"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a16:creationId xmlns:a16="http://schemas.microsoft.com/office/drawing/2014/main"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a16:creationId xmlns:a16="http://schemas.microsoft.com/office/drawing/2014/main"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a16:creationId xmlns:a16="http://schemas.microsoft.com/office/drawing/2014/main"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a16:creationId xmlns:a16="http://schemas.microsoft.com/office/drawing/2014/main"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a16:creationId xmlns:a16="http://schemas.microsoft.com/office/drawing/2014/main"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a16:creationId xmlns:a16="http://schemas.microsoft.com/office/drawing/2014/main"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a16:creationId xmlns:a16="http://schemas.microsoft.com/office/drawing/2014/main"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a16:creationId xmlns:a16="http://schemas.microsoft.com/office/drawing/2014/main"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a16:creationId xmlns:a16="http://schemas.microsoft.com/office/drawing/2014/main"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a16:creationId xmlns:a16="http://schemas.microsoft.com/office/drawing/2014/main"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a16:creationId xmlns:a16="http://schemas.microsoft.com/office/drawing/2014/main"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a16:creationId xmlns:a16="http://schemas.microsoft.com/office/drawing/2014/main"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a16:creationId xmlns:a16="http://schemas.microsoft.com/office/drawing/2014/main"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a16:creationId xmlns:a16="http://schemas.microsoft.com/office/drawing/2014/main"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a16:creationId xmlns:a16="http://schemas.microsoft.com/office/drawing/2014/main"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a16:creationId xmlns:a16="http://schemas.microsoft.com/office/drawing/2014/main"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a16:creationId xmlns:a16="http://schemas.microsoft.com/office/drawing/2014/main"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a16:creationId xmlns:a16="http://schemas.microsoft.com/office/drawing/2014/main"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a16:creationId xmlns:a16="http://schemas.microsoft.com/office/drawing/2014/main"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a16:creationId xmlns:a16="http://schemas.microsoft.com/office/drawing/2014/main"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a16:creationId xmlns:a16="http://schemas.microsoft.com/office/drawing/2014/main"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a16:creationId xmlns:a16="http://schemas.microsoft.com/office/drawing/2014/main"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a16:creationId xmlns:a16="http://schemas.microsoft.com/office/drawing/2014/main"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a16:creationId xmlns:a16="http://schemas.microsoft.com/office/drawing/2014/main"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a16:creationId xmlns:a16="http://schemas.microsoft.com/office/drawing/2014/main"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a16:creationId xmlns:a16="http://schemas.microsoft.com/office/drawing/2014/main"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a16:creationId xmlns:a16="http://schemas.microsoft.com/office/drawing/2014/main"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a16:creationId xmlns:a16="http://schemas.microsoft.com/office/drawing/2014/main"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a16:creationId xmlns:a16="http://schemas.microsoft.com/office/drawing/2014/main"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a16:creationId xmlns:a16="http://schemas.microsoft.com/office/drawing/2014/main"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a16:creationId xmlns:a16="http://schemas.microsoft.com/office/drawing/2014/main"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a16:creationId xmlns:a16="http://schemas.microsoft.com/office/drawing/2014/main"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a16:creationId xmlns:a16="http://schemas.microsoft.com/office/drawing/2014/main"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a16:creationId xmlns:a16="http://schemas.microsoft.com/office/drawing/2014/main"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180821862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a16:creationId xmlns:a16="http://schemas.microsoft.com/office/drawing/2014/main"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a16:creationId xmlns:a16="http://schemas.microsoft.com/office/drawing/2014/main"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a16:creationId xmlns:a16="http://schemas.microsoft.com/office/drawing/2014/main"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a16:creationId xmlns:a16="http://schemas.microsoft.com/office/drawing/2014/main"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a16:creationId xmlns:a16="http://schemas.microsoft.com/office/drawing/2014/main"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a16:creationId xmlns:a16="http://schemas.microsoft.com/office/drawing/2014/main"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a16:creationId xmlns:a16="http://schemas.microsoft.com/office/drawing/2014/main"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a16:creationId xmlns:a16="http://schemas.microsoft.com/office/drawing/2014/main"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a16:creationId xmlns:a16="http://schemas.microsoft.com/office/drawing/2014/main"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a16:creationId xmlns:a16="http://schemas.microsoft.com/office/drawing/2014/main"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a16:creationId xmlns:a16="http://schemas.microsoft.com/office/drawing/2014/main"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a16:creationId xmlns:a16="http://schemas.microsoft.com/office/drawing/2014/main"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a16:creationId xmlns:a16="http://schemas.microsoft.com/office/drawing/2014/main"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a16:creationId xmlns:a16="http://schemas.microsoft.com/office/drawing/2014/main"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a16:creationId xmlns:a16="http://schemas.microsoft.com/office/drawing/2014/main"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a16:creationId xmlns:a16="http://schemas.microsoft.com/office/drawing/2014/main"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a16:creationId xmlns:a16="http://schemas.microsoft.com/office/drawing/2014/main"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a16:creationId xmlns:a16="http://schemas.microsoft.com/office/drawing/2014/main"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a16:creationId xmlns:a16="http://schemas.microsoft.com/office/drawing/2014/main"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a16:creationId xmlns:a16="http://schemas.microsoft.com/office/drawing/2014/main"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a16:creationId xmlns:a16="http://schemas.microsoft.com/office/drawing/2014/main"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a16:creationId xmlns:a16="http://schemas.microsoft.com/office/drawing/2014/main"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a16:creationId xmlns:a16="http://schemas.microsoft.com/office/drawing/2014/main"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a16:creationId xmlns:a16="http://schemas.microsoft.com/office/drawing/2014/main"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a16:creationId xmlns:a16="http://schemas.microsoft.com/office/drawing/2014/main"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a16:creationId xmlns:a16="http://schemas.microsoft.com/office/drawing/2014/main"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a16:creationId xmlns:a16="http://schemas.microsoft.com/office/drawing/2014/main"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a16:creationId xmlns:a16="http://schemas.microsoft.com/office/drawing/2014/main"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a16:creationId xmlns:a16="http://schemas.microsoft.com/office/drawing/2014/main"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a16:creationId xmlns:a16="http://schemas.microsoft.com/office/drawing/2014/main"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a16:creationId xmlns:a16="http://schemas.microsoft.com/office/drawing/2014/main"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a16:creationId xmlns:a16="http://schemas.microsoft.com/office/drawing/2014/main"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a16:creationId xmlns:a16="http://schemas.microsoft.com/office/drawing/2014/main"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a16:creationId xmlns:a16="http://schemas.microsoft.com/office/drawing/2014/main"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a16:creationId xmlns:a16="http://schemas.microsoft.com/office/drawing/2014/main"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a16:creationId xmlns:a16="http://schemas.microsoft.com/office/drawing/2014/main"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a16:creationId xmlns:a16="http://schemas.microsoft.com/office/drawing/2014/main"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a16:creationId xmlns:a16="http://schemas.microsoft.com/office/drawing/2014/main"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a16:creationId xmlns:a16="http://schemas.microsoft.com/office/drawing/2014/main"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a16:creationId xmlns:a16="http://schemas.microsoft.com/office/drawing/2014/main"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a16:creationId xmlns:a16="http://schemas.microsoft.com/office/drawing/2014/main"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a16:creationId xmlns:a16="http://schemas.microsoft.com/office/drawing/2014/main"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a16:creationId xmlns:a16="http://schemas.microsoft.com/office/drawing/2014/main"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a16:creationId xmlns:a16="http://schemas.microsoft.com/office/drawing/2014/main"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a16:creationId xmlns:a16="http://schemas.microsoft.com/office/drawing/2014/main"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a16:creationId xmlns:a16="http://schemas.microsoft.com/office/drawing/2014/main"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a16:creationId xmlns:a16="http://schemas.microsoft.com/office/drawing/2014/main"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a16:creationId xmlns:a16="http://schemas.microsoft.com/office/drawing/2014/main"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a16:creationId xmlns:a16="http://schemas.microsoft.com/office/drawing/2014/main"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a16:creationId xmlns:a16="http://schemas.microsoft.com/office/drawing/2014/main"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a16:creationId xmlns:a16="http://schemas.microsoft.com/office/drawing/2014/main"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a16:creationId xmlns:a16="http://schemas.microsoft.com/office/drawing/2014/main"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a16:creationId xmlns:a16="http://schemas.microsoft.com/office/drawing/2014/main"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a16:creationId xmlns:a16="http://schemas.microsoft.com/office/drawing/2014/main"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a16:creationId xmlns:a16="http://schemas.microsoft.com/office/drawing/2014/main"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a16:creationId xmlns:a16="http://schemas.microsoft.com/office/drawing/2014/main"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a16:creationId xmlns:a16="http://schemas.microsoft.com/office/drawing/2014/main"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a16:creationId xmlns:a16="http://schemas.microsoft.com/office/drawing/2014/main"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a16:creationId xmlns:a16="http://schemas.microsoft.com/office/drawing/2014/main"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a16:creationId xmlns:a16="http://schemas.microsoft.com/office/drawing/2014/main"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a16:creationId xmlns:a16="http://schemas.microsoft.com/office/drawing/2014/main"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a16:creationId xmlns:a16="http://schemas.microsoft.com/office/drawing/2014/main"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a16:creationId xmlns:a16="http://schemas.microsoft.com/office/drawing/2014/main"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a16:creationId xmlns:a16="http://schemas.microsoft.com/office/drawing/2014/main"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a16:creationId xmlns:a16="http://schemas.microsoft.com/office/drawing/2014/main"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a16:creationId xmlns:a16="http://schemas.microsoft.com/office/drawing/2014/main"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a16:creationId xmlns:a16="http://schemas.microsoft.com/office/drawing/2014/main"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a16:creationId xmlns:a16="http://schemas.microsoft.com/office/drawing/2014/main"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a16:creationId xmlns:a16="http://schemas.microsoft.com/office/drawing/2014/main"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a16:creationId xmlns:a16="http://schemas.microsoft.com/office/drawing/2014/main"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a16:creationId xmlns:a16="http://schemas.microsoft.com/office/drawing/2014/main"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a16:creationId xmlns:a16="http://schemas.microsoft.com/office/drawing/2014/main"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a16:creationId xmlns:a16="http://schemas.microsoft.com/office/drawing/2014/main"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a16:creationId xmlns:a16="http://schemas.microsoft.com/office/drawing/2014/main"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a16:creationId xmlns:a16="http://schemas.microsoft.com/office/drawing/2014/main"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a16:creationId xmlns:a16="http://schemas.microsoft.com/office/drawing/2014/main"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a16:creationId xmlns:a16="http://schemas.microsoft.com/office/drawing/2014/main"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a16:creationId xmlns:a16="http://schemas.microsoft.com/office/drawing/2014/main"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a16:creationId xmlns:a16="http://schemas.microsoft.com/office/drawing/2014/main"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a16:creationId xmlns:a16="http://schemas.microsoft.com/office/drawing/2014/main"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a16:creationId xmlns:a16="http://schemas.microsoft.com/office/drawing/2014/main"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a16:creationId xmlns:a16="http://schemas.microsoft.com/office/drawing/2014/main"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a16:creationId xmlns:a16="http://schemas.microsoft.com/office/drawing/2014/main"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a16:creationId xmlns:a16="http://schemas.microsoft.com/office/drawing/2014/main"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a16:creationId xmlns:a16="http://schemas.microsoft.com/office/drawing/2014/main"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a16:creationId xmlns:a16="http://schemas.microsoft.com/office/drawing/2014/main"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a16:creationId xmlns:a16="http://schemas.microsoft.com/office/drawing/2014/main"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a16:creationId xmlns:a16="http://schemas.microsoft.com/office/drawing/2014/main"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a16:creationId xmlns:a16="http://schemas.microsoft.com/office/drawing/2014/main"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a16:creationId xmlns:a16="http://schemas.microsoft.com/office/drawing/2014/main"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a16:creationId xmlns:a16="http://schemas.microsoft.com/office/drawing/2014/main"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a16:creationId xmlns:a16="http://schemas.microsoft.com/office/drawing/2014/main"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a16:creationId xmlns:a16="http://schemas.microsoft.com/office/drawing/2014/main"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a16:creationId xmlns:a16="http://schemas.microsoft.com/office/drawing/2014/main"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a16:creationId xmlns:a16="http://schemas.microsoft.com/office/drawing/2014/main"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a16:creationId xmlns:a16="http://schemas.microsoft.com/office/drawing/2014/main"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a16:creationId xmlns:a16="http://schemas.microsoft.com/office/drawing/2014/main"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a16:creationId xmlns:a16="http://schemas.microsoft.com/office/drawing/2014/main"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a16:creationId xmlns:a16="http://schemas.microsoft.com/office/drawing/2014/main"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a16:creationId xmlns:a16="http://schemas.microsoft.com/office/drawing/2014/main"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a16:creationId xmlns:a16="http://schemas.microsoft.com/office/drawing/2014/main"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a16:creationId xmlns:a16="http://schemas.microsoft.com/office/drawing/2014/main"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a16:creationId xmlns:a16="http://schemas.microsoft.com/office/drawing/2014/main"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a16:creationId xmlns:a16="http://schemas.microsoft.com/office/drawing/2014/main"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a16:creationId xmlns:a16="http://schemas.microsoft.com/office/drawing/2014/main"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a16:creationId xmlns:a16="http://schemas.microsoft.com/office/drawing/2014/main"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a16:creationId xmlns:a16="http://schemas.microsoft.com/office/drawing/2014/main"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a16:creationId xmlns:a16="http://schemas.microsoft.com/office/drawing/2014/main"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a16:creationId xmlns:a16="http://schemas.microsoft.com/office/drawing/2014/main"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a16:creationId xmlns:a16="http://schemas.microsoft.com/office/drawing/2014/main"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a16:creationId xmlns:a16="http://schemas.microsoft.com/office/drawing/2014/main"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a16:creationId xmlns:a16="http://schemas.microsoft.com/office/drawing/2014/main"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a16:creationId xmlns:a16="http://schemas.microsoft.com/office/drawing/2014/main"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a16:creationId xmlns:a16="http://schemas.microsoft.com/office/drawing/2014/main"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a16:creationId xmlns:a16="http://schemas.microsoft.com/office/drawing/2014/main"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a16:creationId xmlns:a16="http://schemas.microsoft.com/office/drawing/2014/main"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a16:creationId xmlns:a16="http://schemas.microsoft.com/office/drawing/2014/main"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a16:creationId xmlns:a16="http://schemas.microsoft.com/office/drawing/2014/main"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a16:creationId xmlns:a16="http://schemas.microsoft.com/office/drawing/2014/main"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a16:creationId xmlns:a16="http://schemas.microsoft.com/office/drawing/2014/main"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a16:creationId xmlns:a16="http://schemas.microsoft.com/office/drawing/2014/main"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a16:creationId xmlns:a16="http://schemas.microsoft.com/office/drawing/2014/main"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a16:creationId xmlns:a16="http://schemas.microsoft.com/office/drawing/2014/main"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a16:creationId xmlns:a16="http://schemas.microsoft.com/office/drawing/2014/main"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a16:creationId xmlns:a16="http://schemas.microsoft.com/office/drawing/2014/main"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a16:creationId xmlns:a16="http://schemas.microsoft.com/office/drawing/2014/main"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a16:creationId xmlns:a16="http://schemas.microsoft.com/office/drawing/2014/main"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a16:creationId xmlns:a16="http://schemas.microsoft.com/office/drawing/2014/main"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a16:creationId xmlns:a16="http://schemas.microsoft.com/office/drawing/2014/main"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a16:creationId xmlns:a16="http://schemas.microsoft.com/office/drawing/2014/main"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a16:creationId xmlns:a16="http://schemas.microsoft.com/office/drawing/2014/main"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a16:creationId xmlns:a16="http://schemas.microsoft.com/office/drawing/2014/main"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a16:creationId xmlns:a16="http://schemas.microsoft.com/office/drawing/2014/main"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a16:creationId xmlns:a16="http://schemas.microsoft.com/office/drawing/2014/main"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a16:creationId xmlns:a16="http://schemas.microsoft.com/office/drawing/2014/main"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a16:creationId xmlns:a16="http://schemas.microsoft.com/office/drawing/2014/main"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a16:creationId xmlns:a16="http://schemas.microsoft.com/office/drawing/2014/main"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a16:creationId xmlns:a16="http://schemas.microsoft.com/office/drawing/2014/main"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a16:creationId xmlns:a16="http://schemas.microsoft.com/office/drawing/2014/main"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a16:creationId xmlns:a16="http://schemas.microsoft.com/office/drawing/2014/main"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a16:creationId xmlns:a16="http://schemas.microsoft.com/office/drawing/2014/main"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a16:creationId xmlns:a16="http://schemas.microsoft.com/office/drawing/2014/main"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a16:creationId xmlns:a16="http://schemas.microsoft.com/office/drawing/2014/main"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a16:creationId xmlns:a16="http://schemas.microsoft.com/office/drawing/2014/main"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a16:creationId xmlns:a16="http://schemas.microsoft.com/office/drawing/2014/main"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a16:creationId xmlns:a16="http://schemas.microsoft.com/office/drawing/2014/main"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a16:creationId xmlns:a16="http://schemas.microsoft.com/office/drawing/2014/main"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a16:creationId xmlns:a16="http://schemas.microsoft.com/office/drawing/2014/main"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a16:creationId xmlns:a16="http://schemas.microsoft.com/office/drawing/2014/main"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a16:creationId xmlns:a16="http://schemas.microsoft.com/office/drawing/2014/main"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a16:creationId xmlns:a16="http://schemas.microsoft.com/office/drawing/2014/main"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a16:creationId xmlns:a16="http://schemas.microsoft.com/office/drawing/2014/main"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a16:creationId xmlns:a16="http://schemas.microsoft.com/office/drawing/2014/main"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a16:creationId xmlns:a16="http://schemas.microsoft.com/office/drawing/2014/main"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a16:creationId xmlns:a16="http://schemas.microsoft.com/office/drawing/2014/main"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a16:creationId xmlns:a16="http://schemas.microsoft.com/office/drawing/2014/main"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a16:creationId xmlns:a16="http://schemas.microsoft.com/office/drawing/2014/main"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a16:creationId xmlns:a16="http://schemas.microsoft.com/office/drawing/2014/main"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a16:creationId xmlns:a16="http://schemas.microsoft.com/office/drawing/2014/main"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a16:creationId xmlns:a16="http://schemas.microsoft.com/office/drawing/2014/main"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a16:creationId xmlns:a16="http://schemas.microsoft.com/office/drawing/2014/main"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a16:creationId xmlns:a16="http://schemas.microsoft.com/office/drawing/2014/main"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a16:creationId xmlns:a16="http://schemas.microsoft.com/office/drawing/2014/main"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a16:creationId xmlns:a16="http://schemas.microsoft.com/office/drawing/2014/main"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a16:creationId xmlns:a16="http://schemas.microsoft.com/office/drawing/2014/main"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a16:creationId xmlns:a16="http://schemas.microsoft.com/office/drawing/2014/main"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a16:creationId xmlns:a16="http://schemas.microsoft.com/office/drawing/2014/main"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a16:creationId xmlns:a16="http://schemas.microsoft.com/office/drawing/2014/main"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a16:creationId xmlns:a16="http://schemas.microsoft.com/office/drawing/2014/main"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a16:creationId xmlns:a16="http://schemas.microsoft.com/office/drawing/2014/main"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a16:creationId xmlns:a16="http://schemas.microsoft.com/office/drawing/2014/main"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a16:creationId xmlns:a16="http://schemas.microsoft.com/office/drawing/2014/main"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a16:creationId xmlns:a16="http://schemas.microsoft.com/office/drawing/2014/main"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a16:creationId xmlns:a16="http://schemas.microsoft.com/office/drawing/2014/main"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a16:creationId xmlns:a16="http://schemas.microsoft.com/office/drawing/2014/main"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a16:creationId xmlns:a16="http://schemas.microsoft.com/office/drawing/2014/main"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a16:creationId xmlns:a16="http://schemas.microsoft.com/office/drawing/2014/main"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a16:creationId xmlns:a16="http://schemas.microsoft.com/office/drawing/2014/main"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a16:creationId xmlns:a16="http://schemas.microsoft.com/office/drawing/2014/main"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a16:creationId xmlns:a16="http://schemas.microsoft.com/office/drawing/2014/main"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a16:creationId xmlns:a16="http://schemas.microsoft.com/office/drawing/2014/main"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a16:creationId xmlns:a16="http://schemas.microsoft.com/office/drawing/2014/main"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a16:creationId xmlns:a16="http://schemas.microsoft.com/office/drawing/2014/main"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a16:creationId xmlns:a16="http://schemas.microsoft.com/office/drawing/2014/main"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a16:creationId xmlns:a16="http://schemas.microsoft.com/office/drawing/2014/main"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a16:creationId xmlns:a16="http://schemas.microsoft.com/office/drawing/2014/main"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a16:creationId xmlns:a16="http://schemas.microsoft.com/office/drawing/2014/main"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a16:creationId xmlns:a16="http://schemas.microsoft.com/office/drawing/2014/main"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a16:creationId xmlns:a16="http://schemas.microsoft.com/office/drawing/2014/main"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a16:creationId xmlns:a16="http://schemas.microsoft.com/office/drawing/2014/main"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a16:creationId xmlns:a16="http://schemas.microsoft.com/office/drawing/2014/main"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a16:creationId xmlns:a16="http://schemas.microsoft.com/office/drawing/2014/main"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a16:creationId xmlns:a16="http://schemas.microsoft.com/office/drawing/2014/main"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a16:creationId xmlns:a16="http://schemas.microsoft.com/office/drawing/2014/main"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a16:creationId xmlns:a16="http://schemas.microsoft.com/office/drawing/2014/main"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a16:creationId xmlns:a16="http://schemas.microsoft.com/office/drawing/2014/main"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a16:creationId xmlns:a16="http://schemas.microsoft.com/office/drawing/2014/main"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a16:creationId xmlns:a16="http://schemas.microsoft.com/office/drawing/2014/main"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a16:creationId xmlns:a16="http://schemas.microsoft.com/office/drawing/2014/main"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a16:creationId xmlns:a16="http://schemas.microsoft.com/office/drawing/2014/main"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a16:creationId xmlns:a16="http://schemas.microsoft.com/office/drawing/2014/main"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a16:creationId xmlns:a16="http://schemas.microsoft.com/office/drawing/2014/main"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a16:creationId xmlns:a16="http://schemas.microsoft.com/office/drawing/2014/main"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a16:creationId xmlns:a16="http://schemas.microsoft.com/office/drawing/2014/main"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a16:creationId xmlns:a16="http://schemas.microsoft.com/office/drawing/2014/main"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a16:creationId xmlns:a16="http://schemas.microsoft.com/office/drawing/2014/main"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a16:creationId xmlns:a16="http://schemas.microsoft.com/office/drawing/2014/main"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a16:creationId xmlns:a16="http://schemas.microsoft.com/office/drawing/2014/main"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a16:creationId xmlns:a16="http://schemas.microsoft.com/office/drawing/2014/main"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a16:creationId xmlns:a16="http://schemas.microsoft.com/office/drawing/2014/main"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a16:creationId xmlns:a16="http://schemas.microsoft.com/office/drawing/2014/main"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a16:creationId xmlns:a16="http://schemas.microsoft.com/office/drawing/2014/main"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a16:creationId xmlns:a16="http://schemas.microsoft.com/office/drawing/2014/main"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a16:creationId xmlns:a16="http://schemas.microsoft.com/office/drawing/2014/main"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a16:creationId xmlns:a16="http://schemas.microsoft.com/office/drawing/2014/main"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a16:creationId xmlns:a16="http://schemas.microsoft.com/office/drawing/2014/main"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a16:creationId xmlns:a16="http://schemas.microsoft.com/office/drawing/2014/main"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a16:creationId xmlns:a16="http://schemas.microsoft.com/office/drawing/2014/main"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a16:creationId xmlns:a16="http://schemas.microsoft.com/office/drawing/2014/main"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a16:creationId xmlns:a16="http://schemas.microsoft.com/office/drawing/2014/main"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a16:creationId xmlns:a16="http://schemas.microsoft.com/office/drawing/2014/main"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a16:creationId xmlns:a16="http://schemas.microsoft.com/office/drawing/2014/main"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a16:creationId xmlns:a16="http://schemas.microsoft.com/office/drawing/2014/main"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a16:creationId xmlns:a16="http://schemas.microsoft.com/office/drawing/2014/main"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a16:creationId xmlns:a16="http://schemas.microsoft.com/office/drawing/2014/main"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a16:creationId xmlns:a16="http://schemas.microsoft.com/office/drawing/2014/main"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a16:creationId xmlns:a16="http://schemas.microsoft.com/office/drawing/2014/main"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a16:creationId xmlns:a16="http://schemas.microsoft.com/office/drawing/2014/main"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a16:creationId xmlns:a16="http://schemas.microsoft.com/office/drawing/2014/main"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a16:creationId xmlns:a16="http://schemas.microsoft.com/office/drawing/2014/main"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a16:creationId xmlns:a16="http://schemas.microsoft.com/office/drawing/2014/main"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a16:creationId xmlns:a16="http://schemas.microsoft.com/office/drawing/2014/main"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a16:creationId xmlns:a16="http://schemas.microsoft.com/office/drawing/2014/main"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a16:creationId xmlns:a16="http://schemas.microsoft.com/office/drawing/2014/main"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a16:creationId xmlns:a16="http://schemas.microsoft.com/office/drawing/2014/main"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a16:creationId xmlns:a16="http://schemas.microsoft.com/office/drawing/2014/main"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a16:creationId xmlns:a16="http://schemas.microsoft.com/office/drawing/2014/main"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a16:creationId xmlns:a16="http://schemas.microsoft.com/office/drawing/2014/main"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a16:creationId xmlns:a16="http://schemas.microsoft.com/office/drawing/2014/main"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a16:creationId xmlns:a16="http://schemas.microsoft.com/office/drawing/2014/main"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a16:creationId xmlns:a16="http://schemas.microsoft.com/office/drawing/2014/main"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a16:creationId xmlns:a16="http://schemas.microsoft.com/office/drawing/2014/main"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a16:creationId xmlns:a16="http://schemas.microsoft.com/office/drawing/2014/main"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a16:creationId xmlns:a16="http://schemas.microsoft.com/office/drawing/2014/main"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a16:creationId xmlns:a16="http://schemas.microsoft.com/office/drawing/2014/main"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a16:creationId xmlns:a16="http://schemas.microsoft.com/office/drawing/2014/main"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a16:creationId xmlns:a16="http://schemas.microsoft.com/office/drawing/2014/main"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a16:creationId xmlns:a16="http://schemas.microsoft.com/office/drawing/2014/main"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a16:creationId xmlns:a16="http://schemas.microsoft.com/office/drawing/2014/main"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a16:creationId xmlns:a16="http://schemas.microsoft.com/office/drawing/2014/main"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a16:creationId xmlns:a16="http://schemas.microsoft.com/office/drawing/2014/main"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a16:creationId xmlns:a16="http://schemas.microsoft.com/office/drawing/2014/main"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a16:creationId xmlns:a16="http://schemas.microsoft.com/office/drawing/2014/main"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a16:creationId xmlns:a16="http://schemas.microsoft.com/office/drawing/2014/main"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a16:creationId xmlns:a16="http://schemas.microsoft.com/office/drawing/2014/main"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a16:creationId xmlns:a16="http://schemas.microsoft.com/office/drawing/2014/main"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a16:creationId xmlns:a16="http://schemas.microsoft.com/office/drawing/2014/main"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a16:creationId xmlns:a16="http://schemas.microsoft.com/office/drawing/2014/main"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a16:creationId xmlns:a16="http://schemas.microsoft.com/office/drawing/2014/main"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a16:creationId xmlns:a16="http://schemas.microsoft.com/office/drawing/2014/main"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a16:creationId xmlns:a16="http://schemas.microsoft.com/office/drawing/2014/main"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a16:creationId xmlns:a16="http://schemas.microsoft.com/office/drawing/2014/main"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a16:creationId xmlns:a16="http://schemas.microsoft.com/office/drawing/2014/main"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a16:creationId xmlns:a16="http://schemas.microsoft.com/office/drawing/2014/main"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a16:creationId xmlns:a16="http://schemas.microsoft.com/office/drawing/2014/main"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a16:creationId xmlns:a16="http://schemas.microsoft.com/office/drawing/2014/main"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a16:creationId xmlns:a16="http://schemas.microsoft.com/office/drawing/2014/main"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a16:creationId xmlns:a16="http://schemas.microsoft.com/office/drawing/2014/main"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a16:creationId xmlns:a16="http://schemas.microsoft.com/office/drawing/2014/main"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a16:creationId xmlns:a16="http://schemas.microsoft.com/office/drawing/2014/main"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a16:creationId xmlns:a16="http://schemas.microsoft.com/office/drawing/2014/main"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a16:creationId xmlns:a16="http://schemas.microsoft.com/office/drawing/2014/main"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a16:creationId xmlns:a16="http://schemas.microsoft.com/office/drawing/2014/main"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a16:creationId xmlns:a16="http://schemas.microsoft.com/office/drawing/2014/main"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a16:creationId xmlns:a16="http://schemas.microsoft.com/office/drawing/2014/main"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a16:creationId xmlns:a16="http://schemas.microsoft.com/office/drawing/2014/main"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a16:creationId xmlns:a16="http://schemas.microsoft.com/office/drawing/2014/main"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a16:creationId xmlns:a16="http://schemas.microsoft.com/office/drawing/2014/main"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a16:creationId xmlns:a16="http://schemas.microsoft.com/office/drawing/2014/main"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a16:creationId xmlns:a16="http://schemas.microsoft.com/office/drawing/2014/main"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a16:creationId xmlns:a16="http://schemas.microsoft.com/office/drawing/2014/main"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a16:creationId xmlns:a16="http://schemas.microsoft.com/office/drawing/2014/main"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a16:creationId xmlns:a16="http://schemas.microsoft.com/office/drawing/2014/main"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a16:creationId xmlns:a16="http://schemas.microsoft.com/office/drawing/2014/main"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a16:creationId xmlns:a16="http://schemas.microsoft.com/office/drawing/2014/main"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a16:creationId xmlns:a16="http://schemas.microsoft.com/office/drawing/2014/main"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a16:creationId xmlns:a16="http://schemas.microsoft.com/office/drawing/2014/main"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a16:creationId xmlns:a16="http://schemas.microsoft.com/office/drawing/2014/main"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a16:creationId xmlns:a16="http://schemas.microsoft.com/office/drawing/2014/main"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a16:creationId xmlns:a16="http://schemas.microsoft.com/office/drawing/2014/main"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a16:creationId xmlns:a16="http://schemas.microsoft.com/office/drawing/2014/main"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a16:creationId xmlns:a16="http://schemas.microsoft.com/office/drawing/2014/main"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a16:creationId xmlns:a16="http://schemas.microsoft.com/office/drawing/2014/main"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a16:creationId xmlns:a16="http://schemas.microsoft.com/office/drawing/2014/main"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a16:creationId xmlns:a16="http://schemas.microsoft.com/office/drawing/2014/main"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a16:creationId xmlns:a16="http://schemas.microsoft.com/office/drawing/2014/main"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a16:creationId xmlns:a16="http://schemas.microsoft.com/office/drawing/2014/main"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a16:creationId xmlns:a16="http://schemas.microsoft.com/office/drawing/2014/main"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a16:creationId xmlns:a16="http://schemas.microsoft.com/office/drawing/2014/main"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a16:creationId xmlns:a16="http://schemas.microsoft.com/office/drawing/2014/main"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a16:creationId xmlns:a16="http://schemas.microsoft.com/office/drawing/2014/main"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a16:creationId xmlns:a16="http://schemas.microsoft.com/office/drawing/2014/main"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a16:creationId xmlns:a16="http://schemas.microsoft.com/office/drawing/2014/main"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a16:creationId xmlns:a16="http://schemas.microsoft.com/office/drawing/2014/main"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a16:creationId xmlns:a16="http://schemas.microsoft.com/office/drawing/2014/main"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a16:creationId xmlns:a16="http://schemas.microsoft.com/office/drawing/2014/main"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a16:creationId xmlns:a16="http://schemas.microsoft.com/office/drawing/2014/main"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a16:creationId xmlns:a16="http://schemas.microsoft.com/office/drawing/2014/main"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a16:creationId xmlns:a16="http://schemas.microsoft.com/office/drawing/2014/main"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a16:creationId xmlns:a16="http://schemas.microsoft.com/office/drawing/2014/main"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a16:creationId xmlns:a16="http://schemas.microsoft.com/office/drawing/2014/main"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a16:creationId xmlns:a16="http://schemas.microsoft.com/office/drawing/2014/main"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a16:creationId xmlns:a16="http://schemas.microsoft.com/office/drawing/2014/main"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a16:creationId xmlns:a16="http://schemas.microsoft.com/office/drawing/2014/main"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a16:creationId xmlns:a16="http://schemas.microsoft.com/office/drawing/2014/main"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a16:creationId xmlns:a16="http://schemas.microsoft.com/office/drawing/2014/main"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a16:creationId xmlns:a16="http://schemas.microsoft.com/office/drawing/2014/main"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a16:creationId xmlns:a16="http://schemas.microsoft.com/office/drawing/2014/main"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a16:creationId xmlns:a16="http://schemas.microsoft.com/office/drawing/2014/main"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a16:creationId xmlns:a16="http://schemas.microsoft.com/office/drawing/2014/main"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a16:creationId xmlns:a16="http://schemas.microsoft.com/office/drawing/2014/main"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a16:creationId xmlns:a16="http://schemas.microsoft.com/office/drawing/2014/main"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a16:creationId xmlns:a16="http://schemas.microsoft.com/office/drawing/2014/main"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a16:creationId xmlns:a16="http://schemas.microsoft.com/office/drawing/2014/main"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a16:creationId xmlns:a16="http://schemas.microsoft.com/office/drawing/2014/main"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a16:creationId xmlns:a16="http://schemas.microsoft.com/office/drawing/2014/main"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a16:creationId xmlns:a16="http://schemas.microsoft.com/office/drawing/2014/main"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a16:creationId xmlns:a16="http://schemas.microsoft.com/office/drawing/2014/main"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a16:creationId xmlns:a16="http://schemas.microsoft.com/office/drawing/2014/main"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a16:creationId xmlns:a16="http://schemas.microsoft.com/office/drawing/2014/main"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a16:creationId xmlns:a16="http://schemas.microsoft.com/office/drawing/2014/main"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a16:creationId xmlns:a16="http://schemas.microsoft.com/office/drawing/2014/main"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a16:creationId xmlns:a16="http://schemas.microsoft.com/office/drawing/2014/main"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a16:creationId xmlns:a16="http://schemas.microsoft.com/office/drawing/2014/main"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a16:creationId xmlns:a16="http://schemas.microsoft.com/office/drawing/2014/main"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a16:creationId xmlns:a16="http://schemas.microsoft.com/office/drawing/2014/main"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a16:creationId xmlns:a16="http://schemas.microsoft.com/office/drawing/2014/main"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a16:creationId xmlns:a16="http://schemas.microsoft.com/office/drawing/2014/main"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a16:creationId xmlns:a16="http://schemas.microsoft.com/office/drawing/2014/main"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a16:creationId xmlns:a16="http://schemas.microsoft.com/office/drawing/2014/main"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a16:creationId xmlns:a16="http://schemas.microsoft.com/office/drawing/2014/main"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a16:creationId xmlns:a16="http://schemas.microsoft.com/office/drawing/2014/main"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a16:creationId xmlns:a16="http://schemas.microsoft.com/office/drawing/2014/main"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a16:creationId xmlns:a16="http://schemas.microsoft.com/office/drawing/2014/main"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a16:creationId xmlns:a16="http://schemas.microsoft.com/office/drawing/2014/main"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a16:creationId xmlns:a16="http://schemas.microsoft.com/office/drawing/2014/main"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a16:creationId xmlns:a16="http://schemas.microsoft.com/office/drawing/2014/main"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a16:creationId xmlns:a16="http://schemas.microsoft.com/office/drawing/2014/main"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a16:creationId xmlns:a16="http://schemas.microsoft.com/office/drawing/2014/main"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a16:creationId xmlns:a16="http://schemas.microsoft.com/office/drawing/2014/main"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a16:creationId xmlns:a16="http://schemas.microsoft.com/office/drawing/2014/main"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a16:creationId xmlns:a16="http://schemas.microsoft.com/office/drawing/2014/main"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a16:creationId xmlns:a16="http://schemas.microsoft.com/office/drawing/2014/main"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a16:creationId xmlns:a16="http://schemas.microsoft.com/office/drawing/2014/main"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a16:creationId xmlns:a16="http://schemas.microsoft.com/office/drawing/2014/main"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a16:creationId xmlns:a16="http://schemas.microsoft.com/office/drawing/2014/main"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a16:creationId xmlns:a16="http://schemas.microsoft.com/office/drawing/2014/main"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a16:creationId xmlns:a16="http://schemas.microsoft.com/office/drawing/2014/main"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a16:creationId xmlns:a16="http://schemas.microsoft.com/office/drawing/2014/main"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a16:creationId xmlns:a16="http://schemas.microsoft.com/office/drawing/2014/main"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a16:creationId xmlns:a16="http://schemas.microsoft.com/office/drawing/2014/main"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a16:creationId xmlns:a16="http://schemas.microsoft.com/office/drawing/2014/main"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a16:creationId xmlns:a16="http://schemas.microsoft.com/office/drawing/2014/main"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a16:creationId xmlns:a16="http://schemas.microsoft.com/office/drawing/2014/main"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a16:creationId xmlns:a16="http://schemas.microsoft.com/office/drawing/2014/main"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a16:creationId xmlns:a16="http://schemas.microsoft.com/office/drawing/2014/main"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a16:creationId xmlns:a16="http://schemas.microsoft.com/office/drawing/2014/main"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a16:creationId xmlns:a16="http://schemas.microsoft.com/office/drawing/2014/main"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a16:creationId xmlns:a16="http://schemas.microsoft.com/office/drawing/2014/main"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a16:creationId xmlns:a16="http://schemas.microsoft.com/office/drawing/2014/main"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a16:creationId xmlns:a16="http://schemas.microsoft.com/office/drawing/2014/main"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a16:creationId xmlns:a16="http://schemas.microsoft.com/office/drawing/2014/main"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a16:creationId xmlns:a16="http://schemas.microsoft.com/office/drawing/2014/main"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a16:creationId xmlns:a16="http://schemas.microsoft.com/office/drawing/2014/main"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a16:creationId xmlns:a16="http://schemas.microsoft.com/office/drawing/2014/main"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a16:creationId xmlns:a16="http://schemas.microsoft.com/office/drawing/2014/main"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a16:creationId xmlns:a16="http://schemas.microsoft.com/office/drawing/2014/main"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a16:creationId xmlns:a16="http://schemas.microsoft.com/office/drawing/2014/main"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a16:creationId xmlns:a16="http://schemas.microsoft.com/office/drawing/2014/main"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a16:creationId xmlns:a16="http://schemas.microsoft.com/office/drawing/2014/main"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a16:creationId xmlns:a16="http://schemas.microsoft.com/office/drawing/2014/main"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a16:creationId xmlns:a16="http://schemas.microsoft.com/office/drawing/2014/main"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a16:creationId xmlns:a16="http://schemas.microsoft.com/office/drawing/2014/main"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a16:creationId xmlns:a16="http://schemas.microsoft.com/office/drawing/2014/main"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a16:creationId xmlns:a16="http://schemas.microsoft.com/office/drawing/2014/main"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a16:creationId xmlns:a16="http://schemas.microsoft.com/office/drawing/2014/main"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a16:creationId xmlns:a16="http://schemas.microsoft.com/office/drawing/2014/main"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a16:creationId xmlns:a16="http://schemas.microsoft.com/office/drawing/2014/main"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a16:creationId xmlns:a16="http://schemas.microsoft.com/office/drawing/2014/main"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a16:creationId xmlns:a16="http://schemas.microsoft.com/office/drawing/2014/main"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a16:creationId xmlns:a16="http://schemas.microsoft.com/office/drawing/2014/main"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a16:creationId xmlns:a16="http://schemas.microsoft.com/office/drawing/2014/main"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a16:creationId xmlns:a16="http://schemas.microsoft.com/office/drawing/2014/main"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a16:creationId xmlns:a16="http://schemas.microsoft.com/office/drawing/2014/main"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a16:creationId xmlns:a16="http://schemas.microsoft.com/office/drawing/2014/main"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a16:creationId xmlns:a16="http://schemas.microsoft.com/office/drawing/2014/main"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a16:creationId xmlns:a16="http://schemas.microsoft.com/office/drawing/2014/main"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a16:creationId xmlns:a16="http://schemas.microsoft.com/office/drawing/2014/main"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a16:creationId xmlns:a16="http://schemas.microsoft.com/office/drawing/2014/main"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a16:creationId xmlns:a16="http://schemas.microsoft.com/office/drawing/2014/main"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a16:creationId xmlns:a16="http://schemas.microsoft.com/office/drawing/2014/main"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a16:creationId xmlns:a16="http://schemas.microsoft.com/office/drawing/2014/main"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a16:creationId xmlns:a16="http://schemas.microsoft.com/office/drawing/2014/main"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a16:creationId xmlns:a16="http://schemas.microsoft.com/office/drawing/2014/main"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a16:creationId xmlns:a16="http://schemas.microsoft.com/office/drawing/2014/main"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a16:creationId xmlns:a16="http://schemas.microsoft.com/office/drawing/2014/main"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a16:creationId xmlns:a16="http://schemas.microsoft.com/office/drawing/2014/main"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a16:creationId xmlns:a16="http://schemas.microsoft.com/office/drawing/2014/main"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a16:creationId xmlns:a16="http://schemas.microsoft.com/office/drawing/2014/main"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a16:creationId xmlns:a16="http://schemas.microsoft.com/office/drawing/2014/main"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a16:creationId xmlns:a16="http://schemas.microsoft.com/office/drawing/2014/main"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a16:creationId xmlns:a16="http://schemas.microsoft.com/office/drawing/2014/main"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a16:creationId xmlns:a16="http://schemas.microsoft.com/office/drawing/2014/main"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a16:creationId xmlns:a16="http://schemas.microsoft.com/office/drawing/2014/main"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a16:creationId xmlns:a16="http://schemas.microsoft.com/office/drawing/2014/main"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a16:creationId xmlns:a16="http://schemas.microsoft.com/office/drawing/2014/main"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a16:creationId xmlns:a16="http://schemas.microsoft.com/office/drawing/2014/main"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a16:creationId xmlns:a16="http://schemas.microsoft.com/office/drawing/2014/main"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a16:creationId xmlns:a16="http://schemas.microsoft.com/office/drawing/2014/main"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a16:creationId xmlns:a16="http://schemas.microsoft.com/office/drawing/2014/main"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a16:creationId xmlns:a16="http://schemas.microsoft.com/office/drawing/2014/main"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a16:creationId xmlns:a16="http://schemas.microsoft.com/office/drawing/2014/main"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a16:creationId xmlns:a16="http://schemas.microsoft.com/office/drawing/2014/main"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a16:creationId xmlns:a16="http://schemas.microsoft.com/office/drawing/2014/main"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a16:creationId xmlns:a16="http://schemas.microsoft.com/office/drawing/2014/main"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a16:creationId xmlns:a16="http://schemas.microsoft.com/office/drawing/2014/main"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a16:creationId xmlns:a16="http://schemas.microsoft.com/office/drawing/2014/main"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a16:creationId xmlns:a16="http://schemas.microsoft.com/office/drawing/2014/main"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a16:creationId xmlns:a16="http://schemas.microsoft.com/office/drawing/2014/main"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a16:creationId xmlns:a16="http://schemas.microsoft.com/office/drawing/2014/main"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a16:creationId xmlns:a16="http://schemas.microsoft.com/office/drawing/2014/main"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a16:creationId xmlns:a16="http://schemas.microsoft.com/office/drawing/2014/main"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a16:creationId xmlns:a16="http://schemas.microsoft.com/office/drawing/2014/main"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a16:creationId xmlns:a16="http://schemas.microsoft.com/office/drawing/2014/main"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a16:creationId xmlns:a16="http://schemas.microsoft.com/office/drawing/2014/main"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a16:creationId xmlns:a16="http://schemas.microsoft.com/office/drawing/2014/main"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a16:creationId xmlns:a16="http://schemas.microsoft.com/office/drawing/2014/main"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a16:creationId xmlns:a16="http://schemas.microsoft.com/office/drawing/2014/main"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a16:creationId xmlns:a16="http://schemas.microsoft.com/office/drawing/2014/main"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a16:creationId xmlns:a16="http://schemas.microsoft.com/office/drawing/2014/main"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a16:creationId xmlns:a16="http://schemas.microsoft.com/office/drawing/2014/main"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a16:creationId xmlns:a16="http://schemas.microsoft.com/office/drawing/2014/main"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a16:creationId xmlns:a16="http://schemas.microsoft.com/office/drawing/2014/main"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a16:creationId xmlns:a16="http://schemas.microsoft.com/office/drawing/2014/main"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a16:creationId xmlns:a16="http://schemas.microsoft.com/office/drawing/2014/main"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a16:creationId xmlns:a16="http://schemas.microsoft.com/office/drawing/2014/main"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a16:creationId xmlns:a16="http://schemas.microsoft.com/office/drawing/2014/main"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a16:creationId xmlns:a16="http://schemas.microsoft.com/office/drawing/2014/main"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a16:creationId xmlns:a16="http://schemas.microsoft.com/office/drawing/2014/main"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a16:creationId xmlns:a16="http://schemas.microsoft.com/office/drawing/2014/main"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137589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a16:creationId xmlns:a16="http://schemas.microsoft.com/office/drawing/2014/main"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a16:creationId xmlns:a16="http://schemas.microsoft.com/office/drawing/2014/main"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a16:creationId xmlns:a16="http://schemas.microsoft.com/office/drawing/2014/main"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a16:creationId xmlns:a16="http://schemas.microsoft.com/office/drawing/2014/main"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a16:creationId xmlns:a16="http://schemas.microsoft.com/office/drawing/2014/main"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a16:creationId xmlns:a16="http://schemas.microsoft.com/office/drawing/2014/main"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a16:creationId xmlns:a16="http://schemas.microsoft.com/office/drawing/2014/main"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a16:creationId xmlns:a16="http://schemas.microsoft.com/office/drawing/2014/main"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a16:creationId xmlns:a16="http://schemas.microsoft.com/office/drawing/2014/main"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a16:creationId xmlns:a16="http://schemas.microsoft.com/office/drawing/2014/main"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a16:creationId xmlns:a16="http://schemas.microsoft.com/office/drawing/2014/main"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a16:creationId xmlns:a16="http://schemas.microsoft.com/office/drawing/2014/main"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a16:creationId xmlns:a16="http://schemas.microsoft.com/office/drawing/2014/main"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a16:creationId xmlns:a16="http://schemas.microsoft.com/office/drawing/2014/main"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a16:creationId xmlns:a16="http://schemas.microsoft.com/office/drawing/2014/main"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a16:creationId xmlns:a16="http://schemas.microsoft.com/office/drawing/2014/main"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a16:creationId xmlns:a16="http://schemas.microsoft.com/office/drawing/2014/main"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a16:creationId xmlns:a16="http://schemas.microsoft.com/office/drawing/2014/main"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a16:creationId xmlns:a16="http://schemas.microsoft.com/office/drawing/2014/main"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a16:creationId xmlns:a16="http://schemas.microsoft.com/office/drawing/2014/main"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a16:creationId xmlns:a16="http://schemas.microsoft.com/office/drawing/2014/main"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a16:creationId xmlns:a16="http://schemas.microsoft.com/office/drawing/2014/main"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a16:creationId xmlns:a16="http://schemas.microsoft.com/office/drawing/2014/main"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a16:creationId xmlns:a16="http://schemas.microsoft.com/office/drawing/2014/main"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5301095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a16:creationId xmlns:a16="http://schemas.microsoft.com/office/drawing/2014/main"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a16:creationId xmlns:a16="http://schemas.microsoft.com/office/drawing/2014/main"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a16:creationId xmlns:a16="http://schemas.microsoft.com/office/drawing/2014/main"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a16:creationId xmlns:a16="http://schemas.microsoft.com/office/drawing/2014/main"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a16:creationId xmlns:a16="http://schemas.microsoft.com/office/drawing/2014/main"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a16:creationId xmlns:a16="http://schemas.microsoft.com/office/drawing/2014/main"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a16:creationId xmlns:a16="http://schemas.microsoft.com/office/drawing/2014/main"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a16:creationId xmlns:a16="http://schemas.microsoft.com/office/drawing/2014/main"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a16:creationId xmlns:a16="http://schemas.microsoft.com/office/drawing/2014/main"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a16:creationId xmlns:a16="http://schemas.microsoft.com/office/drawing/2014/main"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a16:creationId xmlns:a16="http://schemas.microsoft.com/office/drawing/2014/main"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a16:creationId xmlns:a16="http://schemas.microsoft.com/office/drawing/2014/main"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a16:creationId xmlns:a16="http://schemas.microsoft.com/office/drawing/2014/main"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a16:creationId xmlns:a16="http://schemas.microsoft.com/office/drawing/2014/main"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a16:creationId xmlns:a16="http://schemas.microsoft.com/office/drawing/2014/main"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a16:creationId xmlns:a16="http://schemas.microsoft.com/office/drawing/2014/main"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a16:creationId xmlns:a16="http://schemas.microsoft.com/office/drawing/2014/main"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a16:creationId xmlns:a16="http://schemas.microsoft.com/office/drawing/2014/main"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a16:creationId xmlns:a16="http://schemas.microsoft.com/office/drawing/2014/main"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a16:creationId xmlns:a16="http://schemas.microsoft.com/office/drawing/2014/main"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a16:creationId xmlns:a16="http://schemas.microsoft.com/office/drawing/2014/main"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a16:creationId xmlns:a16="http://schemas.microsoft.com/office/drawing/2014/main"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a16:creationId xmlns:a16="http://schemas.microsoft.com/office/drawing/2014/main"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a16:creationId xmlns:a16="http://schemas.microsoft.com/office/drawing/2014/main"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a16:creationId xmlns:a16="http://schemas.microsoft.com/office/drawing/2014/main"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a16:creationId xmlns:a16="http://schemas.microsoft.com/office/drawing/2014/main"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a16:creationId xmlns:a16="http://schemas.microsoft.com/office/drawing/2014/main"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a16:creationId xmlns:a16="http://schemas.microsoft.com/office/drawing/2014/main"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a16:creationId xmlns:a16="http://schemas.microsoft.com/office/drawing/2014/main"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a16:creationId xmlns:a16="http://schemas.microsoft.com/office/drawing/2014/main"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a16:creationId xmlns:a16="http://schemas.microsoft.com/office/drawing/2014/main"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a16:creationId xmlns:a16="http://schemas.microsoft.com/office/drawing/2014/main"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a16:creationId xmlns:a16="http://schemas.microsoft.com/office/drawing/2014/main"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a16:creationId xmlns:a16="http://schemas.microsoft.com/office/drawing/2014/main"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a16:creationId xmlns:a16="http://schemas.microsoft.com/office/drawing/2014/main"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a16:creationId xmlns:a16="http://schemas.microsoft.com/office/drawing/2014/main"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a16:creationId xmlns:a16="http://schemas.microsoft.com/office/drawing/2014/main"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a16:creationId xmlns:a16="http://schemas.microsoft.com/office/drawing/2014/main"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a16:creationId xmlns:a16="http://schemas.microsoft.com/office/drawing/2014/main"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a16:creationId xmlns:a16="http://schemas.microsoft.com/office/drawing/2014/main"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a16:creationId xmlns:a16="http://schemas.microsoft.com/office/drawing/2014/main"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a16:creationId xmlns:a16="http://schemas.microsoft.com/office/drawing/2014/main"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a16:creationId xmlns:a16="http://schemas.microsoft.com/office/drawing/2014/main"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a16:creationId xmlns:a16="http://schemas.microsoft.com/office/drawing/2014/main"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a16:creationId xmlns:a16="http://schemas.microsoft.com/office/drawing/2014/main"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a16:creationId xmlns:a16="http://schemas.microsoft.com/office/drawing/2014/main"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a16:creationId xmlns:a16="http://schemas.microsoft.com/office/drawing/2014/main"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a16:creationId xmlns:a16="http://schemas.microsoft.com/office/drawing/2014/main"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a16:creationId xmlns:a16="http://schemas.microsoft.com/office/drawing/2014/main"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a16:creationId xmlns:a16="http://schemas.microsoft.com/office/drawing/2014/main"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a16:creationId xmlns:a16="http://schemas.microsoft.com/office/drawing/2014/main"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a16:creationId xmlns:a16="http://schemas.microsoft.com/office/drawing/2014/main"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a16:creationId xmlns:a16="http://schemas.microsoft.com/office/drawing/2014/main"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a16:creationId xmlns:a16="http://schemas.microsoft.com/office/drawing/2014/main"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a16:creationId xmlns:a16="http://schemas.microsoft.com/office/drawing/2014/main"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a16:creationId xmlns:a16="http://schemas.microsoft.com/office/drawing/2014/main"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a16:creationId xmlns:a16="http://schemas.microsoft.com/office/drawing/2014/main"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a16:creationId xmlns:a16="http://schemas.microsoft.com/office/drawing/2014/main"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a16:creationId xmlns:a16="http://schemas.microsoft.com/office/drawing/2014/main"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a16:creationId xmlns:a16="http://schemas.microsoft.com/office/drawing/2014/main"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a16:creationId xmlns:a16="http://schemas.microsoft.com/office/drawing/2014/main"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a16:creationId xmlns:a16="http://schemas.microsoft.com/office/drawing/2014/main"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a16:creationId xmlns:a16="http://schemas.microsoft.com/office/drawing/2014/main"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a16:creationId xmlns:a16="http://schemas.microsoft.com/office/drawing/2014/main"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a16:creationId xmlns:a16="http://schemas.microsoft.com/office/drawing/2014/main"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a16:creationId xmlns:a16="http://schemas.microsoft.com/office/drawing/2014/main"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a16:creationId xmlns:a16="http://schemas.microsoft.com/office/drawing/2014/main"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a16:creationId xmlns:a16="http://schemas.microsoft.com/office/drawing/2014/main"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a16:creationId xmlns:a16="http://schemas.microsoft.com/office/drawing/2014/main"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a16:creationId xmlns:a16="http://schemas.microsoft.com/office/drawing/2014/main"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a16:creationId xmlns:a16="http://schemas.microsoft.com/office/drawing/2014/main"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a16:creationId xmlns:a16="http://schemas.microsoft.com/office/drawing/2014/main"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a16:creationId xmlns:a16="http://schemas.microsoft.com/office/drawing/2014/main"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a16:creationId xmlns:a16="http://schemas.microsoft.com/office/drawing/2014/main"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a16:creationId xmlns:a16="http://schemas.microsoft.com/office/drawing/2014/main"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a16:creationId xmlns:a16="http://schemas.microsoft.com/office/drawing/2014/main"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a16:creationId xmlns:a16="http://schemas.microsoft.com/office/drawing/2014/main"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a16:creationId xmlns:a16="http://schemas.microsoft.com/office/drawing/2014/main"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a16:creationId xmlns:a16="http://schemas.microsoft.com/office/drawing/2014/main"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a16:creationId xmlns:a16="http://schemas.microsoft.com/office/drawing/2014/main"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a16:creationId xmlns:a16="http://schemas.microsoft.com/office/drawing/2014/main"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a16:creationId xmlns:a16="http://schemas.microsoft.com/office/drawing/2014/main"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a16:creationId xmlns:a16="http://schemas.microsoft.com/office/drawing/2014/main"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a16:creationId xmlns:a16="http://schemas.microsoft.com/office/drawing/2014/main"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a16:creationId xmlns:a16="http://schemas.microsoft.com/office/drawing/2014/main"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a16:creationId xmlns:a16="http://schemas.microsoft.com/office/drawing/2014/main"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a16:creationId xmlns:a16="http://schemas.microsoft.com/office/drawing/2014/main"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a16:creationId xmlns:a16="http://schemas.microsoft.com/office/drawing/2014/main"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a16:creationId xmlns:a16="http://schemas.microsoft.com/office/drawing/2014/main"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a16:creationId xmlns:a16="http://schemas.microsoft.com/office/drawing/2014/main"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a16:creationId xmlns:a16="http://schemas.microsoft.com/office/drawing/2014/main"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a16:creationId xmlns:a16="http://schemas.microsoft.com/office/drawing/2014/main"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a16:creationId xmlns:a16="http://schemas.microsoft.com/office/drawing/2014/main"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a16:creationId xmlns:a16="http://schemas.microsoft.com/office/drawing/2014/main"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a16:creationId xmlns:a16="http://schemas.microsoft.com/office/drawing/2014/main"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a16:creationId xmlns:a16="http://schemas.microsoft.com/office/drawing/2014/main"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a16:creationId xmlns:a16="http://schemas.microsoft.com/office/drawing/2014/main"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a16:creationId xmlns:a16="http://schemas.microsoft.com/office/drawing/2014/main"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a16:creationId xmlns:a16="http://schemas.microsoft.com/office/drawing/2014/main"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a16:creationId xmlns:a16="http://schemas.microsoft.com/office/drawing/2014/main"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a16:creationId xmlns:a16="http://schemas.microsoft.com/office/drawing/2014/main"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a16:creationId xmlns:a16="http://schemas.microsoft.com/office/drawing/2014/main"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a16:creationId xmlns:a16="http://schemas.microsoft.com/office/drawing/2014/main"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a16:creationId xmlns:a16="http://schemas.microsoft.com/office/drawing/2014/main"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a16:creationId xmlns:a16="http://schemas.microsoft.com/office/drawing/2014/main"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a16:creationId xmlns:a16="http://schemas.microsoft.com/office/drawing/2014/main"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a16:creationId xmlns:a16="http://schemas.microsoft.com/office/drawing/2014/main"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a16:creationId xmlns:a16="http://schemas.microsoft.com/office/drawing/2014/main"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a16:creationId xmlns:a16="http://schemas.microsoft.com/office/drawing/2014/main"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a16:creationId xmlns:a16="http://schemas.microsoft.com/office/drawing/2014/main"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a16:creationId xmlns:a16="http://schemas.microsoft.com/office/drawing/2014/main"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a16:creationId xmlns:a16="http://schemas.microsoft.com/office/drawing/2014/main"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a16:creationId xmlns:a16="http://schemas.microsoft.com/office/drawing/2014/main"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a16:creationId xmlns:a16="http://schemas.microsoft.com/office/drawing/2014/main"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a16:creationId xmlns:a16="http://schemas.microsoft.com/office/drawing/2014/main"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a16:creationId xmlns:a16="http://schemas.microsoft.com/office/drawing/2014/main"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a16:creationId xmlns:a16="http://schemas.microsoft.com/office/drawing/2014/main"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a16:creationId xmlns:a16="http://schemas.microsoft.com/office/drawing/2014/main"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a16:creationId xmlns:a16="http://schemas.microsoft.com/office/drawing/2014/main"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a16:creationId xmlns:a16="http://schemas.microsoft.com/office/drawing/2014/main"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a16:creationId xmlns:a16="http://schemas.microsoft.com/office/drawing/2014/main"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a16:creationId xmlns:a16="http://schemas.microsoft.com/office/drawing/2014/main"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6018498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a16:creationId xmlns:a16="http://schemas.microsoft.com/office/drawing/2014/main"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a16:creationId xmlns:a16="http://schemas.microsoft.com/office/drawing/2014/main"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a16:creationId xmlns:a16="http://schemas.microsoft.com/office/drawing/2014/main"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a16:creationId xmlns:a16="http://schemas.microsoft.com/office/drawing/2014/main"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a16:creationId xmlns:a16="http://schemas.microsoft.com/office/drawing/2014/main"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a16:creationId xmlns:a16="http://schemas.microsoft.com/office/drawing/2014/main"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a16:creationId xmlns:a16="http://schemas.microsoft.com/office/drawing/2014/main"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a16:creationId xmlns:a16="http://schemas.microsoft.com/office/drawing/2014/main"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a16:creationId xmlns:a16="http://schemas.microsoft.com/office/drawing/2014/main"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a16:creationId xmlns:a16="http://schemas.microsoft.com/office/drawing/2014/main"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a16:creationId xmlns:a16="http://schemas.microsoft.com/office/drawing/2014/main"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a16:creationId xmlns:a16="http://schemas.microsoft.com/office/drawing/2014/main"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a16:creationId xmlns:a16="http://schemas.microsoft.com/office/drawing/2014/main"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a16:creationId xmlns:a16="http://schemas.microsoft.com/office/drawing/2014/main"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a16:creationId xmlns:a16="http://schemas.microsoft.com/office/drawing/2014/main"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a16:creationId xmlns:a16="http://schemas.microsoft.com/office/drawing/2014/main"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a16:creationId xmlns:a16="http://schemas.microsoft.com/office/drawing/2014/main"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a16:creationId xmlns:a16="http://schemas.microsoft.com/office/drawing/2014/main"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a16:creationId xmlns:a16="http://schemas.microsoft.com/office/drawing/2014/main"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a16:creationId xmlns:a16="http://schemas.microsoft.com/office/drawing/2014/main"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a16:creationId xmlns:a16="http://schemas.microsoft.com/office/drawing/2014/main"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a16:creationId xmlns:a16="http://schemas.microsoft.com/office/drawing/2014/main"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a16:creationId xmlns:a16="http://schemas.microsoft.com/office/drawing/2014/main"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184268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a16:creationId xmlns:a16="http://schemas.microsoft.com/office/drawing/2014/main"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a16:creationId xmlns:a16="http://schemas.microsoft.com/office/drawing/2014/main"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a16:creationId xmlns:a16="http://schemas.microsoft.com/office/drawing/2014/main"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a16:creationId xmlns:a16="http://schemas.microsoft.com/office/drawing/2014/main"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a16:creationId xmlns:a16="http://schemas.microsoft.com/office/drawing/2014/main"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a16:creationId xmlns:a16="http://schemas.microsoft.com/office/drawing/2014/main"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a16:creationId xmlns:a16="http://schemas.microsoft.com/office/drawing/2014/main"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a16:creationId xmlns:a16="http://schemas.microsoft.com/office/drawing/2014/main"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a16:creationId xmlns:a16="http://schemas.microsoft.com/office/drawing/2014/main"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a16:creationId xmlns:a16="http://schemas.microsoft.com/office/drawing/2014/main"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a16:creationId xmlns:a16="http://schemas.microsoft.com/office/drawing/2014/main"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a16:creationId xmlns:a16="http://schemas.microsoft.com/office/drawing/2014/main"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a16:creationId xmlns:a16="http://schemas.microsoft.com/office/drawing/2014/main"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a16:creationId xmlns:a16="http://schemas.microsoft.com/office/drawing/2014/main"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a16:creationId xmlns:a16="http://schemas.microsoft.com/office/drawing/2014/main"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a16:creationId xmlns:a16="http://schemas.microsoft.com/office/drawing/2014/main"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a16:creationId xmlns:a16="http://schemas.microsoft.com/office/drawing/2014/main"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a16:creationId xmlns:a16="http://schemas.microsoft.com/office/drawing/2014/main"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a16:creationId xmlns:a16="http://schemas.microsoft.com/office/drawing/2014/main"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a16:creationId xmlns:a16="http://schemas.microsoft.com/office/drawing/2014/main"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a16:creationId xmlns:a16="http://schemas.microsoft.com/office/drawing/2014/main"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a16:creationId xmlns:a16="http://schemas.microsoft.com/office/drawing/2014/main"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a16:creationId xmlns:a16="http://schemas.microsoft.com/office/drawing/2014/main"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a16:creationId xmlns:a16="http://schemas.microsoft.com/office/drawing/2014/main"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a16:creationId xmlns:a16="http://schemas.microsoft.com/office/drawing/2014/main"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a16:creationId xmlns:a16="http://schemas.microsoft.com/office/drawing/2014/main"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a16:creationId xmlns:a16="http://schemas.microsoft.com/office/drawing/2014/main"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a16:creationId xmlns:a16="http://schemas.microsoft.com/office/drawing/2014/main"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a16:creationId xmlns:a16="http://schemas.microsoft.com/office/drawing/2014/main"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a16:creationId xmlns:a16="http://schemas.microsoft.com/office/drawing/2014/main"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a16:creationId xmlns:a16="http://schemas.microsoft.com/office/drawing/2014/main"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a16:creationId xmlns:a16="http://schemas.microsoft.com/office/drawing/2014/main"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a16:creationId xmlns:a16="http://schemas.microsoft.com/office/drawing/2014/main"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a16:creationId xmlns:a16="http://schemas.microsoft.com/office/drawing/2014/main"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a16:creationId xmlns:a16="http://schemas.microsoft.com/office/drawing/2014/main"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a16:creationId xmlns:a16="http://schemas.microsoft.com/office/drawing/2014/main"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a16:creationId xmlns:a16="http://schemas.microsoft.com/office/drawing/2014/main"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a16:creationId xmlns:a16="http://schemas.microsoft.com/office/drawing/2014/main"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a16:creationId xmlns:a16="http://schemas.microsoft.com/office/drawing/2014/main"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a16:creationId xmlns:a16="http://schemas.microsoft.com/office/drawing/2014/main"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a16:creationId xmlns:a16="http://schemas.microsoft.com/office/drawing/2014/main"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a16:creationId xmlns:a16="http://schemas.microsoft.com/office/drawing/2014/main"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a16:creationId xmlns:a16="http://schemas.microsoft.com/office/drawing/2014/main"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a16:creationId xmlns:a16="http://schemas.microsoft.com/office/drawing/2014/main"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a16:creationId xmlns:a16="http://schemas.microsoft.com/office/drawing/2014/main"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a16:creationId xmlns:a16="http://schemas.microsoft.com/office/drawing/2014/main"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a16:creationId xmlns:a16="http://schemas.microsoft.com/office/drawing/2014/main"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a16:creationId xmlns:a16="http://schemas.microsoft.com/office/drawing/2014/main"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a16:creationId xmlns:a16="http://schemas.microsoft.com/office/drawing/2014/main"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a16:creationId xmlns:a16="http://schemas.microsoft.com/office/drawing/2014/main"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a16:creationId xmlns:a16="http://schemas.microsoft.com/office/drawing/2014/main"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a16:creationId xmlns:a16="http://schemas.microsoft.com/office/drawing/2014/main"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a16:creationId xmlns:a16="http://schemas.microsoft.com/office/drawing/2014/main"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a16:creationId xmlns:a16="http://schemas.microsoft.com/office/drawing/2014/main"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a16:creationId xmlns:a16="http://schemas.microsoft.com/office/drawing/2014/main"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a16:creationId xmlns:a16="http://schemas.microsoft.com/office/drawing/2014/main"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a16:creationId xmlns:a16="http://schemas.microsoft.com/office/drawing/2014/main"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a16:creationId xmlns:a16="http://schemas.microsoft.com/office/drawing/2014/main"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a16:creationId xmlns:a16="http://schemas.microsoft.com/office/drawing/2014/main"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a16:creationId xmlns:a16="http://schemas.microsoft.com/office/drawing/2014/main"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a16:creationId xmlns:a16="http://schemas.microsoft.com/office/drawing/2014/main"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a16:creationId xmlns:a16="http://schemas.microsoft.com/office/drawing/2014/main"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a16:creationId xmlns:a16="http://schemas.microsoft.com/office/drawing/2014/main"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a16:creationId xmlns:a16="http://schemas.microsoft.com/office/drawing/2014/main"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a16:creationId xmlns:a16="http://schemas.microsoft.com/office/drawing/2014/main"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a16:creationId xmlns:a16="http://schemas.microsoft.com/office/drawing/2014/main"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a16:creationId xmlns:a16="http://schemas.microsoft.com/office/drawing/2014/main"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a16:creationId xmlns:a16="http://schemas.microsoft.com/office/drawing/2014/main"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a16:creationId xmlns:a16="http://schemas.microsoft.com/office/drawing/2014/main"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a16:creationId xmlns:a16="http://schemas.microsoft.com/office/drawing/2014/main"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a16:creationId xmlns:a16="http://schemas.microsoft.com/office/drawing/2014/main"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a16:creationId xmlns:a16="http://schemas.microsoft.com/office/drawing/2014/main"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a16:creationId xmlns:a16="http://schemas.microsoft.com/office/drawing/2014/main"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a16:creationId xmlns:a16="http://schemas.microsoft.com/office/drawing/2014/main"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a16:creationId xmlns:a16="http://schemas.microsoft.com/office/drawing/2014/main"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78068470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a16:creationId xmlns:a16="http://schemas.microsoft.com/office/drawing/2014/main"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a16:creationId xmlns:a16="http://schemas.microsoft.com/office/drawing/2014/main"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a16:creationId xmlns:a16="http://schemas.microsoft.com/office/drawing/2014/main"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a16:creationId xmlns:a16="http://schemas.microsoft.com/office/drawing/2014/main"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a16:creationId xmlns:a16="http://schemas.microsoft.com/office/drawing/2014/main"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a16:creationId xmlns:a16="http://schemas.microsoft.com/office/drawing/2014/main"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a16:creationId xmlns:a16="http://schemas.microsoft.com/office/drawing/2014/main"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a16:creationId xmlns:a16="http://schemas.microsoft.com/office/drawing/2014/main"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a16:creationId xmlns:a16="http://schemas.microsoft.com/office/drawing/2014/main"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a16:creationId xmlns:a16="http://schemas.microsoft.com/office/drawing/2014/main"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a16:creationId xmlns:a16="http://schemas.microsoft.com/office/drawing/2014/main"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a16:creationId xmlns:a16="http://schemas.microsoft.com/office/drawing/2014/main"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a16:creationId xmlns:a16="http://schemas.microsoft.com/office/drawing/2014/main"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a16:creationId xmlns:a16="http://schemas.microsoft.com/office/drawing/2014/main"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a16:creationId xmlns:a16="http://schemas.microsoft.com/office/drawing/2014/main"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a16:creationId xmlns:a16="http://schemas.microsoft.com/office/drawing/2014/main"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a16:creationId xmlns:a16="http://schemas.microsoft.com/office/drawing/2014/main"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a16:creationId xmlns:a16="http://schemas.microsoft.com/office/drawing/2014/main"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a16:creationId xmlns:a16="http://schemas.microsoft.com/office/drawing/2014/main"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a16:creationId xmlns:a16="http://schemas.microsoft.com/office/drawing/2014/main"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a16:creationId xmlns:a16="http://schemas.microsoft.com/office/drawing/2014/main"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a16:creationId xmlns:a16="http://schemas.microsoft.com/office/drawing/2014/main"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a16:creationId xmlns:a16="http://schemas.microsoft.com/office/drawing/2014/main"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a16:creationId xmlns:a16="http://schemas.microsoft.com/office/drawing/2014/main"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a16:creationId xmlns:a16="http://schemas.microsoft.com/office/drawing/2014/main"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a16:creationId xmlns:a16="http://schemas.microsoft.com/office/drawing/2014/main"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a16:creationId xmlns:a16="http://schemas.microsoft.com/office/drawing/2014/main"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a16:creationId xmlns:a16="http://schemas.microsoft.com/office/drawing/2014/main"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a16:creationId xmlns:a16="http://schemas.microsoft.com/office/drawing/2014/main"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a16:creationId xmlns:a16="http://schemas.microsoft.com/office/drawing/2014/main"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a16:creationId xmlns:a16="http://schemas.microsoft.com/office/drawing/2014/main"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a16:creationId xmlns:a16="http://schemas.microsoft.com/office/drawing/2014/main"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a16:creationId xmlns:a16="http://schemas.microsoft.com/office/drawing/2014/main"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a16:creationId xmlns:a16="http://schemas.microsoft.com/office/drawing/2014/main"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a16:creationId xmlns:a16="http://schemas.microsoft.com/office/drawing/2014/main"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a16:creationId xmlns:a16="http://schemas.microsoft.com/office/drawing/2014/main"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a16:creationId xmlns:a16="http://schemas.microsoft.com/office/drawing/2014/main"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a16:creationId xmlns:a16="http://schemas.microsoft.com/office/drawing/2014/main"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a16:creationId xmlns:a16="http://schemas.microsoft.com/office/drawing/2014/main"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a16:creationId xmlns:a16="http://schemas.microsoft.com/office/drawing/2014/main"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a16:creationId xmlns:a16="http://schemas.microsoft.com/office/drawing/2014/main"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a16:creationId xmlns:a16="http://schemas.microsoft.com/office/drawing/2014/main"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a16:creationId xmlns:a16="http://schemas.microsoft.com/office/drawing/2014/main"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a16:creationId xmlns:a16="http://schemas.microsoft.com/office/drawing/2014/main"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a16:creationId xmlns:a16="http://schemas.microsoft.com/office/drawing/2014/main"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a16:creationId xmlns:a16="http://schemas.microsoft.com/office/drawing/2014/main"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a16:creationId xmlns:a16="http://schemas.microsoft.com/office/drawing/2014/main"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a16:creationId xmlns:a16="http://schemas.microsoft.com/office/drawing/2014/main"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a16:creationId xmlns:a16="http://schemas.microsoft.com/office/drawing/2014/main"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a16:creationId xmlns:a16="http://schemas.microsoft.com/office/drawing/2014/main"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a16:creationId xmlns:a16="http://schemas.microsoft.com/office/drawing/2014/main"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a16:creationId xmlns:a16="http://schemas.microsoft.com/office/drawing/2014/main"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a16:creationId xmlns:a16="http://schemas.microsoft.com/office/drawing/2014/main"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a16:creationId xmlns:a16="http://schemas.microsoft.com/office/drawing/2014/main"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a16:creationId xmlns:a16="http://schemas.microsoft.com/office/drawing/2014/main"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a16:creationId xmlns:a16="http://schemas.microsoft.com/office/drawing/2014/main"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a16:creationId xmlns:a16="http://schemas.microsoft.com/office/drawing/2014/main"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a16:creationId xmlns:a16="http://schemas.microsoft.com/office/drawing/2014/main"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a16:creationId xmlns:a16="http://schemas.microsoft.com/office/drawing/2014/main"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a16:creationId xmlns:a16="http://schemas.microsoft.com/office/drawing/2014/main"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a16:creationId xmlns:a16="http://schemas.microsoft.com/office/drawing/2014/main"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a16:creationId xmlns:a16="http://schemas.microsoft.com/office/drawing/2014/main"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a16:creationId xmlns:a16="http://schemas.microsoft.com/office/drawing/2014/main"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a16:creationId xmlns:a16="http://schemas.microsoft.com/office/drawing/2014/main"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a16:creationId xmlns:a16="http://schemas.microsoft.com/office/drawing/2014/main"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a16:creationId xmlns:a16="http://schemas.microsoft.com/office/drawing/2014/main"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a16:creationId xmlns:a16="http://schemas.microsoft.com/office/drawing/2014/main"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a16:creationId xmlns:a16="http://schemas.microsoft.com/office/drawing/2014/main"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a16:creationId xmlns:a16="http://schemas.microsoft.com/office/drawing/2014/main"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5221771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a16:creationId xmlns:a16="http://schemas.microsoft.com/office/drawing/2014/main"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a16:creationId xmlns:a16="http://schemas.microsoft.com/office/drawing/2014/main"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a16:creationId xmlns:a16="http://schemas.microsoft.com/office/drawing/2014/main"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a16:creationId xmlns:a16="http://schemas.microsoft.com/office/drawing/2014/main"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a16:creationId xmlns:a16="http://schemas.microsoft.com/office/drawing/2014/main"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a16:creationId xmlns:a16="http://schemas.microsoft.com/office/drawing/2014/main"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a16:creationId xmlns:a16="http://schemas.microsoft.com/office/drawing/2014/main"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a16:creationId xmlns:a16="http://schemas.microsoft.com/office/drawing/2014/main"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a16:creationId xmlns:a16="http://schemas.microsoft.com/office/drawing/2014/main"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a16:creationId xmlns:a16="http://schemas.microsoft.com/office/drawing/2014/main"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a16:creationId xmlns:a16="http://schemas.microsoft.com/office/drawing/2014/main"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a16:creationId xmlns:a16="http://schemas.microsoft.com/office/drawing/2014/main"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a16:creationId xmlns:a16="http://schemas.microsoft.com/office/drawing/2014/main"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a16:creationId xmlns:a16="http://schemas.microsoft.com/office/drawing/2014/main"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a16:creationId xmlns:a16="http://schemas.microsoft.com/office/drawing/2014/main"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a16:creationId xmlns:a16="http://schemas.microsoft.com/office/drawing/2014/main"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a16:creationId xmlns:a16="http://schemas.microsoft.com/office/drawing/2014/main"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a16:creationId xmlns:a16="http://schemas.microsoft.com/office/drawing/2014/main"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a16:creationId xmlns:a16="http://schemas.microsoft.com/office/drawing/2014/main"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a16:creationId xmlns:a16="http://schemas.microsoft.com/office/drawing/2014/main"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a16:creationId xmlns:a16="http://schemas.microsoft.com/office/drawing/2014/main"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a16:creationId xmlns:a16="http://schemas.microsoft.com/office/drawing/2014/main"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a16:creationId xmlns:a16="http://schemas.microsoft.com/office/drawing/2014/main"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a16:creationId xmlns:a16="http://schemas.microsoft.com/office/drawing/2014/main"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a16:creationId xmlns:a16="http://schemas.microsoft.com/office/drawing/2014/main"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a16:creationId xmlns:a16="http://schemas.microsoft.com/office/drawing/2014/main"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a16:creationId xmlns:a16="http://schemas.microsoft.com/office/drawing/2014/main"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a16:creationId xmlns:a16="http://schemas.microsoft.com/office/drawing/2014/main"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a16:creationId xmlns:a16="http://schemas.microsoft.com/office/drawing/2014/main"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a16:creationId xmlns:a16="http://schemas.microsoft.com/office/drawing/2014/main"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a16:creationId xmlns:a16="http://schemas.microsoft.com/office/drawing/2014/main"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a16:creationId xmlns:a16="http://schemas.microsoft.com/office/drawing/2014/main"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a16:creationId xmlns:a16="http://schemas.microsoft.com/office/drawing/2014/main"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a16:creationId xmlns:a16="http://schemas.microsoft.com/office/drawing/2014/main"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a16:creationId xmlns:a16="http://schemas.microsoft.com/office/drawing/2014/main"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a16:creationId xmlns:a16="http://schemas.microsoft.com/office/drawing/2014/main"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a16:creationId xmlns:a16="http://schemas.microsoft.com/office/drawing/2014/main"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a16:creationId xmlns:a16="http://schemas.microsoft.com/office/drawing/2014/main"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a16:creationId xmlns:a16="http://schemas.microsoft.com/office/drawing/2014/main"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a16:creationId xmlns:a16="http://schemas.microsoft.com/office/drawing/2014/main"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a16:creationId xmlns:a16="http://schemas.microsoft.com/office/drawing/2014/main"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a16:creationId xmlns:a16="http://schemas.microsoft.com/office/drawing/2014/main"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a16:creationId xmlns:a16="http://schemas.microsoft.com/office/drawing/2014/main"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a16:creationId xmlns:a16="http://schemas.microsoft.com/office/drawing/2014/main"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a16:creationId xmlns:a16="http://schemas.microsoft.com/office/drawing/2014/main"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a16:creationId xmlns:a16="http://schemas.microsoft.com/office/drawing/2014/main"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21604329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a16:creationId xmlns:a16="http://schemas.microsoft.com/office/drawing/2014/main"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a16:creationId xmlns:a16="http://schemas.microsoft.com/office/drawing/2014/main"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a16:creationId xmlns:a16="http://schemas.microsoft.com/office/drawing/2014/main"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a16:creationId xmlns:a16="http://schemas.microsoft.com/office/drawing/2014/main"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a16:creationId xmlns:a16="http://schemas.microsoft.com/office/drawing/2014/main"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a16:creationId xmlns:a16="http://schemas.microsoft.com/office/drawing/2014/main"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a16:creationId xmlns:a16="http://schemas.microsoft.com/office/drawing/2014/main"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a16:creationId xmlns:a16="http://schemas.microsoft.com/office/drawing/2014/main"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a16:creationId xmlns:a16="http://schemas.microsoft.com/office/drawing/2014/main"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a16:creationId xmlns:a16="http://schemas.microsoft.com/office/drawing/2014/main"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a16:creationId xmlns:a16="http://schemas.microsoft.com/office/drawing/2014/main"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a16:creationId xmlns:a16="http://schemas.microsoft.com/office/drawing/2014/main"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a16:creationId xmlns:a16="http://schemas.microsoft.com/office/drawing/2014/main"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a16:creationId xmlns:a16="http://schemas.microsoft.com/office/drawing/2014/main"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a16:creationId xmlns:a16="http://schemas.microsoft.com/office/drawing/2014/main"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a16:creationId xmlns:a16="http://schemas.microsoft.com/office/drawing/2014/main"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a16:creationId xmlns:a16="http://schemas.microsoft.com/office/drawing/2014/main"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a16:creationId xmlns:a16="http://schemas.microsoft.com/office/drawing/2014/main"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a16:creationId xmlns:a16="http://schemas.microsoft.com/office/drawing/2014/main"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a16:creationId xmlns:a16="http://schemas.microsoft.com/office/drawing/2014/main"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a16:creationId xmlns:a16="http://schemas.microsoft.com/office/drawing/2014/main"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a16:creationId xmlns:a16="http://schemas.microsoft.com/office/drawing/2014/main"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a16:creationId xmlns:a16="http://schemas.microsoft.com/office/drawing/2014/main"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a16:creationId xmlns:a16="http://schemas.microsoft.com/office/drawing/2014/main"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a16:creationId xmlns:a16="http://schemas.microsoft.com/office/drawing/2014/main"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a16:creationId xmlns:a16="http://schemas.microsoft.com/office/drawing/2014/main"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a16:creationId xmlns:a16="http://schemas.microsoft.com/office/drawing/2014/main"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a16:creationId xmlns:a16="http://schemas.microsoft.com/office/drawing/2014/main"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a16:creationId xmlns:a16="http://schemas.microsoft.com/office/drawing/2014/main"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a16:creationId xmlns:a16="http://schemas.microsoft.com/office/drawing/2014/main"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a16:creationId xmlns:a16="http://schemas.microsoft.com/office/drawing/2014/main"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a16:creationId xmlns:a16="http://schemas.microsoft.com/office/drawing/2014/main"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a16:creationId xmlns:a16="http://schemas.microsoft.com/office/drawing/2014/main"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a16:creationId xmlns:a16="http://schemas.microsoft.com/office/drawing/2014/main"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a16:creationId xmlns:a16="http://schemas.microsoft.com/office/drawing/2014/main"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a16:creationId xmlns:a16="http://schemas.microsoft.com/office/drawing/2014/main"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a16:creationId xmlns:a16="http://schemas.microsoft.com/office/drawing/2014/main"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a16:creationId xmlns:a16="http://schemas.microsoft.com/office/drawing/2014/main"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a16:creationId xmlns:a16="http://schemas.microsoft.com/office/drawing/2014/main"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a16:creationId xmlns:a16="http://schemas.microsoft.com/office/drawing/2014/main"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a16:creationId xmlns:a16="http://schemas.microsoft.com/office/drawing/2014/main"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a16:creationId xmlns:a16="http://schemas.microsoft.com/office/drawing/2014/main"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a16:creationId xmlns:a16="http://schemas.microsoft.com/office/drawing/2014/main"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a16:creationId xmlns:a16="http://schemas.microsoft.com/office/drawing/2014/main"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a16:creationId xmlns:a16="http://schemas.microsoft.com/office/drawing/2014/main"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a16:creationId xmlns:a16="http://schemas.microsoft.com/office/drawing/2014/main"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a16:creationId xmlns:a16="http://schemas.microsoft.com/office/drawing/2014/main"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a16:creationId xmlns:a16="http://schemas.microsoft.com/office/drawing/2014/main"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48194868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a16:creationId xmlns:a16="http://schemas.microsoft.com/office/drawing/2014/main"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a16:creationId xmlns:a16="http://schemas.microsoft.com/office/drawing/2014/main"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a16:creationId xmlns:a16="http://schemas.microsoft.com/office/drawing/2014/main"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a16:creationId xmlns:a16="http://schemas.microsoft.com/office/drawing/2014/main"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a16:creationId xmlns:a16="http://schemas.microsoft.com/office/drawing/2014/main"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a16:creationId xmlns:a16="http://schemas.microsoft.com/office/drawing/2014/main"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a16:creationId xmlns:a16="http://schemas.microsoft.com/office/drawing/2014/main"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a16:creationId xmlns:a16="http://schemas.microsoft.com/office/drawing/2014/main"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a16:creationId xmlns:a16="http://schemas.microsoft.com/office/drawing/2014/main"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a16:creationId xmlns:a16="http://schemas.microsoft.com/office/drawing/2014/main"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a16:creationId xmlns:a16="http://schemas.microsoft.com/office/drawing/2014/main"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a16:creationId xmlns:a16="http://schemas.microsoft.com/office/drawing/2014/main"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a16:creationId xmlns:a16="http://schemas.microsoft.com/office/drawing/2014/main"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a16:creationId xmlns:a16="http://schemas.microsoft.com/office/drawing/2014/main"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a16:creationId xmlns:a16="http://schemas.microsoft.com/office/drawing/2014/main"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a16:creationId xmlns:a16="http://schemas.microsoft.com/office/drawing/2014/main"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a16:creationId xmlns:a16="http://schemas.microsoft.com/office/drawing/2014/main"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a16:creationId xmlns:a16="http://schemas.microsoft.com/office/drawing/2014/main"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a16:creationId xmlns:a16="http://schemas.microsoft.com/office/drawing/2014/main"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a16:creationId xmlns:a16="http://schemas.microsoft.com/office/drawing/2014/main"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a16:creationId xmlns:a16="http://schemas.microsoft.com/office/drawing/2014/main"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a16:creationId xmlns:a16="http://schemas.microsoft.com/office/drawing/2014/main"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a16:creationId xmlns:a16="http://schemas.microsoft.com/office/drawing/2014/main"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a16:creationId xmlns:a16="http://schemas.microsoft.com/office/drawing/2014/main"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a16:creationId xmlns:a16="http://schemas.microsoft.com/office/drawing/2014/main"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a16:creationId xmlns:a16="http://schemas.microsoft.com/office/drawing/2014/main"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a16:creationId xmlns:a16="http://schemas.microsoft.com/office/drawing/2014/main"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a16:creationId xmlns:a16="http://schemas.microsoft.com/office/drawing/2014/main"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98499610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a16:creationId xmlns:a16="http://schemas.microsoft.com/office/drawing/2014/main"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a16:creationId xmlns:a16="http://schemas.microsoft.com/office/drawing/2014/main"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a16:creationId xmlns:a16="http://schemas.microsoft.com/office/drawing/2014/main"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a16:creationId xmlns:a16="http://schemas.microsoft.com/office/drawing/2014/main"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a16:creationId xmlns:a16="http://schemas.microsoft.com/office/drawing/2014/main"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a16:creationId xmlns:a16="http://schemas.microsoft.com/office/drawing/2014/main"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a16:creationId xmlns:a16="http://schemas.microsoft.com/office/drawing/2014/main"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a16:creationId xmlns:a16="http://schemas.microsoft.com/office/drawing/2014/main"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a16:creationId xmlns:a16="http://schemas.microsoft.com/office/drawing/2014/main"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a16:creationId xmlns:a16="http://schemas.microsoft.com/office/drawing/2014/main"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a16:creationId xmlns:a16="http://schemas.microsoft.com/office/drawing/2014/main"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a16:creationId xmlns:a16="http://schemas.microsoft.com/office/drawing/2014/main"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a16:creationId xmlns:a16="http://schemas.microsoft.com/office/drawing/2014/main"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a16:creationId xmlns:a16="http://schemas.microsoft.com/office/drawing/2014/main"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a16:creationId xmlns:a16="http://schemas.microsoft.com/office/drawing/2014/main"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a16:creationId xmlns:a16="http://schemas.microsoft.com/office/drawing/2014/main"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a16:creationId xmlns:a16="http://schemas.microsoft.com/office/drawing/2014/main"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a16:creationId xmlns:a16="http://schemas.microsoft.com/office/drawing/2014/main"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a16:creationId xmlns:a16="http://schemas.microsoft.com/office/drawing/2014/main"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a16:creationId xmlns:a16="http://schemas.microsoft.com/office/drawing/2014/main"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a16:creationId xmlns:a16="http://schemas.microsoft.com/office/drawing/2014/main"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a16:creationId xmlns:a16="http://schemas.microsoft.com/office/drawing/2014/main"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a16:creationId xmlns:a16="http://schemas.microsoft.com/office/drawing/2014/main"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a16:creationId xmlns:a16="http://schemas.microsoft.com/office/drawing/2014/main"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a16:creationId xmlns:a16="http://schemas.microsoft.com/office/drawing/2014/main"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a16:creationId xmlns:a16="http://schemas.microsoft.com/office/drawing/2014/main"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a16:creationId xmlns:a16="http://schemas.microsoft.com/office/drawing/2014/main"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a16:creationId xmlns:a16="http://schemas.microsoft.com/office/drawing/2014/main"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a16:creationId xmlns:a16="http://schemas.microsoft.com/office/drawing/2014/main"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a16:creationId xmlns:a16="http://schemas.microsoft.com/office/drawing/2014/main"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344116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a16:creationId xmlns:a16="http://schemas.microsoft.com/office/drawing/2014/main"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a16:creationId xmlns:a16="http://schemas.microsoft.com/office/drawing/2014/main"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a16:creationId xmlns:a16="http://schemas.microsoft.com/office/drawing/2014/main"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a16:creationId xmlns:a16="http://schemas.microsoft.com/office/drawing/2014/main"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a16:creationId xmlns:a16="http://schemas.microsoft.com/office/drawing/2014/main"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a16:creationId xmlns:a16="http://schemas.microsoft.com/office/drawing/2014/main"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a16:creationId xmlns:a16="http://schemas.microsoft.com/office/drawing/2014/main"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a16:creationId xmlns:a16="http://schemas.microsoft.com/office/drawing/2014/main"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a16:creationId xmlns:a16="http://schemas.microsoft.com/office/drawing/2014/main"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a16:creationId xmlns:a16="http://schemas.microsoft.com/office/drawing/2014/main"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a16:creationId xmlns:a16="http://schemas.microsoft.com/office/drawing/2014/main"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a16:creationId xmlns:a16="http://schemas.microsoft.com/office/drawing/2014/main"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a16:creationId xmlns:a16="http://schemas.microsoft.com/office/drawing/2014/main"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a16:creationId xmlns:a16="http://schemas.microsoft.com/office/drawing/2014/main"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a16:creationId xmlns:a16="http://schemas.microsoft.com/office/drawing/2014/main"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a16:creationId xmlns:a16="http://schemas.microsoft.com/office/drawing/2014/main"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a16:creationId xmlns:a16="http://schemas.microsoft.com/office/drawing/2014/main"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a16:creationId xmlns:a16="http://schemas.microsoft.com/office/drawing/2014/main"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a16:creationId xmlns:a16="http://schemas.microsoft.com/office/drawing/2014/main"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a16:creationId xmlns:a16="http://schemas.microsoft.com/office/drawing/2014/main"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a16:creationId xmlns:a16="http://schemas.microsoft.com/office/drawing/2014/main"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a16:creationId xmlns:a16="http://schemas.microsoft.com/office/drawing/2014/main"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a16:creationId xmlns:a16="http://schemas.microsoft.com/office/drawing/2014/main"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a16:creationId xmlns:a16="http://schemas.microsoft.com/office/drawing/2014/main"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a16:creationId xmlns:a16="http://schemas.microsoft.com/office/drawing/2014/main"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a16:creationId xmlns:a16="http://schemas.microsoft.com/office/drawing/2014/main"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a16:creationId xmlns:a16="http://schemas.microsoft.com/office/drawing/2014/main"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a16:creationId xmlns:a16="http://schemas.microsoft.com/office/drawing/2014/main"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a16:creationId xmlns:a16="http://schemas.microsoft.com/office/drawing/2014/main"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a16:creationId xmlns:a16="http://schemas.microsoft.com/office/drawing/2014/main"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a16:creationId xmlns:a16="http://schemas.microsoft.com/office/drawing/2014/main"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a16:creationId xmlns:a16="http://schemas.microsoft.com/office/drawing/2014/main"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a16:creationId xmlns:a16="http://schemas.microsoft.com/office/drawing/2014/main"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a16:creationId xmlns:a16="http://schemas.microsoft.com/office/drawing/2014/main"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a16:creationId xmlns:a16="http://schemas.microsoft.com/office/drawing/2014/main"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a16:creationId xmlns:a16="http://schemas.microsoft.com/office/drawing/2014/main"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a16:creationId xmlns:a16="http://schemas.microsoft.com/office/drawing/2014/main"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a16:creationId xmlns:a16="http://schemas.microsoft.com/office/drawing/2014/main"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a16:creationId xmlns:a16="http://schemas.microsoft.com/office/drawing/2014/main"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a16:creationId xmlns:a16="http://schemas.microsoft.com/office/drawing/2014/main"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a16:creationId xmlns:a16="http://schemas.microsoft.com/office/drawing/2014/main"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a16:creationId xmlns:a16="http://schemas.microsoft.com/office/drawing/2014/main"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a16:creationId xmlns:a16="http://schemas.microsoft.com/office/drawing/2014/main"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a16:creationId xmlns:a16="http://schemas.microsoft.com/office/drawing/2014/main"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a16:creationId xmlns:a16="http://schemas.microsoft.com/office/drawing/2014/main"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a16:creationId xmlns:a16="http://schemas.microsoft.com/office/drawing/2014/main"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a16:creationId xmlns:a16="http://schemas.microsoft.com/office/drawing/2014/main"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a16:creationId xmlns:a16="http://schemas.microsoft.com/office/drawing/2014/main"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a16:creationId xmlns:a16="http://schemas.microsoft.com/office/drawing/2014/main"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a16:creationId xmlns:a16="http://schemas.microsoft.com/office/drawing/2014/main"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a16:creationId xmlns:a16="http://schemas.microsoft.com/office/drawing/2014/main"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a16:creationId xmlns:a16="http://schemas.microsoft.com/office/drawing/2014/main"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a16:creationId xmlns:a16="http://schemas.microsoft.com/office/drawing/2014/main"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a16:creationId xmlns:a16="http://schemas.microsoft.com/office/drawing/2014/main"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a16:creationId xmlns:a16="http://schemas.microsoft.com/office/drawing/2014/main"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a16:creationId xmlns:a16="http://schemas.microsoft.com/office/drawing/2014/main"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a16:creationId xmlns:a16="http://schemas.microsoft.com/office/drawing/2014/main"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a16:creationId xmlns:a16="http://schemas.microsoft.com/office/drawing/2014/main"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a16:creationId xmlns:a16="http://schemas.microsoft.com/office/drawing/2014/main"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a16:creationId xmlns:a16="http://schemas.microsoft.com/office/drawing/2014/main"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a16:creationId xmlns:a16="http://schemas.microsoft.com/office/drawing/2014/main"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a16:creationId xmlns:a16="http://schemas.microsoft.com/office/drawing/2014/main"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a16:creationId xmlns:a16="http://schemas.microsoft.com/office/drawing/2014/main"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a16:creationId xmlns:a16="http://schemas.microsoft.com/office/drawing/2014/main"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a16:creationId xmlns:a16="http://schemas.microsoft.com/office/drawing/2014/main"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a16:creationId xmlns:a16="http://schemas.microsoft.com/office/drawing/2014/main"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a16:creationId xmlns:a16="http://schemas.microsoft.com/office/drawing/2014/main"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a16:creationId xmlns:a16="http://schemas.microsoft.com/office/drawing/2014/main"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a16:creationId xmlns:a16="http://schemas.microsoft.com/office/drawing/2014/main"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09263145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a16:creationId xmlns:a16="http://schemas.microsoft.com/office/drawing/2014/main"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a16:creationId xmlns:a16="http://schemas.microsoft.com/office/drawing/2014/main"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a16:creationId xmlns:a16="http://schemas.microsoft.com/office/drawing/2014/main"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a16:creationId xmlns:a16="http://schemas.microsoft.com/office/drawing/2014/main"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a16:creationId xmlns:a16="http://schemas.microsoft.com/office/drawing/2014/main"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a16:creationId xmlns:a16="http://schemas.microsoft.com/office/drawing/2014/main"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a16:creationId xmlns:a16="http://schemas.microsoft.com/office/drawing/2014/main"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a16:creationId xmlns:a16="http://schemas.microsoft.com/office/drawing/2014/main"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a16:creationId xmlns:a16="http://schemas.microsoft.com/office/drawing/2014/main"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a16:creationId xmlns:a16="http://schemas.microsoft.com/office/drawing/2014/main"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a16:creationId xmlns:a16="http://schemas.microsoft.com/office/drawing/2014/main"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a16:creationId xmlns:a16="http://schemas.microsoft.com/office/drawing/2014/main"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a16:creationId xmlns:a16="http://schemas.microsoft.com/office/drawing/2014/main"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a16:creationId xmlns:a16="http://schemas.microsoft.com/office/drawing/2014/main"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a16:creationId xmlns:a16="http://schemas.microsoft.com/office/drawing/2014/main"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a16:creationId xmlns:a16="http://schemas.microsoft.com/office/drawing/2014/main"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a16:creationId xmlns:a16="http://schemas.microsoft.com/office/drawing/2014/main"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a16:creationId xmlns:a16="http://schemas.microsoft.com/office/drawing/2014/main"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25290535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a16:creationId xmlns:a16="http://schemas.microsoft.com/office/drawing/2014/main"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a16:creationId xmlns:a16="http://schemas.microsoft.com/office/drawing/2014/main"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a16:creationId xmlns:a16="http://schemas.microsoft.com/office/drawing/2014/main"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a16:creationId xmlns:a16="http://schemas.microsoft.com/office/drawing/2014/main"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a16:creationId xmlns:a16="http://schemas.microsoft.com/office/drawing/2014/main"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a16:creationId xmlns:a16="http://schemas.microsoft.com/office/drawing/2014/main"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a16:creationId xmlns:a16="http://schemas.microsoft.com/office/drawing/2014/main"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a16:creationId xmlns:a16="http://schemas.microsoft.com/office/drawing/2014/main"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a16:creationId xmlns:a16="http://schemas.microsoft.com/office/drawing/2014/main"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a16:creationId xmlns:a16="http://schemas.microsoft.com/office/drawing/2014/main"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a16:creationId xmlns:a16="http://schemas.microsoft.com/office/drawing/2014/main"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a16:creationId xmlns:a16="http://schemas.microsoft.com/office/drawing/2014/main"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a16:creationId xmlns:a16="http://schemas.microsoft.com/office/drawing/2014/main"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a16:creationId xmlns:a16="http://schemas.microsoft.com/office/drawing/2014/main"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a16:creationId xmlns:a16="http://schemas.microsoft.com/office/drawing/2014/main"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02351947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a16:creationId xmlns:a16="http://schemas.microsoft.com/office/drawing/2014/main"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a16:creationId xmlns:a16="http://schemas.microsoft.com/office/drawing/2014/main"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a16:creationId xmlns:a16="http://schemas.microsoft.com/office/drawing/2014/main"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a16:creationId xmlns:a16="http://schemas.microsoft.com/office/drawing/2014/main"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a16:creationId xmlns:a16="http://schemas.microsoft.com/office/drawing/2014/main"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a16:creationId xmlns:a16="http://schemas.microsoft.com/office/drawing/2014/main"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a16:creationId xmlns:a16="http://schemas.microsoft.com/office/drawing/2014/main"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a16:creationId xmlns:a16="http://schemas.microsoft.com/office/drawing/2014/main"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a16:creationId xmlns:a16="http://schemas.microsoft.com/office/drawing/2014/main"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a16:creationId xmlns:a16="http://schemas.microsoft.com/office/drawing/2014/main"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a16:creationId xmlns:a16="http://schemas.microsoft.com/office/drawing/2014/main"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a16:creationId xmlns:a16="http://schemas.microsoft.com/office/drawing/2014/main"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a16:creationId xmlns:a16="http://schemas.microsoft.com/office/drawing/2014/main"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a16:creationId xmlns:a16="http://schemas.microsoft.com/office/drawing/2014/main"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a16:creationId xmlns:a16="http://schemas.microsoft.com/office/drawing/2014/main"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a16:creationId xmlns:a16="http://schemas.microsoft.com/office/drawing/2014/main"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a16:creationId xmlns:a16="http://schemas.microsoft.com/office/drawing/2014/main"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a16:creationId xmlns:a16="http://schemas.microsoft.com/office/drawing/2014/main"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a16:creationId xmlns:a16="http://schemas.microsoft.com/office/drawing/2014/main"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a16:creationId xmlns:a16="http://schemas.microsoft.com/office/drawing/2014/main"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a16:creationId xmlns:a16="http://schemas.microsoft.com/office/drawing/2014/main"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a16:creationId xmlns:a16="http://schemas.microsoft.com/office/drawing/2014/main"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a16:creationId xmlns:a16="http://schemas.microsoft.com/office/drawing/2014/main"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a16:creationId xmlns:a16="http://schemas.microsoft.com/office/drawing/2014/main"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a16:creationId xmlns:a16="http://schemas.microsoft.com/office/drawing/2014/main"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a16:creationId xmlns:a16="http://schemas.microsoft.com/office/drawing/2014/main"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a16:creationId xmlns:a16="http://schemas.microsoft.com/office/drawing/2014/main"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a16:creationId xmlns:a16="http://schemas.microsoft.com/office/drawing/2014/main"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a16:creationId xmlns:a16="http://schemas.microsoft.com/office/drawing/2014/main"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a16:creationId xmlns:a16="http://schemas.microsoft.com/office/drawing/2014/main"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a16:creationId xmlns:a16="http://schemas.microsoft.com/office/drawing/2014/main"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a16:creationId xmlns:a16="http://schemas.microsoft.com/office/drawing/2014/main"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a16:creationId xmlns:a16="http://schemas.microsoft.com/office/drawing/2014/main"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a16:creationId xmlns:a16="http://schemas.microsoft.com/office/drawing/2014/main"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a16:creationId xmlns:a16="http://schemas.microsoft.com/office/drawing/2014/main"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a16:creationId xmlns:a16="http://schemas.microsoft.com/office/drawing/2014/main"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a16:creationId xmlns:a16="http://schemas.microsoft.com/office/drawing/2014/main"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a16:creationId xmlns:a16="http://schemas.microsoft.com/office/drawing/2014/main"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a16:creationId xmlns:a16="http://schemas.microsoft.com/office/drawing/2014/main"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a16:creationId xmlns:a16="http://schemas.microsoft.com/office/drawing/2014/main"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a16:creationId xmlns:a16="http://schemas.microsoft.com/office/drawing/2014/main"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a16:creationId xmlns:a16="http://schemas.microsoft.com/office/drawing/2014/main"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a16:creationId xmlns:a16="http://schemas.microsoft.com/office/drawing/2014/main"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a16:creationId xmlns:a16="http://schemas.microsoft.com/office/drawing/2014/main"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a16:creationId xmlns:a16="http://schemas.microsoft.com/office/drawing/2014/main"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a16:creationId xmlns:a16="http://schemas.microsoft.com/office/drawing/2014/main"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a16:creationId xmlns:a16="http://schemas.microsoft.com/office/drawing/2014/main"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a16:creationId xmlns:a16="http://schemas.microsoft.com/office/drawing/2014/main"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a16:creationId xmlns:a16="http://schemas.microsoft.com/office/drawing/2014/main"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a16:creationId xmlns:a16="http://schemas.microsoft.com/office/drawing/2014/main"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a16:creationId xmlns:a16="http://schemas.microsoft.com/office/drawing/2014/main"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a16:creationId xmlns:a16="http://schemas.microsoft.com/office/drawing/2014/main"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a16:creationId xmlns:a16="http://schemas.microsoft.com/office/drawing/2014/main"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a16:creationId xmlns:a16="http://schemas.microsoft.com/office/drawing/2014/main"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a16:creationId xmlns:a16="http://schemas.microsoft.com/office/drawing/2014/main"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a16:creationId xmlns:a16="http://schemas.microsoft.com/office/drawing/2014/main"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a16:creationId xmlns:a16="http://schemas.microsoft.com/office/drawing/2014/main"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a16:creationId xmlns:a16="http://schemas.microsoft.com/office/drawing/2014/main"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a16:creationId xmlns:a16="http://schemas.microsoft.com/office/drawing/2014/main"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a16:creationId xmlns:a16="http://schemas.microsoft.com/office/drawing/2014/main"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a16:creationId xmlns:a16="http://schemas.microsoft.com/office/drawing/2014/main"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a16:creationId xmlns:a16="http://schemas.microsoft.com/office/drawing/2014/main"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a16:creationId xmlns:a16="http://schemas.microsoft.com/office/drawing/2014/main"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a16:creationId xmlns:a16="http://schemas.microsoft.com/office/drawing/2014/main"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a16:creationId xmlns:a16="http://schemas.microsoft.com/office/drawing/2014/main"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a16:creationId xmlns:a16="http://schemas.microsoft.com/office/drawing/2014/main"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a16:creationId xmlns:a16="http://schemas.microsoft.com/office/drawing/2014/main"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a16:creationId xmlns:a16="http://schemas.microsoft.com/office/drawing/2014/main"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a16:creationId xmlns:a16="http://schemas.microsoft.com/office/drawing/2014/main"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a16:creationId xmlns:a16="http://schemas.microsoft.com/office/drawing/2014/main"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a16:creationId xmlns:a16="http://schemas.microsoft.com/office/drawing/2014/main"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a16:creationId xmlns:a16="http://schemas.microsoft.com/office/drawing/2014/main"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29952903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a16:creationId xmlns:a16="http://schemas.microsoft.com/office/drawing/2014/main"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a16:creationId xmlns:a16="http://schemas.microsoft.com/office/drawing/2014/main"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a16:creationId xmlns:a16="http://schemas.microsoft.com/office/drawing/2014/main"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a16:creationId xmlns:a16="http://schemas.microsoft.com/office/drawing/2014/main"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a16:creationId xmlns:a16="http://schemas.microsoft.com/office/drawing/2014/main"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a16:creationId xmlns:a16="http://schemas.microsoft.com/office/drawing/2014/main"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a16:creationId xmlns:a16="http://schemas.microsoft.com/office/drawing/2014/main"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a16:creationId xmlns:a16="http://schemas.microsoft.com/office/drawing/2014/main"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a16:creationId xmlns:a16="http://schemas.microsoft.com/office/drawing/2014/main"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a16:creationId xmlns:a16="http://schemas.microsoft.com/office/drawing/2014/main"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a16:creationId xmlns:a16="http://schemas.microsoft.com/office/drawing/2014/main"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a16:creationId xmlns:a16="http://schemas.microsoft.com/office/drawing/2014/main"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a16:creationId xmlns:a16="http://schemas.microsoft.com/office/drawing/2014/main"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a16:creationId xmlns:a16="http://schemas.microsoft.com/office/drawing/2014/main"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a16:creationId xmlns:a16="http://schemas.microsoft.com/office/drawing/2014/main"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a16:creationId xmlns:a16="http://schemas.microsoft.com/office/drawing/2014/main"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a16:creationId xmlns:a16="http://schemas.microsoft.com/office/drawing/2014/main"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a16:creationId xmlns:a16="http://schemas.microsoft.com/office/drawing/2014/main"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a16:creationId xmlns:a16="http://schemas.microsoft.com/office/drawing/2014/main"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a16:creationId xmlns:a16="http://schemas.microsoft.com/office/drawing/2014/main"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a16:creationId xmlns:a16="http://schemas.microsoft.com/office/drawing/2014/main"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a16:creationId xmlns:a16="http://schemas.microsoft.com/office/drawing/2014/main"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a16:creationId xmlns:a16="http://schemas.microsoft.com/office/drawing/2014/main"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a16:creationId xmlns:a16="http://schemas.microsoft.com/office/drawing/2014/main"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a16:creationId xmlns:a16="http://schemas.microsoft.com/office/drawing/2014/main"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a16:creationId xmlns:a16="http://schemas.microsoft.com/office/drawing/2014/main"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a16:creationId xmlns:a16="http://schemas.microsoft.com/office/drawing/2014/main"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a16:creationId xmlns:a16="http://schemas.microsoft.com/office/drawing/2014/main"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a16:creationId xmlns:a16="http://schemas.microsoft.com/office/drawing/2014/main"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a16:creationId xmlns:a16="http://schemas.microsoft.com/office/drawing/2014/main"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a16:creationId xmlns:a16="http://schemas.microsoft.com/office/drawing/2014/main"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a16:creationId xmlns:a16="http://schemas.microsoft.com/office/drawing/2014/main"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a16:creationId xmlns:a16="http://schemas.microsoft.com/office/drawing/2014/main"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a16:creationId xmlns:a16="http://schemas.microsoft.com/office/drawing/2014/main"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a16:creationId xmlns:a16="http://schemas.microsoft.com/office/drawing/2014/main"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a16:creationId xmlns:a16="http://schemas.microsoft.com/office/drawing/2014/main"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a16:creationId xmlns:a16="http://schemas.microsoft.com/office/drawing/2014/main"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a16:creationId xmlns:a16="http://schemas.microsoft.com/office/drawing/2014/main"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a16:creationId xmlns:a16="http://schemas.microsoft.com/office/drawing/2014/main"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a16:creationId xmlns:a16="http://schemas.microsoft.com/office/drawing/2014/main"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a16:creationId xmlns:a16="http://schemas.microsoft.com/office/drawing/2014/main"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a16:creationId xmlns:a16="http://schemas.microsoft.com/office/drawing/2014/main"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a16:creationId xmlns:a16="http://schemas.microsoft.com/office/drawing/2014/main"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a16:creationId xmlns:a16="http://schemas.microsoft.com/office/drawing/2014/main"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a16:creationId xmlns:a16="http://schemas.microsoft.com/office/drawing/2014/main"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a16:creationId xmlns:a16="http://schemas.microsoft.com/office/drawing/2014/main"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a16:creationId xmlns:a16="http://schemas.microsoft.com/office/drawing/2014/main"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a16:creationId xmlns:a16="http://schemas.microsoft.com/office/drawing/2014/main"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a16:creationId xmlns:a16="http://schemas.microsoft.com/office/drawing/2014/main"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a16:creationId xmlns:a16="http://schemas.microsoft.com/office/drawing/2014/main"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a16:creationId xmlns:a16="http://schemas.microsoft.com/office/drawing/2014/main"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a16:creationId xmlns:a16="http://schemas.microsoft.com/office/drawing/2014/main"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a16:creationId xmlns:a16="http://schemas.microsoft.com/office/drawing/2014/main"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a16:creationId xmlns:a16="http://schemas.microsoft.com/office/drawing/2014/main"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a16:creationId xmlns:a16="http://schemas.microsoft.com/office/drawing/2014/main"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a16:creationId xmlns:a16="http://schemas.microsoft.com/office/drawing/2014/main"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a16:creationId xmlns:a16="http://schemas.microsoft.com/office/drawing/2014/main"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a16:creationId xmlns:a16="http://schemas.microsoft.com/office/drawing/2014/main"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a16:creationId xmlns:a16="http://schemas.microsoft.com/office/drawing/2014/main"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a16:creationId xmlns:a16="http://schemas.microsoft.com/office/drawing/2014/main"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a16:creationId xmlns:a16="http://schemas.microsoft.com/office/drawing/2014/main"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a16:creationId xmlns:a16="http://schemas.microsoft.com/office/drawing/2014/main"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09439858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a16:creationId xmlns:a16="http://schemas.microsoft.com/office/drawing/2014/main"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a16:creationId xmlns:a16="http://schemas.microsoft.com/office/drawing/2014/main"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a16:creationId xmlns:a16="http://schemas.microsoft.com/office/drawing/2014/main"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a16:creationId xmlns:a16="http://schemas.microsoft.com/office/drawing/2014/main"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a16:creationId xmlns:a16="http://schemas.microsoft.com/office/drawing/2014/main"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a16:creationId xmlns:a16="http://schemas.microsoft.com/office/drawing/2014/main"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a16:creationId xmlns:a16="http://schemas.microsoft.com/office/drawing/2014/main"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a16:creationId xmlns:a16="http://schemas.microsoft.com/office/drawing/2014/main"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a16:creationId xmlns:a16="http://schemas.microsoft.com/office/drawing/2014/main"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a16:creationId xmlns:a16="http://schemas.microsoft.com/office/drawing/2014/main"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a16:creationId xmlns:a16="http://schemas.microsoft.com/office/drawing/2014/main"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a16:creationId xmlns:a16="http://schemas.microsoft.com/office/drawing/2014/main"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a16:creationId xmlns:a16="http://schemas.microsoft.com/office/drawing/2014/main"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a16:creationId xmlns:a16="http://schemas.microsoft.com/office/drawing/2014/main"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a16:creationId xmlns:a16="http://schemas.microsoft.com/office/drawing/2014/main"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a16:creationId xmlns:a16="http://schemas.microsoft.com/office/drawing/2014/main"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a16:creationId xmlns:a16="http://schemas.microsoft.com/office/drawing/2014/main"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a16:creationId xmlns:a16="http://schemas.microsoft.com/office/drawing/2014/main"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a16:creationId xmlns:a16="http://schemas.microsoft.com/office/drawing/2014/main"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a16:creationId xmlns:a16="http://schemas.microsoft.com/office/drawing/2014/main"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a16:creationId xmlns:a16="http://schemas.microsoft.com/office/drawing/2014/main"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a16:creationId xmlns:a16="http://schemas.microsoft.com/office/drawing/2014/main"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a16:creationId xmlns:a16="http://schemas.microsoft.com/office/drawing/2014/main"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a16:creationId xmlns:a16="http://schemas.microsoft.com/office/drawing/2014/main"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a16:creationId xmlns:a16="http://schemas.microsoft.com/office/drawing/2014/main"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a16:creationId xmlns:a16="http://schemas.microsoft.com/office/drawing/2014/main"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a16:creationId xmlns:a16="http://schemas.microsoft.com/office/drawing/2014/main"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a16:creationId xmlns:a16="http://schemas.microsoft.com/office/drawing/2014/main"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a16:creationId xmlns:a16="http://schemas.microsoft.com/office/drawing/2014/main"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a16:creationId xmlns:a16="http://schemas.microsoft.com/office/drawing/2014/main"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a16:creationId xmlns:a16="http://schemas.microsoft.com/office/drawing/2014/main"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a16:creationId xmlns:a16="http://schemas.microsoft.com/office/drawing/2014/main"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a16:creationId xmlns:a16="http://schemas.microsoft.com/office/drawing/2014/main"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a16:creationId xmlns:a16="http://schemas.microsoft.com/office/drawing/2014/main"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a16:creationId xmlns:a16="http://schemas.microsoft.com/office/drawing/2014/main"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a16:creationId xmlns:a16="http://schemas.microsoft.com/office/drawing/2014/main"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a16:creationId xmlns:a16="http://schemas.microsoft.com/office/drawing/2014/main"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a16:creationId xmlns:a16="http://schemas.microsoft.com/office/drawing/2014/main"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a16:creationId xmlns:a16="http://schemas.microsoft.com/office/drawing/2014/main"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a16:creationId xmlns:a16="http://schemas.microsoft.com/office/drawing/2014/main"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a16:creationId xmlns:a16="http://schemas.microsoft.com/office/drawing/2014/main"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a16:creationId xmlns:a16="http://schemas.microsoft.com/office/drawing/2014/main"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a16:creationId xmlns:a16="http://schemas.microsoft.com/office/drawing/2014/main"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a16:creationId xmlns:a16="http://schemas.microsoft.com/office/drawing/2014/main"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a16:creationId xmlns:a16="http://schemas.microsoft.com/office/drawing/2014/main"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a16:creationId xmlns:a16="http://schemas.microsoft.com/office/drawing/2014/main"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a16:creationId xmlns:a16="http://schemas.microsoft.com/office/drawing/2014/main"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a16:creationId xmlns:a16="http://schemas.microsoft.com/office/drawing/2014/main"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a16:creationId xmlns:a16="http://schemas.microsoft.com/office/drawing/2014/main"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a16:creationId xmlns:a16="http://schemas.microsoft.com/office/drawing/2014/main"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a16:creationId xmlns:a16="http://schemas.microsoft.com/office/drawing/2014/main"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a16:creationId xmlns:a16="http://schemas.microsoft.com/office/drawing/2014/main"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a16:creationId xmlns:a16="http://schemas.microsoft.com/office/drawing/2014/main"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a16:creationId xmlns:a16="http://schemas.microsoft.com/office/drawing/2014/main"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a16:creationId xmlns:a16="http://schemas.microsoft.com/office/drawing/2014/main"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a16:creationId xmlns:a16="http://schemas.microsoft.com/office/drawing/2014/main"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a16:creationId xmlns:a16="http://schemas.microsoft.com/office/drawing/2014/main"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a16:creationId xmlns:a16="http://schemas.microsoft.com/office/drawing/2014/main"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a16:creationId xmlns:a16="http://schemas.microsoft.com/office/drawing/2014/main"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a16:creationId xmlns:a16="http://schemas.microsoft.com/office/drawing/2014/main"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a16:creationId xmlns:a16="http://schemas.microsoft.com/office/drawing/2014/main"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a16:creationId xmlns:a16="http://schemas.microsoft.com/office/drawing/2014/main"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a16:creationId xmlns:a16="http://schemas.microsoft.com/office/drawing/2014/main"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a16:creationId xmlns:a16="http://schemas.microsoft.com/office/drawing/2014/main"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a16:creationId xmlns:a16="http://schemas.microsoft.com/office/drawing/2014/main"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a16:creationId xmlns:a16="http://schemas.microsoft.com/office/drawing/2014/main"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a16:creationId xmlns:a16="http://schemas.microsoft.com/office/drawing/2014/main"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a16:creationId xmlns:a16="http://schemas.microsoft.com/office/drawing/2014/main"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a16:creationId xmlns:a16="http://schemas.microsoft.com/office/drawing/2014/main"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a16:creationId xmlns:a16="http://schemas.microsoft.com/office/drawing/2014/main"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a16:creationId xmlns:a16="http://schemas.microsoft.com/office/drawing/2014/main"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a16:creationId xmlns:a16="http://schemas.microsoft.com/office/drawing/2014/main"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8830976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a16:creationId xmlns:a16="http://schemas.microsoft.com/office/drawing/2014/main"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a16:creationId xmlns:a16="http://schemas.microsoft.com/office/drawing/2014/main"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a16:creationId xmlns:a16="http://schemas.microsoft.com/office/drawing/2014/main"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a16:creationId xmlns:a16="http://schemas.microsoft.com/office/drawing/2014/main"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a16:creationId xmlns:a16="http://schemas.microsoft.com/office/drawing/2014/main"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a16:creationId xmlns:a16="http://schemas.microsoft.com/office/drawing/2014/main"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a16:creationId xmlns:a16="http://schemas.microsoft.com/office/drawing/2014/main"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a16:creationId xmlns:a16="http://schemas.microsoft.com/office/drawing/2014/main"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a16:creationId xmlns:a16="http://schemas.microsoft.com/office/drawing/2014/main"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a16:creationId xmlns:a16="http://schemas.microsoft.com/office/drawing/2014/main"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a16:creationId xmlns:a16="http://schemas.microsoft.com/office/drawing/2014/main"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a16:creationId xmlns:a16="http://schemas.microsoft.com/office/drawing/2014/main"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a16:creationId xmlns:a16="http://schemas.microsoft.com/office/drawing/2014/main"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a16:creationId xmlns:a16="http://schemas.microsoft.com/office/drawing/2014/main"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a16:creationId xmlns:a16="http://schemas.microsoft.com/office/drawing/2014/main"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a16:creationId xmlns:a16="http://schemas.microsoft.com/office/drawing/2014/main"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a16:creationId xmlns:a16="http://schemas.microsoft.com/office/drawing/2014/main"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a16:creationId xmlns:a16="http://schemas.microsoft.com/office/drawing/2014/main"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a16:creationId xmlns:a16="http://schemas.microsoft.com/office/drawing/2014/main"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a16:creationId xmlns:a16="http://schemas.microsoft.com/office/drawing/2014/main"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a16:creationId xmlns:a16="http://schemas.microsoft.com/office/drawing/2014/main"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a16:creationId xmlns:a16="http://schemas.microsoft.com/office/drawing/2014/main"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a16:creationId xmlns:a16="http://schemas.microsoft.com/office/drawing/2014/main"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a16:creationId xmlns:a16="http://schemas.microsoft.com/office/drawing/2014/main"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a16:creationId xmlns:a16="http://schemas.microsoft.com/office/drawing/2014/main"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a16:creationId xmlns:a16="http://schemas.microsoft.com/office/drawing/2014/main"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a16:creationId xmlns:a16="http://schemas.microsoft.com/office/drawing/2014/main"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a16:creationId xmlns:a16="http://schemas.microsoft.com/office/drawing/2014/main"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a16:creationId xmlns:a16="http://schemas.microsoft.com/office/drawing/2014/main"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a16:creationId xmlns:a16="http://schemas.microsoft.com/office/drawing/2014/main"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a16:creationId xmlns:a16="http://schemas.microsoft.com/office/drawing/2014/main"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a16:creationId xmlns:a16="http://schemas.microsoft.com/office/drawing/2014/main"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a16:creationId xmlns:a16="http://schemas.microsoft.com/office/drawing/2014/main"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a16:creationId xmlns:a16="http://schemas.microsoft.com/office/drawing/2014/main"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a16:creationId xmlns:a16="http://schemas.microsoft.com/office/drawing/2014/main"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a16:creationId xmlns:a16="http://schemas.microsoft.com/office/drawing/2014/main"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a16:creationId xmlns:a16="http://schemas.microsoft.com/office/drawing/2014/main"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a16:creationId xmlns:a16="http://schemas.microsoft.com/office/drawing/2014/main"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a16:creationId xmlns:a16="http://schemas.microsoft.com/office/drawing/2014/main"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a16:creationId xmlns:a16="http://schemas.microsoft.com/office/drawing/2014/main"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a16:creationId xmlns:a16="http://schemas.microsoft.com/office/drawing/2014/main"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a16:creationId xmlns:a16="http://schemas.microsoft.com/office/drawing/2014/main"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a16:creationId xmlns:a16="http://schemas.microsoft.com/office/drawing/2014/main"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a16:creationId xmlns:a16="http://schemas.microsoft.com/office/drawing/2014/main"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a16:creationId xmlns:a16="http://schemas.microsoft.com/office/drawing/2014/main"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a16:creationId xmlns:a16="http://schemas.microsoft.com/office/drawing/2014/main"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a16:creationId xmlns:a16="http://schemas.microsoft.com/office/drawing/2014/main"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a16:creationId xmlns:a16="http://schemas.microsoft.com/office/drawing/2014/main"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a16:creationId xmlns:a16="http://schemas.microsoft.com/office/drawing/2014/main"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a16:creationId xmlns:a16="http://schemas.microsoft.com/office/drawing/2014/main"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a16:creationId xmlns:a16="http://schemas.microsoft.com/office/drawing/2014/main"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a16:creationId xmlns:a16="http://schemas.microsoft.com/office/drawing/2014/main"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a16:creationId xmlns:a16="http://schemas.microsoft.com/office/drawing/2014/main"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a16:creationId xmlns:a16="http://schemas.microsoft.com/office/drawing/2014/main"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a16:creationId xmlns:a16="http://schemas.microsoft.com/office/drawing/2014/main"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a16:creationId xmlns:a16="http://schemas.microsoft.com/office/drawing/2014/main"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a16:creationId xmlns:a16="http://schemas.microsoft.com/office/drawing/2014/main"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a16:creationId xmlns:a16="http://schemas.microsoft.com/office/drawing/2014/main"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a16:creationId xmlns:a16="http://schemas.microsoft.com/office/drawing/2014/main"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a16:creationId xmlns:a16="http://schemas.microsoft.com/office/drawing/2014/main"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a16:creationId xmlns:a16="http://schemas.microsoft.com/office/drawing/2014/main"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a16:creationId xmlns:a16="http://schemas.microsoft.com/office/drawing/2014/main"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a16:creationId xmlns:a16="http://schemas.microsoft.com/office/drawing/2014/main"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a16:creationId xmlns:a16="http://schemas.microsoft.com/office/drawing/2014/main"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a16:creationId xmlns:a16="http://schemas.microsoft.com/office/drawing/2014/main"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a16:creationId xmlns:a16="http://schemas.microsoft.com/office/drawing/2014/main"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a16:creationId xmlns:a16="http://schemas.microsoft.com/office/drawing/2014/main"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a16:creationId xmlns:a16="http://schemas.microsoft.com/office/drawing/2014/main"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a16:creationId xmlns:a16="http://schemas.microsoft.com/office/drawing/2014/main"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a16:creationId xmlns:a16="http://schemas.microsoft.com/office/drawing/2014/main"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a16:creationId xmlns:a16="http://schemas.microsoft.com/office/drawing/2014/main"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a16:creationId xmlns:a16="http://schemas.microsoft.com/office/drawing/2014/main"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a16:creationId xmlns:a16="http://schemas.microsoft.com/office/drawing/2014/main"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a16:creationId xmlns:a16="http://schemas.microsoft.com/office/drawing/2014/main"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a16:creationId xmlns:a16="http://schemas.microsoft.com/office/drawing/2014/main"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a16:creationId xmlns:a16="http://schemas.microsoft.com/office/drawing/2014/main"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a16:creationId xmlns:a16="http://schemas.microsoft.com/office/drawing/2014/main"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a16:creationId xmlns:a16="http://schemas.microsoft.com/office/drawing/2014/main"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a16:creationId xmlns:a16="http://schemas.microsoft.com/office/drawing/2014/main"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a16:creationId xmlns:a16="http://schemas.microsoft.com/office/drawing/2014/main"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a16:creationId xmlns:a16="http://schemas.microsoft.com/office/drawing/2014/main"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a16:creationId xmlns:a16="http://schemas.microsoft.com/office/drawing/2014/main"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a16:creationId xmlns:a16="http://schemas.microsoft.com/office/drawing/2014/main"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a16:creationId xmlns:a16="http://schemas.microsoft.com/office/drawing/2014/main"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a16:creationId xmlns:a16="http://schemas.microsoft.com/office/drawing/2014/main"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a16:creationId xmlns:a16="http://schemas.microsoft.com/office/drawing/2014/main"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a16:creationId xmlns:a16="http://schemas.microsoft.com/office/drawing/2014/main"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a16:creationId xmlns:a16="http://schemas.microsoft.com/office/drawing/2014/main"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a16:creationId xmlns:a16="http://schemas.microsoft.com/office/drawing/2014/main"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a16:creationId xmlns:a16="http://schemas.microsoft.com/office/drawing/2014/main"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a16:creationId xmlns:a16="http://schemas.microsoft.com/office/drawing/2014/main"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a16:creationId xmlns:a16="http://schemas.microsoft.com/office/drawing/2014/main"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a16:creationId xmlns:a16="http://schemas.microsoft.com/office/drawing/2014/main"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a16:creationId xmlns:a16="http://schemas.microsoft.com/office/drawing/2014/main"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a16:creationId xmlns:a16="http://schemas.microsoft.com/office/drawing/2014/main"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a16:creationId xmlns:a16="http://schemas.microsoft.com/office/drawing/2014/main"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a16:creationId xmlns:a16="http://schemas.microsoft.com/office/drawing/2014/main"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a16:creationId xmlns:a16="http://schemas.microsoft.com/office/drawing/2014/main"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a16:creationId xmlns:a16="http://schemas.microsoft.com/office/drawing/2014/main"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a16:creationId xmlns:a16="http://schemas.microsoft.com/office/drawing/2014/main"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a16:creationId xmlns:a16="http://schemas.microsoft.com/office/drawing/2014/main"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a16:creationId xmlns:a16="http://schemas.microsoft.com/office/drawing/2014/main"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a16:creationId xmlns:a16="http://schemas.microsoft.com/office/drawing/2014/main"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a16:creationId xmlns:a16="http://schemas.microsoft.com/office/drawing/2014/main"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a16:creationId xmlns:a16="http://schemas.microsoft.com/office/drawing/2014/main"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a16:creationId xmlns:a16="http://schemas.microsoft.com/office/drawing/2014/main"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a16:creationId xmlns:a16="http://schemas.microsoft.com/office/drawing/2014/main"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a16:creationId xmlns:a16="http://schemas.microsoft.com/office/drawing/2014/main"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a16:creationId xmlns:a16="http://schemas.microsoft.com/office/drawing/2014/main"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3704842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a16:creationId xmlns:a16="http://schemas.microsoft.com/office/drawing/2014/main"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a16:creationId xmlns:a16="http://schemas.microsoft.com/office/drawing/2014/main"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a16:creationId xmlns:a16="http://schemas.microsoft.com/office/drawing/2014/main"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a16:creationId xmlns:a16="http://schemas.microsoft.com/office/drawing/2014/main"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a16:creationId xmlns:a16="http://schemas.microsoft.com/office/drawing/2014/main"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a16:creationId xmlns:a16="http://schemas.microsoft.com/office/drawing/2014/main"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a16:creationId xmlns:a16="http://schemas.microsoft.com/office/drawing/2014/main"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a16:creationId xmlns:a16="http://schemas.microsoft.com/office/drawing/2014/main"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a16:creationId xmlns:a16="http://schemas.microsoft.com/office/drawing/2014/main"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a16:creationId xmlns:a16="http://schemas.microsoft.com/office/drawing/2014/main"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a16:creationId xmlns:a16="http://schemas.microsoft.com/office/drawing/2014/main"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a16:creationId xmlns:a16="http://schemas.microsoft.com/office/drawing/2014/main"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a16:creationId xmlns:a16="http://schemas.microsoft.com/office/drawing/2014/main"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a16:creationId xmlns:a16="http://schemas.microsoft.com/office/drawing/2014/main"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a16:creationId xmlns:a16="http://schemas.microsoft.com/office/drawing/2014/main"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a16:creationId xmlns:a16="http://schemas.microsoft.com/office/drawing/2014/main"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a16:creationId xmlns:a16="http://schemas.microsoft.com/office/drawing/2014/main"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a16:creationId xmlns:a16="http://schemas.microsoft.com/office/drawing/2014/main"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a16:creationId xmlns:a16="http://schemas.microsoft.com/office/drawing/2014/main"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a16:creationId xmlns:a16="http://schemas.microsoft.com/office/drawing/2014/main"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a16:creationId xmlns:a16="http://schemas.microsoft.com/office/drawing/2014/main"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a16:creationId xmlns:a16="http://schemas.microsoft.com/office/drawing/2014/main"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a16:creationId xmlns:a16="http://schemas.microsoft.com/office/drawing/2014/main"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a16:creationId xmlns:a16="http://schemas.microsoft.com/office/drawing/2014/main"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a16:creationId xmlns:a16="http://schemas.microsoft.com/office/drawing/2014/main"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a16:creationId xmlns:a16="http://schemas.microsoft.com/office/drawing/2014/main"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a16:creationId xmlns:a16="http://schemas.microsoft.com/office/drawing/2014/main"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a16:creationId xmlns:a16="http://schemas.microsoft.com/office/drawing/2014/main"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a16:creationId xmlns:a16="http://schemas.microsoft.com/office/drawing/2014/main"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a16:creationId xmlns:a16="http://schemas.microsoft.com/office/drawing/2014/main"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a16:creationId xmlns:a16="http://schemas.microsoft.com/office/drawing/2014/main"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a16:creationId xmlns:a16="http://schemas.microsoft.com/office/drawing/2014/main"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a16:creationId xmlns:a16="http://schemas.microsoft.com/office/drawing/2014/main"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a16:creationId xmlns:a16="http://schemas.microsoft.com/office/drawing/2014/main"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a16:creationId xmlns:a16="http://schemas.microsoft.com/office/drawing/2014/main"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a16:creationId xmlns:a16="http://schemas.microsoft.com/office/drawing/2014/main"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a16:creationId xmlns:a16="http://schemas.microsoft.com/office/drawing/2014/main"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a16:creationId xmlns:a16="http://schemas.microsoft.com/office/drawing/2014/main"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a16:creationId xmlns:a16="http://schemas.microsoft.com/office/drawing/2014/main"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a16:creationId xmlns:a16="http://schemas.microsoft.com/office/drawing/2014/main"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a16:creationId xmlns:a16="http://schemas.microsoft.com/office/drawing/2014/main"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a16:creationId xmlns:a16="http://schemas.microsoft.com/office/drawing/2014/main"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a16:creationId xmlns:a16="http://schemas.microsoft.com/office/drawing/2014/main"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a16:creationId xmlns:a16="http://schemas.microsoft.com/office/drawing/2014/main"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a16:creationId xmlns:a16="http://schemas.microsoft.com/office/drawing/2014/main"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a16:creationId xmlns:a16="http://schemas.microsoft.com/office/drawing/2014/main"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a16:creationId xmlns:a16="http://schemas.microsoft.com/office/drawing/2014/main"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a16:creationId xmlns:a16="http://schemas.microsoft.com/office/drawing/2014/main"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a16:creationId xmlns:a16="http://schemas.microsoft.com/office/drawing/2014/main"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a16:creationId xmlns:a16="http://schemas.microsoft.com/office/drawing/2014/main"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a16:creationId xmlns:a16="http://schemas.microsoft.com/office/drawing/2014/main"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a16:creationId xmlns:a16="http://schemas.microsoft.com/office/drawing/2014/main"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a16:creationId xmlns:a16="http://schemas.microsoft.com/office/drawing/2014/main"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a16:creationId xmlns:a16="http://schemas.microsoft.com/office/drawing/2014/main"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a16:creationId xmlns:a16="http://schemas.microsoft.com/office/drawing/2014/main"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a16:creationId xmlns:a16="http://schemas.microsoft.com/office/drawing/2014/main"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a16:creationId xmlns:a16="http://schemas.microsoft.com/office/drawing/2014/main"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a16:creationId xmlns:a16="http://schemas.microsoft.com/office/drawing/2014/main"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a16:creationId xmlns:a16="http://schemas.microsoft.com/office/drawing/2014/main"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a16:creationId xmlns:a16="http://schemas.microsoft.com/office/drawing/2014/main"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a16:creationId xmlns:a16="http://schemas.microsoft.com/office/drawing/2014/main"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a16:creationId xmlns:a16="http://schemas.microsoft.com/office/drawing/2014/main"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a16:creationId xmlns:a16="http://schemas.microsoft.com/office/drawing/2014/main"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a16:creationId xmlns:a16="http://schemas.microsoft.com/office/drawing/2014/main"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a16:creationId xmlns:a16="http://schemas.microsoft.com/office/drawing/2014/main"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a16:creationId xmlns:a16="http://schemas.microsoft.com/office/drawing/2014/main"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a16:creationId xmlns:a16="http://schemas.microsoft.com/office/drawing/2014/main"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a16:creationId xmlns:a16="http://schemas.microsoft.com/office/drawing/2014/main"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a16:creationId xmlns:a16="http://schemas.microsoft.com/office/drawing/2014/main"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a16:creationId xmlns:a16="http://schemas.microsoft.com/office/drawing/2014/main"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a16:creationId xmlns:a16="http://schemas.microsoft.com/office/drawing/2014/main"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a16:creationId xmlns:a16="http://schemas.microsoft.com/office/drawing/2014/main"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a16:creationId xmlns:a16="http://schemas.microsoft.com/office/drawing/2014/main"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a16:creationId xmlns:a16="http://schemas.microsoft.com/office/drawing/2014/main"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a16:creationId xmlns:a16="http://schemas.microsoft.com/office/drawing/2014/main"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a16:creationId xmlns:a16="http://schemas.microsoft.com/office/drawing/2014/main"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a16:creationId xmlns:a16="http://schemas.microsoft.com/office/drawing/2014/main"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a16:creationId xmlns:a16="http://schemas.microsoft.com/office/drawing/2014/main"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a16:creationId xmlns:a16="http://schemas.microsoft.com/office/drawing/2014/main"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a16:creationId xmlns:a16="http://schemas.microsoft.com/office/drawing/2014/main"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a16:creationId xmlns:a16="http://schemas.microsoft.com/office/drawing/2014/main"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a16:creationId xmlns:a16="http://schemas.microsoft.com/office/drawing/2014/main"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a16:creationId xmlns:a16="http://schemas.microsoft.com/office/drawing/2014/main"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a16:creationId xmlns:a16="http://schemas.microsoft.com/office/drawing/2014/main"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a16:creationId xmlns:a16="http://schemas.microsoft.com/office/drawing/2014/main"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a16:creationId xmlns:a16="http://schemas.microsoft.com/office/drawing/2014/main"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a16:creationId xmlns:a16="http://schemas.microsoft.com/office/drawing/2014/main"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a16:creationId xmlns:a16="http://schemas.microsoft.com/office/drawing/2014/main"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a16:creationId xmlns:a16="http://schemas.microsoft.com/office/drawing/2014/main"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a16:creationId xmlns:a16="http://schemas.microsoft.com/office/drawing/2014/main"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a16:creationId xmlns:a16="http://schemas.microsoft.com/office/drawing/2014/main"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a16:creationId xmlns:a16="http://schemas.microsoft.com/office/drawing/2014/main"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a16:creationId xmlns:a16="http://schemas.microsoft.com/office/drawing/2014/main"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a16:creationId xmlns:a16="http://schemas.microsoft.com/office/drawing/2014/main"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a16:creationId xmlns:a16="http://schemas.microsoft.com/office/drawing/2014/main"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a16:creationId xmlns:a16="http://schemas.microsoft.com/office/drawing/2014/main"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a16:creationId xmlns:a16="http://schemas.microsoft.com/office/drawing/2014/main"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a16:creationId xmlns:a16="http://schemas.microsoft.com/office/drawing/2014/main"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a16:creationId xmlns:a16="http://schemas.microsoft.com/office/drawing/2014/main"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a16:creationId xmlns:a16="http://schemas.microsoft.com/office/drawing/2014/main"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0200681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a16:creationId xmlns:a16="http://schemas.microsoft.com/office/drawing/2014/main"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a16:creationId xmlns:a16="http://schemas.microsoft.com/office/drawing/2014/main"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a16:creationId xmlns:a16="http://schemas.microsoft.com/office/drawing/2014/main"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a16:creationId xmlns:a16="http://schemas.microsoft.com/office/drawing/2014/main"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a16:creationId xmlns:a16="http://schemas.microsoft.com/office/drawing/2014/main"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a16:creationId xmlns:a16="http://schemas.microsoft.com/office/drawing/2014/main"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a16:creationId xmlns:a16="http://schemas.microsoft.com/office/drawing/2014/main"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a16:creationId xmlns:a16="http://schemas.microsoft.com/office/drawing/2014/main"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a16:creationId xmlns:a16="http://schemas.microsoft.com/office/drawing/2014/main"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a16:creationId xmlns:a16="http://schemas.microsoft.com/office/drawing/2014/main"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a16:creationId xmlns:a16="http://schemas.microsoft.com/office/drawing/2014/main"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a16:creationId xmlns:a16="http://schemas.microsoft.com/office/drawing/2014/main"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a16:creationId xmlns:a16="http://schemas.microsoft.com/office/drawing/2014/main"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a16:creationId xmlns:a16="http://schemas.microsoft.com/office/drawing/2014/main"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a16:creationId xmlns:a16="http://schemas.microsoft.com/office/drawing/2014/main"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a16:creationId xmlns:a16="http://schemas.microsoft.com/office/drawing/2014/main"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a16:creationId xmlns:a16="http://schemas.microsoft.com/office/drawing/2014/main"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a16:creationId xmlns:a16="http://schemas.microsoft.com/office/drawing/2014/main"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a16:creationId xmlns:a16="http://schemas.microsoft.com/office/drawing/2014/main"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a16:creationId xmlns:a16="http://schemas.microsoft.com/office/drawing/2014/main"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a16:creationId xmlns:a16="http://schemas.microsoft.com/office/drawing/2014/main"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a16:creationId xmlns:a16="http://schemas.microsoft.com/office/drawing/2014/main"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a16:creationId xmlns:a16="http://schemas.microsoft.com/office/drawing/2014/main"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a16:creationId xmlns:a16="http://schemas.microsoft.com/office/drawing/2014/main"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a16:creationId xmlns:a16="http://schemas.microsoft.com/office/drawing/2014/main"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753454468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a16:creationId xmlns:a16="http://schemas.microsoft.com/office/drawing/2014/main"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a16:creationId xmlns:a16="http://schemas.microsoft.com/office/drawing/2014/main"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a16:creationId xmlns:a16="http://schemas.microsoft.com/office/drawing/2014/main"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a16:creationId xmlns:a16="http://schemas.microsoft.com/office/drawing/2014/main"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a16:creationId xmlns:a16="http://schemas.microsoft.com/office/drawing/2014/main"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a16:creationId xmlns:a16="http://schemas.microsoft.com/office/drawing/2014/main"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a16:creationId xmlns:a16="http://schemas.microsoft.com/office/drawing/2014/main"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a16:creationId xmlns:a16="http://schemas.microsoft.com/office/drawing/2014/main"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a16:creationId xmlns:a16="http://schemas.microsoft.com/office/drawing/2014/main"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a16:creationId xmlns:a16="http://schemas.microsoft.com/office/drawing/2014/main"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a16:creationId xmlns:a16="http://schemas.microsoft.com/office/drawing/2014/main"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a16:creationId xmlns:a16="http://schemas.microsoft.com/office/drawing/2014/main"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a16:creationId xmlns:a16="http://schemas.microsoft.com/office/drawing/2014/main"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a16:creationId xmlns:a16="http://schemas.microsoft.com/office/drawing/2014/main"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a16:creationId xmlns:a16="http://schemas.microsoft.com/office/drawing/2014/main"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a16:creationId xmlns:a16="http://schemas.microsoft.com/office/drawing/2014/main"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a16:creationId xmlns:a16="http://schemas.microsoft.com/office/drawing/2014/main"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a16:creationId xmlns:a16="http://schemas.microsoft.com/office/drawing/2014/main"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a16:creationId xmlns:a16="http://schemas.microsoft.com/office/drawing/2014/main"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a16:creationId xmlns:a16="http://schemas.microsoft.com/office/drawing/2014/main"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a16:creationId xmlns:a16="http://schemas.microsoft.com/office/drawing/2014/main"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a16:creationId xmlns:a16="http://schemas.microsoft.com/office/drawing/2014/main"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a16:creationId xmlns:a16="http://schemas.microsoft.com/office/drawing/2014/main"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a16:creationId xmlns:a16="http://schemas.microsoft.com/office/drawing/2014/main"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8540910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a16:creationId xmlns:a16="http://schemas.microsoft.com/office/drawing/2014/main"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a16:creationId xmlns:a16="http://schemas.microsoft.com/office/drawing/2014/main"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a16:creationId xmlns:a16="http://schemas.microsoft.com/office/drawing/2014/main"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a16:creationId xmlns:a16="http://schemas.microsoft.com/office/drawing/2014/main"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a16:creationId xmlns:a16="http://schemas.microsoft.com/office/drawing/2014/main"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a16:creationId xmlns:a16="http://schemas.microsoft.com/office/drawing/2014/main"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a16:creationId xmlns:a16="http://schemas.microsoft.com/office/drawing/2014/main"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a16:creationId xmlns:a16="http://schemas.microsoft.com/office/drawing/2014/main"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a16:creationId xmlns:a16="http://schemas.microsoft.com/office/drawing/2014/main"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a16:creationId xmlns:a16="http://schemas.microsoft.com/office/drawing/2014/main"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a16:creationId xmlns:a16="http://schemas.microsoft.com/office/drawing/2014/main"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a16:creationId xmlns:a16="http://schemas.microsoft.com/office/drawing/2014/main"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a16:creationId xmlns:a16="http://schemas.microsoft.com/office/drawing/2014/main"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a16:creationId xmlns:a16="http://schemas.microsoft.com/office/drawing/2014/main"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a16:creationId xmlns:a16="http://schemas.microsoft.com/office/drawing/2014/main"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a16:creationId xmlns:a16="http://schemas.microsoft.com/office/drawing/2014/main"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a16:creationId xmlns:a16="http://schemas.microsoft.com/office/drawing/2014/main"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a16:creationId xmlns:a16="http://schemas.microsoft.com/office/drawing/2014/main"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a16:creationId xmlns:a16="http://schemas.microsoft.com/office/drawing/2014/main"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a16:creationId xmlns:a16="http://schemas.microsoft.com/office/drawing/2014/main"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a16:creationId xmlns:a16="http://schemas.microsoft.com/office/drawing/2014/main"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a16:creationId xmlns:a16="http://schemas.microsoft.com/office/drawing/2014/main"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a16:creationId xmlns:a16="http://schemas.microsoft.com/office/drawing/2014/main"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a16:creationId xmlns:a16="http://schemas.microsoft.com/office/drawing/2014/main"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a16:creationId xmlns:a16="http://schemas.microsoft.com/office/drawing/2014/main"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a16:creationId xmlns:a16="http://schemas.microsoft.com/office/drawing/2014/main"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a16:creationId xmlns:a16="http://schemas.microsoft.com/office/drawing/2014/main"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a16:creationId xmlns:a16="http://schemas.microsoft.com/office/drawing/2014/main"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a16:creationId xmlns:a16="http://schemas.microsoft.com/office/drawing/2014/main"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a16:creationId xmlns:a16="http://schemas.microsoft.com/office/drawing/2014/main"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a16:creationId xmlns:a16="http://schemas.microsoft.com/office/drawing/2014/main"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a16:creationId xmlns:a16="http://schemas.microsoft.com/office/drawing/2014/main"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a16:creationId xmlns:a16="http://schemas.microsoft.com/office/drawing/2014/main"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a16:creationId xmlns:a16="http://schemas.microsoft.com/office/drawing/2014/main"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a16:creationId xmlns:a16="http://schemas.microsoft.com/office/drawing/2014/main"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a16:creationId xmlns:a16="http://schemas.microsoft.com/office/drawing/2014/main"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a16:creationId xmlns:a16="http://schemas.microsoft.com/office/drawing/2014/main"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a16:creationId xmlns:a16="http://schemas.microsoft.com/office/drawing/2014/main"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a16:creationId xmlns:a16="http://schemas.microsoft.com/office/drawing/2014/main"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a16:creationId xmlns:a16="http://schemas.microsoft.com/office/drawing/2014/main"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a16:creationId xmlns:a16="http://schemas.microsoft.com/office/drawing/2014/main"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a16:creationId xmlns:a16="http://schemas.microsoft.com/office/drawing/2014/main"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a16:creationId xmlns:a16="http://schemas.microsoft.com/office/drawing/2014/main"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a16:creationId xmlns:a16="http://schemas.microsoft.com/office/drawing/2014/main"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a16:creationId xmlns:a16="http://schemas.microsoft.com/office/drawing/2014/main"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a16:creationId xmlns:a16="http://schemas.microsoft.com/office/drawing/2014/main"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a16:creationId xmlns:a16="http://schemas.microsoft.com/office/drawing/2014/main"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a16:creationId xmlns:a16="http://schemas.microsoft.com/office/drawing/2014/main"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a16:creationId xmlns:a16="http://schemas.microsoft.com/office/drawing/2014/main"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a16:creationId xmlns:a16="http://schemas.microsoft.com/office/drawing/2014/main"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a16:creationId xmlns:a16="http://schemas.microsoft.com/office/drawing/2014/main"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a16:creationId xmlns:a16="http://schemas.microsoft.com/office/drawing/2014/main"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a16:creationId xmlns:a16="http://schemas.microsoft.com/office/drawing/2014/main"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a16:creationId xmlns:a16="http://schemas.microsoft.com/office/drawing/2014/main"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a16:creationId xmlns:a16="http://schemas.microsoft.com/office/drawing/2014/main"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349568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a16:creationId xmlns:a16="http://schemas.microsoft.com/office/drawing/2014/main"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a16:creationId xmlns:a16="http://schemas.microsoft.com/office/drawing/2014/main"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a16:creationId xmlns:a16="http://schemas.microsoft.com/office/drawing/2014/main"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a16:creationId xmlns:a16="http://schemas.microsoft.com/office/drawing/2014/main"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a16:creationId xmlns:a16="http://schemas.microsoft.com/office/drawing/2014/main"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a16:creationId xmlns:a16="http://schemas.microsoft.com/office/drawing/2014/main"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a16:creationId xmlns:a16="http://schemas.microsoft.com/office/drawing/2014/main"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a16:creationId xmlns:a16="http://schemas.microsoft.com/office/drawing/2014/main"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a16:creationId xmlns:a16="http://schemas.microsoft.com/office/drawing/2014/main"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a16:creationId xmlns:a16="http://schemas.microsoft.com/office/drawing/2014/main"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a16:creationId xmlns:a16="http://schemas.microsoft.com/office/drawing/2014/main"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a16:creationId xmlns:a16="http://schemas.microsoft.com/office/drawing/2014/main"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a16:creationId xmlns:a16="http://schemas.microsoft.com/office/drawing/2014/main"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a16:creationId xmlns:a16="http://schemas.microsoft.com/office/drawing/2014/main"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a16:creationId xmlns:a16="http://schemas.microsoft.com/office/drawing/2014/main"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a16:creationId xmlns:a16="http://schemas.microsoft.com/office/drawing/2014/main"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a16:creationId xmlns:a16="http://schemas.microsoft.com/office/drawing/2014/main"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a16:creationId xmlns:a16="http://schemas.microsoft.com/office/drawing/2014/main"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a16:creationId xmlns:a16="http://schemas.microsoft.com/office/drawing/2014/main"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a16:creationId xmlns:a16="http://schemas.microsoft.com/office/drawing/2014/main"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a16:creationId xmlns:a16="http://schemas.microsoft.com/office/drawing/2014/main"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a16:creationId xmlns:a16="http://schemas.microsoft.com/office/drawing/2014/main"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a16:creationId xmlns:a16="http://schemas.microsoft.com/office/drawing/2014/main"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a16:creationId xmlns:a16="http://schemas.microsoft.com/office/drawing/2014/main"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a16:creationId xmlns:a16="http://schemas.microsoft.com/office/drawing/2014/main"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a16:creationId xmlns:a16="http://schemas.microsoft.com/office/drawing/2014/main"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a16:creationId xmlns:a16="http://schemas.microsoft.com/office/drawing/2014/main"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a16:creationId xmlns:a16="http://schemas.microsoft.com/office/drawing/2014/main"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a16:creationId xmlns:a16="http://schemas.microsoft.com/office/drawing/2014/main"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a16:creationId xmlns:a16="http://schemas.microsoft.com/office/drawing/2014/main"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a16:creationId xmlns:a16="http://schemas.microsoft.com/office/drawing/2014/main"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a16:creationId xmlns:a16="http://schemas.microsoft.com/office/drawing/2014/main"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a16:creationId xmlns:a16="http://schemas.microsoft.com/office/drawing/2014/main"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a16:creationId xmlns:a16="http://schemas.microsoft.com/office/drawing/2014/main"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a16:creationId xmlns:a16="http://schemas.microsoft.com/office/drawing/2014/main"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a16:creationId xmlns:a16="http://schemas.microsoft.com/office/drawing/2014/main"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a16:creationId xmlns:a16="http://schemas.microsoft.com/office/drawing/2014/main"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a16:creationId xmlns:a16="http://schemas.microsoft.com/office/drawing/2014/main"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a16:creationId xmlns:a16="http://schemas.microsoft.com/office/drawing/2014/main"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a16:creationId xmlns:a16="http://schemas.microsoft.com/office/drawing/2014/main"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a16:creationId xmlns:a16="http://schemas.microsoft.com/office/drawing/2014/main"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a16:creationId xmlns:a16="http://schemas.microsoft.com/office/drawing/2014/main"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a16:creationId xmlns:a16="http://schemas.microsoft.com/office/drawing/2014/main"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a16:creationId xmlns:a16="http://schemas.microsoft.com/office/drawing/2014/main"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a16:creationId xmlns:a16="http://schemas.microsoft.com/office/drawing/2014/main"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a16:creationId xmlns:a16="http://schemas.microsoft.com/office/drawing/2014/main"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a16:creationId xmlns:a16="http://schemas.microsoft.com/office/drawing/2014/main"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a16:creationId xmlns:a16="http://schemas.microsoft.com/office/drawing/2014/main"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a16:creationId xmlns:a16="http://schemas.microsoft.com/office/drawing/2014/main"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a16:creationId xmlns:a16="http://schemas.microsoft.com/office/drawing/2014/main"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a16:creationId xmlns:a16="http://schemas.microsoft.com/office/drawing/2014/main"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a16:creationId xmlns:a16="http://schemas.microsoft.com/office/drawing/2014/main"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a16:creationId xmlns:a16="http://schemas.microsoft.com/office/drawing/2014/main"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a16:creationId xmlns:a16="http://schemas.microsoft.com/office/drawing/2014/main"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a16:creationId xmlns:a16="http://schemas.microsoft.com/office/drawing/2014/main"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a16:creationId xmlns:a16="http://schemas.microsoft.com/office/drawing/2014/main"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a16:creationId xmlns:a16="http://schemas.microsoft.com/office/drawing/2014/main"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a16:creationId xmlns:a16="http://schemas.microsoft.com/office/drawing/2014/main"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a16:creationId xmlns:a16="http://schemas.microsoft.com/office/drawing/2014/main"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a16:creationId xmlns:a16="http://schemas.microsoft.com/office/drawing/2014/main"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a16:creationId xmlns:a16="http://schemas.microsoft.com/office/drawing/2014/main"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a16:creationId xmlns:a16="http://schemas.microsoft.com/office/drawing/2014/main"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a16:creationId xmlns:a16="http://schemas.microsoft.com/office/drawing/2014/main"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64434863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a16:creationId xmlns:a16="http://schemas.microsoft.com/office/drawing/2014/main"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a16:creationId xmlns:a16="http://schemas.microsoft.com/office/drawing/2014/main"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a16:creationId xmlns:a16="http://schemas.microsoft.com/office/drawing/2014/main"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a16:creationId xmlns:a16="http://schemas.microsoft.com/office/drawing/2014/main"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a16:creationId xmlns:a16="http://schemas.microsoft.com/office/drawing/2014/main"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a16:creationId xmlns:a16="http://schemas.microsoft.com/office/drawing/2014/main"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a16:creationId xmlns:a16="http://schemas.microsoft.com/office/drawing/2014/main"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a16:creationId xmlns:a16="http://schemas.microsoft.com/office/drawing/2014/main"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a16:creationId xmlns:a16="http://schemas.microsoft.com/office/drawing/2014/main"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a16:creationId xmlns:a16="http://schemas.microsoft.com/office/drawing/2014/main"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a16:creationId xmlns:a16="http://schemas.microsoft.com/office/drawing/2014/main"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a16:creationId xmlns:a16="http://schemas.microsoft.com/office/drawing/2014/main"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a16:creationId xmlns:a16="http://schemas.microsoft.com/office/drawing/2014/main"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a16:creationId xmlns:a16="http://schemas.microsoft.com/office/drawing/2014/main"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a16:creationId xmlns:a16="http://schemas.microsoft.com/office/drawing/2014/main"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a16:creationId xmlns:a16="http://schemas.microsoft.com/office/drawing/2014/main"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a16:creationId xmlns:a16="http://schemas.microsoft.com/office/drawing/2014/main"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a16:creationId xmlns:a16="http://schemas.microsoft.com/office/drawing/2014/main"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a16:creationId xmlns:a16="http://schemas.microsoft.com/office/drawing/2014/main"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a16:creationId xmlns:a16="http://schemas.microsoft.com/office/drawing/2014/main"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a16:creationId xmlns:a16="http://schemas.microsoft.com/office/drawing/2014/main"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a16:creationId xmlns:a16="http://schemas.microsoft.com/office/drawing/2014/main"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a16:creationId xmlns:a16="http://schemas.microsoft.com/office/drawing/2014/main"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a16:creationId xmlns:a16="http://schemas.microsoft.com/office/drawing/2014/main"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14077300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a16:creationId xmlns:a16="http://schemas.microsoft.com/office/drawing/2014/main"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a16:creationId xmlns:a16="http://schemas.microsoft.com/office/drawing/2014/main"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a16:creationId xmlns:a16="http://schemas.microsoft.com/office/drawing/2014/main"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a16:creationId xmlns:a16="http://schemas.microsoft.com/office/drawing/2014/main"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a16:creationId xmlns:a16="http://schemas.microsoft.com/office/drawing/2014/main"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a16:creationId xmlns:a16="http://schemas.microsoft.com/office/drawing/2014/main"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a16:creationId xmlns:a16="http://schemas.microsoft.com/office/drawing/2014/main"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a16:creationId xmlns:a16="http://schemas.microsoft.com/office/drawing/2014/main"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a16:creationId xmlns:a16="http://schemas.microsoft.com/office/drawing/2014/main"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a16:creationId xmlns:a16="http://schemas.microsoft.com/office/drawing/2014/main"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a16:creationId xmlns:a16="http://schemas.microsoft.com/office/drawing/2014/main"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a16:creationId xmlns:a16="http://schemas.microsoft.com/office/drawing/2014/main"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a16:creationId xmlns:a16="http://schemas.microsoft.com/office/drawing/2014/main"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a16:creationId xmlns:a16="http://schemas.microsoft.com/office/drawing/2014/main"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a16:creationId xmlns:a16="http://schemas.microsoft.com/office/drawing/2014/main"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a16:creationId xmlns:a16="http://schemas.microsoft.com/office/drawing/2014/main"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a16:creationId xmlns:a16="http://schemas.microsoft.com/office/drawing/2014/main"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a16:creationId xmlns:a16="http://schemas.microsoft.com/office/drawing/2014/main"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a16:creationId xmlns:a16="http://schemas.microsoft.com/office/drawing/2014/main"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a16:creationId xmlns:a16="http://schemas.microsoft.com/office/drawing/2014/main"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a16:creationId xmlns:a16="http://schemas.microsoft.com/office/drawing/2014/main"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a16:creationId xmlns:a16="http://schemas.microsoft.com/office/drawing/2014/main"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a16:creationId xmlns:a16="http://schemas.microsoft.com/office/drawing/2014/main"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a16:creationId xmlns:a16="http://schemas.microsoft.com/office/drawing/2014/main"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a16:creationId xmlns:a16="http://schemas.microsoft.com/office/drawing/2014/main"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a16:creationId xmlns:a16="http://schemas.microsoft.com/office/drawing/2014/main"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a16:creationId xmlns:a16="http://schemas.microsoft.com/office/drawing/2014/main"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a16:creationId xmlns:a16="http://schemas.microsoft.com/office/drawing/2014/main"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a16:creationId xmlns:a16="http://schemas.microsoft.com/office/drawing/2014/main"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a16:creationId xmlns:a16="http://schemas.microsoft.com/office/drawing/2014/main"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a16:creationId xmlns:a16="http://schemas.microsoft.com/office/drawing/2014/main"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a16:creationId xmlns:a16="http://schemas.microsoft.com/office/drawing/2014/main"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a16:creationId xmlns:a16="http://schemas.microsoft.com/office/drawing/2014/main"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a16:creationId xmlns:a16="http://schemas.microsoft.com/office/drawing/2014/main"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a16:creationId xmlns:a16="http://schemas.microsoft.com/office/drawing/2014/main"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a16:creationId xmlns:a16="http://schemas.microsoft.com/office/drawing/2014/main"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a16:creationId xmlns:a16="http://schemas.microsoft.com/office/drawing/2014/main"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a16:creationId xmlns:a16="http://schemas.microsoft.com/office/drawing/2014/main"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a16:creationId xmlns:a16="http://schemas.microsoft.com/office/drawing/2014/main"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a16:creationId xmlns:a16="http://schemas.microsoft.com/office/drawing/2014/main"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a16:creationId xmlns:a16="http://schemas.microsoft.com/office/drawing/2014/main"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a16:creationId xmlns:a16="http://schemas.microsoft.com/office/drawing/2014/main"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a16:creationId xmlns:a16="http://schemas.microsoft.com/office/drawing/2014/main"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a16:creationId xmlns:a16="http://schemas.microsoft.com/office/drawing/2014/main"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a16:creationId xmlns:a16="http://schemas.microsoft.com/office/drawing/2014/main"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a16:creationId xmlns:a16="http://schemas.microsoft.com/office/drawing/2014/main"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a16:creationId xmlns:a16="http://schemas.microsoft.com/office/drawing/2014/main"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a16:creationId xmlns:a16="http://schemas.microsoft.com/office/drawing/2014/main"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a16:creationId xmlns:a16="http://schemas.microsoft.com/office/drawing/2014/main"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a16:creationId xmlns:a16="http://schemas.microsoft.com/office/drawing/2014/main"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1353388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a16:creationId xmlns:a16="http://schemas.microsoft.com/office/drawing/2014/main"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a16:creationId xmlns:a16="http://schemas.microsoft.com/office/drawing/2014/main"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a16:creationId xmlns:a16="http://schemas.microsoft.com/office/drawing/2014/main"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a16:creationId xmlns:a16="http://schemas.microsoft.com/office/drawing/2014/main"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a16:creationId xmlns:a16="http://schemas.microsoft.com/office/drawing/2014/main"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a16:creationId xmlns:a16="http://schemas.microsoft.com/office/drawing/2014/main"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a16:creationId xmlns:a16="http://schemas.microsoft.com/office/drawing/2014/main"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a16:creationId xmlns:a16="http://schemas.microsoft.com/office/drawing/2014/main"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a16:creationId xmlns:a16="http://schemas.microsoft.com/office/drawing/2014/main"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a16:creationId xmlns:a16="http://schemas.microsoft.com/office/drawing/2014/main"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a16:creationId xmlns:a16="http://schemas.microsoft.com/office/drawing/2014/main"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a16:creationId xmlns:a16="http://schemas.microsoft.com/office/drawing/2014/main"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a16:creationId xmlns:a16="http://schemas.microsoft.com/office/drawing/2014/main"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a16:creationId xmlns:a16="http://schemas.microsoft.com/office/drawing/2014/main"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a16:creationId xmlns:a16="http://schemas.microsoft.com/office/drawing/2014/main"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a16:creationId xmlns:a16="http://schemas.microsoft.com/office/drawing/2014/main"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a16:creationId xmlns:a16="http://schemas.microsoft.com/office/drawing/2014/main"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a16:creationId xmlns:a16="http://schemas.microsoft.com/office/drawing/2014/main"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a16:creationId xmlns:a16="http://schemas.microsoft.com/office/drawing/2014/main"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a16:creationId xmlns:a16="http://schemas.microsoft.com/office/drawing/2014/main"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a16:creationId xmlns:a16="http://schemas.microsoft.com/office/drawing/2014/main"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a16:creationId xmlns:a16="http://schemas.microsoft.com/office/drawing/2014/main"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a16:creationId xmlns:a16="http://schemas.microsoft.com/office/drawing/2014/main"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a16:creationId xmlns:a16="http://schemas.microsoft.com/office/drawing/2014/main"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a16:creationId xmlns:a16="http://schemas.microsoft.com/office/drawing/2014/main"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a16:creationId xmlns:a16="http://schemas.microsoft.com/office/drawing/2014/main"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a16:creationId xmlns:a16="http://schemas.microsoft.com/office/drawing/2014/main"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a16:creationId xmlns:a16="http://schemas.microsoft.com/office/drawing/2014/main"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a16:creationId xmlns:a16="http://schemas.microsoft.com/office/drawing/2014/main"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a16:creationId xmlns:a16="http://schemas.microsoft.com/office/drawing/2014/main"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a16:creationId xmlns:a16="http://schemas.microsoft.com/office/drawing/2014/main"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a16:creationId xmlns:a16="http://schemas.microsoft.com/office/drawing/2014/main"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a16:creationId xmlns:a16="http://schemas.microsoft.com/office/drawing/2014/main"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a16:creationId xmlns:a16="http://schemas.microsoft.com/office/drawing/2014/main"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a16:creationId xmlns:a16="http://schemas.microsoft.com/office/drawing/2014/main"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a16:creationId xmlns:a16="http://schemas.microsoft.com/office/drawing/2014/main"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a16:creationId xmlns:a16="http://schemas.microsoft.com/office/drawing/2014/main"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a16:creationId xmlns:a16="http://schemas.microsoft.com/office/drawing/2014/main"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a16:creationId xmlns:a16="http://schemas.microsoft.com/office/drawing/2014/main"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a16:creationId xmlns:a16="http://schemas.microsoft.com/office/drawing/2014/main"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a16:creationId xmlns:a16="http://schemas.microsoft.com/office/drawing/2014/main"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a16:creationId xmlns:a16="http://schemas.microsoft.com/office/drawing/2014/main"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a16:creationId xmlns:a16="http://schemas.microsoft.com/office/drawing/2014/main"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a16:creationId xmlns:a16="http://schemas.microsoft.com/office/drawing/2014/main"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a16:creationId xmlns:a16="http://schemas.microsoft.com/office/drawing/2014/main"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a16:creationId xmlns:a16="http://schemas.microsoft.com/office/drawing/2014/main"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a16:creationId xmlns:a16="http://schemas.microsoft.com/office/drawing/2014/main"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a16:creationId xmlns:a16="http://schemas.microsoft.com/office/drawing/2014/main"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a16:creationId xmlns:a16="http://schemas.microsoft.com/office/drawing/2014/main"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a16:creationId xmlns:a16="http://schemas.microsoft.com/office/drawing/2014/main"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a16:creationId xmlns:a16="http://schemas.microsoft.com/office/drawing/2014/main"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a16:creationId xmlns:a16="http://schemas.microsoft.com/office/drawing/2014/main"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a16:creationId xmlns:a16="http://schemas.microsoft.com/office/drawing/2014/main"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a16:creationId xmlns:a16="http://schemas.microsoft.com/office/drawing/2014/main"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a16:creationId xmlns:a16="http://schemas.microsoft.com/office/drawing/2014/main"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a16:creationId xmlns:a16="http://schemas.microsoft.com/office/drawing/2014/main"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a16:creationId xmlns:a16="http://schemas.microsoft.com/office/drawing/2014/main"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a16:creationId xmlns:a16="http://schemas.microsoft.com/office/drawing/2014/main"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a16:creationId xmlns:a16="http://schemas.microsoft.com/office/drawing/2014/main"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a16:creationId xmlns:a16="http://schemas.microsoft.com/office/drawing/2014/main"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a16:creationId xmlns:a16="http://schemas.microsoft.com/office/drawing/2014/main"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a16:creationId xmlns:a16="http://schemas.microsoft.com/office/drawing/2014/main"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a16:creationId xmlns:a16="http://schemas.microsoft.com/office/drawing/2014/main"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a16:creationId xmlns:a16="http://schemas.microsoft.com/office/drawing/2014/main"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a16:creationId xmlns:a16="http://schemas.microsoft.com/office/drawing/2014/main"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a16:creationId xmlns:a16="http://schemas.microsoft.com/office/drawing/2014/main"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a16:creationId xmlns:a16="http://schemas.microsoft.com/office/drawing/2014/main"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a16:creationId xmlns:a16="http://schemas.microsoft.com/office/drawing/2014/main"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a16:creationId xmlns:a16="http://schemas.microsoft.com/office/drawing/2014/main"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a16:creationId xmlns:a16="http://schemas.microsoft.com/office/drawing/2014/main"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a16:creationId xmlns:a16="http://schemas.microsoft.com/office/drawing/2014/main"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a16:creationId xmlns:a16="http://schemas.microsoft.com/office/drawing/2014/main"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a16:creationId xmlns:a16="http://schemas.microsoft.com/office/drawing/2014/main"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5223170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a16:creationId xmlns:a16="http://schemas.microsoft.com/office/drawing/2014/main"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a16:creationId xmlns:a16="http://schemas.microsoft.com/office/drawing/2014/main"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a16:creationId xmlns:a16="http://schemas.microsoft.com/office/drawing/2014/main"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a16:creationId xmlns:a16="http://schemas.microsoft.com/office/drawing/2014/main"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a16:creationId xmlns:a16="http://schemas.microsoft.com/office/drawing/2014/main"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a16:creationId xmlns:a16="http://schemas.microsoft.com/office/drawing/2014/main"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a16:creationId xmlns:a16="http://schemas.microsoft.com/office/drawing/2014/main"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a16:creationId xmlns:a16="http://schemas.microsoft.com/office/drawing/2014/main"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a16:creationId xmlns:a16="http://schemas.microsoft.com/office/drawing/2014/main"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a16:creationId xmlns:a16="http://schemas.microsoft.com/office/drawing/2014/main"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a16:creationId xmlns:a16="http://schemas.microsoft.com/office/drawing/2014/main"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a16:creationId xmlns:a16="http://schemas.microsoft.com/office/drawing/2014/main"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a16:creationId xmlns:a16="http://schemas.microsoft.com/office/drawing/2014/main"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a16:creationId xmlns:a16="http://schemas.microsoft.com/office/drawing/2014/main"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a16:creationId xmlns:a16="http://schemas.microsoft.com/office/drawing/2014/main"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a16:creationId xmlns:a16="http://schemas.microsoft.com/office/drawing/2014/main"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a16:creationId xmlns:a16="http://schemas.microsoft.com/office/drawing/2014/main"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a16:creationId xmlns:a16="http://schemas.microsoft.com/office/drawing/2014/main"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a16:creationId xmlns:a16="http://schemas.microsoft.com/office/drawing/2014/main"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a16:creationId xmlns:a16="http://schemas.microsoft.com/office/drawing/2014/main"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a16:creationId xmlns:a16="http://schemas.microsoft.com/office/drawing/2014/main"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a16:creationId xmlns:a16="http://schemas.microsoft.com/office/drawing/2014/main"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a16:creationId xmlns:a16="http://schemas.microsoft.com/office/drawing/2014/main"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a16:creationId xmlns:a16="http://schemas.microsoft.com/office/drawing/2014/main"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a16:creationId xmlns:a16="http://schemas.microsoft.com/office/drawing/2014/main"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a16:creationId xmlns:a16="http://schemas.microsoft.com/office/drawing/2014/main"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a16:creationId xmlns:a16="http://schemas.microsoft.com/office/drawing/2014/main"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a16:creationId xmlns:a16="http://schemas.microsoft.com/office/drawing/2014/main"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a16:creationId xmlns:a16="http://schemas.microsoft.com/office/drawing/2014/main"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a16:creationId xmlns:a16="http://schemas.microsoft.com/office/drawing/2014/main"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a16:creationId xmlns:a16="http://schemas.microsoft.com/office/drawing/2014/main"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a16:creationId xmlns:a16="http://schemas.microsoft.com/office/drawing/2014/main"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a16:creationId xmlns:a16="http://schemas.microsoft.com/office/drawing/2014/main"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a16:creationId xmlns:a16="http://schemas.microsoft.com/office/drawing/2014/main"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a16:creationId xmlns:a16="http://schemas.microsoft.com/office/drawing/2014/main"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a16:creationId xmlns:a16="http://schemas.microsoft.com/office/drawing/2014/main"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a16:creationId xmlns:a16="http://schemas.microsoft.com/office/drawing/2014/main"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a16:creationId xmlns:a16="http://schemas.microsoft.com/office/drawing/2014/main"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a16:creationId xmlns:a16="http://schemas.microsoft.com/office/drawing/2014/main"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a16:creationId xmlns:a16="http://schemas.microsoft.com/office/drawing/2014/main"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a16:creationId xmlns:a16="http://schemas.microsoft.com/office/drawing/2014/main"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a16:creationId xmlns:a16="http://schemas.microsoft.com/office/drawing/2014/main"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a16:creationId xmlns:a16="http://schemas.microsoft.com/office/drawing/2014/main"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a16:creationId xmlns:a16="http://schemas.microsoft.com/office/drawing/2014/main"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a16:creationId xmlns:a16="http://schemas.microsoft.com/office/drawing/2014/main"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a16:creationId xmlns:a16="http://schemas.microsoft.com/office/drawing/2014/main"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a16:creationId xmlns:a16="http://schemas.microsoft.com/office/drawing/2014/main"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a16:creationId xmlns:a16="http://schemas.microsoft.com/office/drawing/2014/main"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a16:creationId xmlns:a16="http://schemas.microsoft.com/office/drawing/2014/main"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a16:creationId xmlns:a16="http://schemas.microsoft.com/office/drawing/2014/main"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a16:creationId xmlns:a16="http://schemas.microsoft.com/office/drawing/2014/main"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a16:creationId xmlns:a16="http://schemas.microsoft.com/office/drawing/2014/main"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a16:creationId xmlns:a16="http://schemas.microsoft.com/office/drawing/2014/main"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a16:creationId xmlns:a16="http://schemas.microsoft.com/office/drawing/2014/main"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37866262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a16:creationId xmlns:a16="http://schemas.microsoft.com/office/drawing/2014/main"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a16:creationId xmlns:a16="http://schemas.microsoft.com/office/drawing/2014/main"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a16:creationId xmlns:a16="http://schemas.microsoft.com/office/drawing/2014/main"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a16:creationId xmlns:a16="http://schemas.microsoft.com/office/drawing/2014/main"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a16:creationId xmlns:a16="http://schemas.microsoft.com/office/drawing/2014/main"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a16:creationId xmlns:a16="http://schemas.microsoft.com/office/drawing/2014/main"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a16:creationId xmlns:a16="http://schemas.microsoft.com/office/drawing/2014/main"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a16:creationId xmlns:a16="http://schemas.microsoft.com/office/drawing/2014/main"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a16:creationId xmlns:a16="http://schemas.microsoft.com/office/drawing/2014/main"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a16:creationId xmlns:a16="http://schemas.microsoft.com/office/drawing/2014/main"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a16:creationId xmlns:a16="http://schemas.microsoft.com/office/drawing/2014/main"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a16:creationId xmlns:a16="http://schemas.microsoft.com/office/drawing/2014/main"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a16:creationId xmlns:a16="http://schemas.microsoft.com/office/drawing/2014/main"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a16:creationId xmlns:a16="http://schemas.microsoft.com/office/drawing/2014/main"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a16:creationId xmlns:a16="http://schemas.microsoft.com/office/drawing/2014/main"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a16:creationId xmlns:a16="http://schemas.microsoft.com/office/drawing/2014/main"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a16:creationId xmlns:a16="http://schemas.microsoft.com/office/drawing/2014/main"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a16:creationId xmlns:a16="http://schemas.microsoft.com/office/drawing/2014/main"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a16:creationId xmlns:a16="http://schemas.microsoft.com/office/drawing/2014/main"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a16:creationId xmlns:a16="http://schemas.microsoft.com/office/drawing/2014/main"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a16:creationId xmlns:a16="http://schemas.microsoft.com/office/drawing/2014/main"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a16:creationId xmlns:a16="http://schemas.microsoft.com/office/drawing/2014/main"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a16:creationId xmlns:a16="http://schemas.microsoft.com/office/drawing/2014/main"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a16:creationId xmlns:a16="http://schemas.microsoft.com/office/drawing/2014/main"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a16:creationId xmlns:a16="http://schemas.microsoft.com/office/drawing/2014/main"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a16:creationId xmlns:a16="http://schemas.microsoft.com/office/drawing/2014/main"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a16:creationId xmlns:a16="http://schemas.microsoft.com/office/drawing/2014/main"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3376031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a16:creationId xmlns:a16="http://schemas.microsoft.com/office/drawing/2014/main"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a16:creationId xmlns:a16="http://schemas.microsoft.com/office/drawing/2014/main"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a16:creationId xmlns:a16="http://schemas.microsoft.com/office/drawing/2014/main"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a16:creationId xmlns:a16="http://schemas.microsoft.com/office/drawing/2014/main"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a16:creationId xmlns:a16="http://schemas.microsoft.com/office/drawing/2014/main"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a16:creationId xmlns:a16="http://schemas.microsoft.com/office/drawing/2014/main"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a16:creationId xmlns:a16="http://schemas.microsoft.com/office/drawing/2014/main"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18008155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a16:creationId xmlns:a16="http://schemas.microsoft.com/office/drawing/2014/main"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a16:creationId xmlns:a16="http://schemas.microsoft.com/office/drawing/2014/main"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a16:creationId xmlns:a16="http://schemas.microsoft.com/office/drawing/2014/main"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a16:creationId xmlns:a16="http://schemas.microsoft.com/office/drawing/2014/main"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a16:creationId xmlns:a16="http://schemas.microsoft.com/office/drawing/2014/main"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a16:creationId xmlns:a16="http://schemas.microsoft.com/office/drawing/2014/main"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a16:creationId xmlns:a16="http://schemas.microsoft.com/office/drawing/2014/main"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a16:creationId xmlns:a16="http://schemas.microsoft.com/office/drawing/2014/main"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a16:creationId xmlns:a16="http://schemas.microsoft.com/office/drawing/2014/main"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a16:creationId xmlns:a16="http://schemas.microsoft.com/office/drawing/2014/main"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a16:creationId xmlns:a16="http://schemas.microsoft.com/office/drawing/2014/main"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a16:creationId xmlns:a16="http://schemas.microsoft.com/office/drawing/2014/main"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a16:creationId xmlns:a16="http://schemas.microsoft.com/office/drawing/2014/main"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a16:creationId xmlns:a16="http://schemas.microsoft.com/office/drawing/2014/main"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a16:creationId xmlns:a16="http://schemas.microsoft.com/office/drawing/2014/main"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a16:creationId xmlns:a16="http://schemas.microsoft.com/office/drawing/2014/main"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a16:creationId xmlns:a16="http://schemas.microsoft.com/office/drawing/2014/main"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a16:creationId xmlns:a16="http://schemas.microsoft.com/office/drawing/2014/main"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a16:creationId xmlns:a16="http://schemas.microsoft.com/office/drawing/2014/main"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a16:creationId xmlns:a16="http://schemas.microsoft.com/office/drawing/2014/main"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a16:creationId xmlns:a16="http://schemas.microsoft.com/office/drawing/2014/main"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a16:creationId xmlns:a16="http://schemas.microsoft.com/office/drawing/2014/main"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a16:creationId xmlns:a16="http://schemas.microsoft.com/office/drawing/2014/main"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a16:creationId xmlns:a16="http://schemas.microsoft.com/office/drawing/2014/main"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a16:creationId xmlns:a16="http://schemas.microsoft.com/office/drawing/2014/main"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a16:creationId xmlns:a16="http://schemas.microsoft.com/office/drawing/2014/main"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a16:creationId xmlns:a16="http://schemas.microsoft.com/office/drawing/2014/main"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a16:creationId xmlns:a16="http://schemas.microsoft.com/office/drawing/2014/main"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a16:creationId xmlns:a16="http://schemas.microsoft.com/office/drawing/2014/main"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a16:creationId xmlns:a16="http://schemas.microsoft.com/office/drawing/2014/main"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a16:creationId xmlns:a16="http://schemas.microsoft.com/office/drawing/2014/main"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a16:creationId xmlns:a16="http://schemas.microsoft.com/office/drawing/2014/main"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a16:creationId xmlns:a16="http://schemas.microsoft.com/office/drawing/2014/main"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a16:creationId xmlns:a16="http://schemas.microsoft.com/office/drawing/2014/main"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a16:creationId xmlns:a16="http://schemas.microsoft.com/office/drawing/2014/main"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a16:creationId xmlns:a16="http://schemas.microsoft.com/office/drawing/2014/main"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a16:creationId xmlns:a16="http://schemas.microsoft.com/office/drawing/2014/main"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a16:creationId xmlns:a16="http://schemas.microsoft.com/office/drawing/2014/main"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a16:creationId xmlns:a16="http://schemas.microsoft.com/office/drawing/2014/main"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a16:creationId xmlns:a16="http://schemas.microsoft.com/office/drawing/2014/main"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a16:creationId xmlns:a16="http://schemas.microsoft.com/office/drawing/2014/main"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a16:creationId xmlns:a16="http://schemas.microsoft.com/office/drawing/2014/main"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a16:creationId xmlns:a16="http://schemas.microsoft.com/office/drawing/2014/main"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a16:creationId xmlns:a16="http://schemas.microsoft.com/office/drawing/2014/main"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a16:creationId xmlns:a16="http://schemas.microsoft.com/office/drawing/2014/main"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a16:creationId xmlns:a16="http://schemas.microsoft.com/office/drawing/2014/main"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a16:creationId xmlns:a16="http://schemas.microsoft.com/office/drawing/2014/main"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9101472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a16:creationId xmlns:a16="http://schemas.microsoft.com/office/drawing/2014/main"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a16:creationId xmlns:a16="http://schemas.microsoft.com/office/drawing/2014/main"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a16:creationId xmlns:a16="http://schemas.microsoft.com/office/drawing/2014/main"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a16:creationId xmlns:a16="http://schemas.microsoft.com/office/drawing/2014/main"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a16:creationId xmlns:a16="http://schemas.microsoft.com/office/drawing/2014/main"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a16:creationId xmlns:a16="http://schemas.microsoft.com/office/drawing/2014/main"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a16:creationId xmlns:a16="http://schemas.microsoft.com/office/drawing/2014/main"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a16:creationId xmlns:a16="http://schemas.microsoft.com/office/drawing/2014/main"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a16:creationId xmlns:a16="http://schemas.microsoft.com/office/drawing/2014/main"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a16:creationId xmlns:a16="http://schemas.microsoft.com/office/drawing/2014/main"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a16:creationId xmlns:a16="http://schemas.microsoft.com/office/drawing/2014/main"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a16:creationId xmlns:a16="http://schemas.microsoft.com/office/drawing/2014/main"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a16:creationId xmlns:a16="http://schemas.microsoft.com/office/drawing/2014/main"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a16:creationId xmlns:a16="http://schemas.microsoft.com/office/drawing/2014/main"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a16:creationId xmlns:a16="http://schemas.microsoft.com/office/drawing/2014/main"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a16:creationId xmlns:a16="http://schemas.microsoft.com/office/drawing/2014/main"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a16:creationId xmlns:a16="http://schemas.microsoft.com/office/drawing/2014/main"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a16:creationId xmlns:a16="http://schemas.microsoft.com/office/drawing/2014/main"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a16:creationId xmlns:a16="http://schemas.microsoft.com/office/drawing/2014/main"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a16:creationId xmlns:a16="http://schemas.microsoft.com/office/drawing/2014/main"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a16:creationId xmlns:a16="http://schemas.microsoft.com/office/drawing/2014/main"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a16:creationId xmlns:a16="http://schemas.microsoft.com/office/drawing/2014/main"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a16:creationId xmlns:a16="http://schemas.microsoft.com/office/drawing/2014/main"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a16:creationId xmlns:a16="http://schemas.microsoft.com/office/drawing/2014/main"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a16:creationId xmlns:a16="http://schemas.microsoft.com/office/drawing/2014/main"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a16:creationId xmlns:a16="http://schemas.microsoft.com/office/drawing/2014/main"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8489901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a16:creationId xmlns:a16="http://schemas.microsoft.com/office/drawing/2014/main"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a16:creationId xmlns:a16="http://schemas.microsoft.com/office/drawing/2014/main"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a16:creationId xmlns:a16="http://schemas.microsoft.com/office/drawing/2014/main"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a16:creationId xmlns:a16="http://schemas.microsoft.com/office/drawing/2014/main"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a16:creationId xmlns:a16="http://schemas.microsoft.com/office/drawing/2014/main"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a16:creationId xmlns:a16="http://schemas.microsoft.com/office/drawing/2014/main"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a16:creationId xmlns:a16="http://schemas.microsoft.com/office/drawing/2014/main"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6650554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a16:creationId xmlns:a16="http://schemas.microsoft.com/office/drawing/2014/main"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a16:creationId xmlns:a16="http://schemas.microsoft.com/office/drawing/2014/main"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a16:creationId xmlns:a16="http://schemas.microsoft.com/office/drawing/2014/main"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a16:creationId xmlns:a16="http://schemas.microsoft.com/office/drawing/2014/main"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a16:creationId xmlns:a16="http://schemas.microsoft.com/office/drawing/2014/main"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a16:creationId xmlns:a16="http://schemas.microsoft.com/office/drawing/2014/main"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a16:creationId xmlns:a16="http://schemas.microsoft.com/office/drawing/2014/main"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a16:creationId xmlns:a16="http://schemas.microsoft.com/office/drawing/2014/main"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a16:creationId xmlns:a16="http://schemas.microsoft.com/office/drawing/2014/main"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a16:creationId xmlns:a16="http://schemas.microsoft.com/office/drawing/2014/main"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a16:creationId xmlns:a16="http://schemas.microsoft.com/office/drawing/2014/main"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a16:creationId xmlns:a16="http://schemas.microsoft.com/office/drawing/2014/main"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a16:creationId xmlns:a16="http://schemas.microsoft.com/office/drawing/2014/main"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a16:creationId xmlns:a16="http://schemas.microsoft.com/office/drawing/2014/main"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a16:creationId xmlns:a16="http://schemas.microsoft.com/office/drawing/2014/main"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a16:creationId xmlns:a16="http://schemas.microsoft.com/office/drawing/2014/main"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a16:creationId xmlns:a16="http://schemas.microsoft.com/office/drawing/2014/main"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a16:creationId xmlns:a16="http://schemas.microsoft.com/office/drawing/2014/main"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a16:creationId xmlns:a16="http://schemas.microsoft.com/office/drawing/2014/main"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a16:creationId xmlns:a16="http://schemas.microsoft.com/office/drawing/2014/main"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a16:creationId xmlns:a16="http://schemas.microsoft.com/office/drawing/2014/main"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a16:creationId xmlns:a16="http://schemas.microsoft.com/office/drawing/2014/main"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90968307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a16:creationId xmlns:a16="http://schemas.microsoft.com/office/drawing/2014/main"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a16:creationId xmlns:a16="http://schemas.microsoft.com/office/drawing/2014/main"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a16:creationId xmlns:a16="http://schemas.microsoft.com/office/drawing/2014/main"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a16:creationId xmlns:a16="http://schemas.microsoft.com/office/drawing/2014/main"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a16:creationId xmlns:a16="http://schemas.microsoft.com/office/drawing/2014/main"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a16:creationId xmlns:a16="http://schemas.microsoft.com/office/drawing/2014/main"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a16:creationId xmlns:a16="http://schemas.microsoft.com/office/drawing/2014/main"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a16:creationId xmlns:a16="http://schemas.microsoft.com/office/drawing/2014/main"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a16:creationId xmlns:a16="http://schemas.microsoft.com/office/drawing/2014/main"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a16:creationId xmlns:a16="http://schemas.microsoft.com/office/drawing/2014/main"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a16:creationId xmlns:a16="http://schemas.microsoft.com/office/drawing/2014/main"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a16:creationId xmlns:a16="http://schemas.microsoft.com/office/drawing/2014/main"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a16:creationId xmlns:a16="http://schemas.microsoft.com/office/drawing/2014/main"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a16:creationId xmlns:a16="http://schemas.microsoft.com/office/drawing/2014/main"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a16:creationId xmlns:a16="http://schemas.microsoft.com/office/drawing/2014/main"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a16:creationId xmlns:a16="http://schemas.microsoft.com/office/drawing/2014/main"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a16:creationId xmlns:a16="http://schemas.microsoft.com/office/drawing/2014/main"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a16:creationId xmlns:a16="http://schemas.microsoft.com/office/drawing/2014/main"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a16:creationId xmlns:a16="http://schemas.microsoft.com/office/drawing/2014/main"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a16:creationId xmlns:a16="http://schemas.microsoft.com/office/drawing/2014/main"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a16:creationId xmlns:a16="http://schemas.microsoft.com/office/drawing/2014/main"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a16:creationId xmlns:a16="http://schemas.microsoft.com/office/drawing/2014/main"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a16:creationId xmlns:a16="http://schemas.microsoft.com/office/drawing/2014/main"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a16:creationId xmlns:a16="http://schemas.microsoft.com/office/drawing/2014/main"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a16:creationId xmlns:a16="http://schemas.microsoft.com/office/drawing/2014/main"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a16:creationId xmlns:a16="http://schemas.microsoft.com/office/drawing/2014/main"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a16:creationId xmlns:a16="http://schemas.microsoft.com/office/drawing/2014/main"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a16:creationId xmlns:a16="http://schemas.microsoft.com/office/drawing/2014/main"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a16:creationId xmlns:a16="http://schemas.microsoft.com/office/drawing/2014/main"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a16:creationId xmlns:a16="http://schemas.microsoft.com/office/drawing/2014/main"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a16:creationId xmlns:a16="http://schemas.microsoft.com/office/drawing/2014/main"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a16:creationId xmlns:a16="http://schemas.microsoft.com/office/drawing/2014/main"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a16:creationId xmlns:a16="http://schemas.microsoft.com/office/drawing/2014/main"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a16:creationId xmlns:a16="http://schemas.microsoft.com/office/drawing/2014/main"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a16:creationId xmlns:a16="http://schemas.microsoft.com/office/drawing/2014/main"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a16:creationId xmlns:a16="http://schemas.microsoft.com/office/drawing/2014/main"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a16:creationId xmlns:a16="http://schemas.microsoft.com/office/drawing/2014/main"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a16:creationId xmlns:a16="http://schemas.microsoft.com/office/drawing/2014/main"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a16:creationId xmlns:a16="http://schemas.microsoft.com/office/drawing/2014/main"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a16:creationId xmlns:a16="http://schemas.microsoft.com/office/drawing/2014/main"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a16:creationId xmlns:a16="http://schemas.microsoft.com/office/drawing/2014/main"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a16:creationId xmlns:a16="http://schemas.microsoft.com/office/drawing/2014/main"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a16:creationId xmlns:a16="http://schemas.microsoft.com/office/drawing/2014/main"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a16:creationId xmlns:a16="http://schemas.microsoft.com/office/drawing/2014/main"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a16:creationId xmlns:a16="http://schemas.microsoft.com/office/drawing/2014/main"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a16:creationId xmlns:a16="http://schemas.microsoft.com/office/drawing/2014/main"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a16:creationId xmlns:a16="http://schemas.microsoft.com/office/drawing/2014/main"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a16:creationId xmlns:a16="http://schemas.microsoft.com/office/drawing/2014/main"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a16:creationId xmlns:a16="http://schemas.microsoft.com/office/drawing/2014/main"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a16:creationId xmlns:a16="http://schemas.microsoft.com/office/drawing/2014/main"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a16:creationId xmlns:a16="http://schemas.microsoft.com/office/drawing/2014/main"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a16:creationId xmlns:a16="http://schemas.microsoft.com/office/drawing/2014/main"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a16:creationId xmlns:a16="http://schemas.microsoft.com/office/drawing/2014/main"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a16:creationId xmlns:a16="http://schemas.microsoft.com/office/drawing/2014/main"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a16:creationId xmlns:a16="http://schemas.microsoft.com/office/drawing/2014/main"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a16:creationId xmlns:a16="http://schemas.microsoft.com/office/drawing/2014/main"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a16:creationId xmlns:a16="http://schemas.microsoft.com/office/drawing/2014/main"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740766644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a16:creationId xmlns:a16="http://schemas.microsoft.com/office/drawing/2014/main"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a16:creationId xmlns:a16="http://schemas.microsoft.com/office/drawing/2014/main"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a16:creationId xmlns:a16="http://schemas.microsoft.com/office/drawing/2014/main"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a16:creationId xmlns:a16="http://schemas.microsoft.com/office/drawing/2014/main"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a16:creationId xmlns:a16="http://schemas.microsoft.com/office/drawing/2014/main"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a16:creationId xmlns:a16="http://schemas.microsoft.com/office/drawing/2014/main"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a16:creationId xmlns:a16="http://schemas.microsoft.com/office/drawing/2014/main"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a16:creationId xmlns:a16="http://schemas.microsoft.com/office/drawing/2014/main"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a16:creationId xmlns:a16="http://schemas.microsoft.com/office/drawing/2014/main"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a16:creationId xmlns:a16="http://schemas.microsoft.com/office/drawing/2014/main"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a16:creationId xmlns:a16="http://schemas.microsoft.com/office/drawing/2014/main"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a16:creationId xmlns:a16="http://schemas.microsoft.com/office/drawing/2014/main"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a16:creationId xmlns:a16="http://schemas.microsoft.com/office/drawing/2014/main"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a16:creationId xmlns:a16="http://schemas.microsoft.com/office/drawing/2014/main"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a16:creationId xmlns:a16="http://schemas.microsoft.com/office/drawing/2014/main"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a16:creationId xmlns:a16="http://schemas.microsoft.com/office/drawing/2014/main"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a16:creationId xmlns:a16="http://schemas.microsoft.com/office/drawing/2014/main"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a16:creationId xmlns:a16="http://schemas.microsoft.com/office/drawing/2014/main"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05660929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a16:creationId xmlns:a16="http://schemas.microsoft.com/office/drawing/2014/main"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a16:creationId xmlns:a16="http://schemas.microsoft.com/office/drawing/2014/main"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a16:creationId xmlns:a16="http://schemas.microsoft.com/office/drawing/2014/main"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a16:creationId xmlns:a16="http://schemas.microsoft.com/office/drawing/2014/main"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a16:creationId xmlns:a16="http://schemas.microsoft.com/office/drawing/2014/main"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a16:creationId xmlns:a16="http://schemas.microsoft.com/office/drawing/2014/main"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a16:creationId xmlns:a16="http://schemas.microsoft.com/office/drawing/2014/main"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a16:creationId xmlns:a16="http://schemas.microsoft.com/office/drawing/2014/main"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a16:creationId xmlns:a16="http://schemas.microsoft.com/office/drawing/2014/main"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a16:creationId xmlns:a16="http://schemas.microsoft.com/office/drawing/2014/main"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a16:creationId xmlns:a16="http://schemas.microsoft.com/office/drawing/2014/main"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a16:creationId xmlns:a16="http://schemas.microsoft.com/office/drawing/2014/main"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a16:creationId xmlns:a16="http://schemas.microsoft.com/office/drawing/2014/main"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a16:creationId xmlns:a16="http://schemas.microsoft.com/office/drawing/2014/main"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a16:creationId xmlns:a16="http://schemas.microsoft.com/office/drawing/2014/main"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a16:creationId xmlns:a16="http://schemas.microsoft.com/office/drawing/2014/main"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a16:creationId xmlns:a16="http://schemas.microsoft.com/office/drawing/2014/main"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a16:creationId xmlns:a16="http://schemas.microsoft.com/office/drawing/2014/main"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a16:creationId xmlns:a16="http://schemas.microsoft.com/office/drawing/2014/main"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a16:creationId xmlns:a16="http://schemas.microsoft.com/office/drawing/2014/main"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a16:creationId xmlns:a16="http://schemas.microsoft.com/office/drawing/2014/main"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a16:creationId xmlns:a16="http://schemas.microsoft.com/office/drawing/2014/main"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a16:creationId xmlns:a16="http://schemas.microsoft.com/office/drawing/2014/main"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a16:creationId xmlns:a16="http://schemas.microsoft.com/office/drawing/2014/main"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a16:creationId xmlns:a16="http://schemas.microsoft.com/office/drawing/2014/main"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a16:creationId xmlns:a16="http://schemas.microsoft.com/office/drawing/2014/main"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39764327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a16:creationId xmlns:a16="http://schemas.microsoft.com/office/drawing/2014/main"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a16:creationId xmlns:a16="http://schemas.microsoft.com/office/drawing/2014/main"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a16:creationId xmlns:a16="http://schemas.microsoft.com/office/drawing/2014/main"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a16:creationId xmlns:a16="http://schemas.microsoft.com/office/drawing/2014/main"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a16:creationId xmlns:a16="http://schemas.microsoft.com/office/drawing/2014/main"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a16:creationId xmlns:a16="http://schemas.microsoft.com/office/drawing/2014/main"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a16:creationId xmlns:a16="http://schemas.microsoft.com/office/drawing/2014/main"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a16:creationId xmlns:a16="http://schemas.microsoft.com/office/drawing/2014/main"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a16:creationId xmlns:a16="http://schemas.microsoft.com/office/drawing/2014/main"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a16:creationId xmlns:a16="http://schemas.microsoft.com/office/drawing/2014/main"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a16:creationId xmlns:a16="http://schemas.microsoft.com/office/drawing/2014/main"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a16:creationId xmlns:a16="http://schemas.microsoft.com/office/drawing/2014/main"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a16:creationId xmlns:a16="http://schemas.microsoft.com/office/drawing/2014/main"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a16:creationId xmlns:a16="http://schemas.microsoft.com/office/drawing/2014/main"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a16:creationId xmlns:a16="http://schemas.microsoft.com/office/drawing/2014/main"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a16:creationId xmlns:a16="http://schemas.microsoft.com/office/drawing/2014/main"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a16:creationId xmlns:a16="http://schemas.microsoft.com/office/drawing/2014/main"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a16:creationId xmlns:a16="http://schemas.microsoft.com/office/drawing/2014/main"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a16:creationId xmlns:a16="http://schemas.microsoft.com/office/drawing/2014/main"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a16:creationId xmlns:a16="http://schemas.microsoft.com/office/drawing/2014/main"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a16:creationId xmlns:a16="http://schemas.microsoft.com/office/drawing/2014/main"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a16:creationId xmlns:a16="http://schemas.microsoft.com/office/drawing/2014/main"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5391735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a16:creationId xmlns:a16="http://schemas.microsoft.com/office/drawing/2014/main"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a16:creationId xmlns:a16="http://schemas.microsoft.com/office/drawing/2014/main"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a16:creationId xmlns:a16="http://schemas.microsoft.com/office/drawing/2014/main"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a16:creationId xmlns:a16="http://schemas.microsoft.com/office/drawing/2014/main"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a16:creationId xmlns:a16="http://schemas.microsoft.com/office/drawing/2014/main"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a16:creationId xmlns:a16="http://schemas.microsoft.com/office/drawing/2014/main"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a16:creationId xmlns:a16="http://schemas.microsoft.com/office/drawing/2014/main"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a16:creationId xmlns:a16="http://schemas.microsoft.com/office/drawing/2014/main"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a16:creationId xmlns:a16="http://schemas.microsoft.com/office/drawing/2014/main"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a16:creationId xmlns:a16="http://schemas.microsoft.com/office/drawing/2014/main"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a16:creationId xmlns:a16="http://schemas.microsoft.com/office/drawing/2014/main"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a16:creationId xmlns:a16="http://schemas.microsoft.com/office/drawing/2014/main"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a16:creationId xmlns:a16="http://schemas.microsoft.com/office/drawing/2014/main"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a16:creationId xmlns:a16="http://schemas.microsoft.com/office/drawing/2014/main"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a16:creationId xmlns:a16="http://schemas.microsoft.com/office/drawing/2014/main"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a16:creationId xmlns:a16="http://schemas.microsoft.com/office/drawing/2014/main"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a16:creationId xmlns:a16="http://schemas.microsoft.com/office/drawing/2014/main"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a16:creationId xmlns:a16="http://schemas.microsoft.com/office/drawing/2014/main"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a16:creationId xmlns:a16="http://schemas.microsoft.com/office/drawing/2014/main"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a16:creationId xmlns:a16="http://schemas.microsoft.com/office/drawing/2014/main"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a16:creationId xmlns:a16="http://schemas.microsoft.com/office/drawing/2014/main"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a16:creationId xmlns:a16="http://schemas.microsoft.com/office/drawing/2014/main"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a16:creationId xmlns:a16="http://schemas.microsoft.com/office/drawing/2014/main"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a16:creationId xmlns:a16="http://schemas.microsoft.com/office/drawing/2014/main"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53059364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a16:creationId xmlns:a16="http://schemas.microsoft.com/office/drawing/2014/main"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a16:creationId xmlns:a16="http://schemas.microsoft.com/office/drawing/2014/main"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a16:creationId xmlns:a16="http://schemas.microsoft.com/office/drawing/2014/main"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a16:creationId xmlns:a16="http://schemas.microsoft.com/office/drawing/2014/main"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a16:creationId xmlns:a16="http://schemas.microsoft.com/office/drawing/2014/main"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a16:creationId xmlns:a16="http://schemas.microsoft.com/office/drawing/2014/main"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a16:creationId xmlns:a16="http://schemas.microsoft.com/office/drawing/2014/main"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a16:creationId xmlns:a16="http://schemas.microsoft.com/office/drawing/2014/main"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a16:creationId xmlns:a16="http://schemas.microsoft.com/office/drawing/2014/main"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a16:creationId xmlns:a16="http://schemas.microsoft.com/office/drawing/2014/main"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a16:creationId xmlns:a16="http://schemas.microsoft.com/office/drawing/2014/main"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a16:creationId xmlns:a16="http://schemas.microsoft.com/office/drawing/2014/main"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a16:creationId xmlns:a16="http://schemas.microsoft.com/office/drawing/2014/main"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a16:creationId xmlns:a16="http://schemas.microsoft.com/office/drawing/2014/main"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a16:creationId xmlns:a16="http://schemas.microsoft.com/office/drawing/2014/main"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a16:creationId xmlns:a16="http://schemas.microsoft.com/office/drawing/2014/main"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a16:creationId xmlns:a16="http://schemas.microsoft.com/office/drawing/2014/main"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a16:creationId xmlns:a16="http://schemas.microsoft.com/office/drawing/2014/main"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a16:creationId xmlns:a16="http://schemas.microsoft.com/office/drawing/2014/main"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a16:creationId xmlns:a16="http://schemas.microsoft.com/office/drawing/2014/main"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a16:creationId xmlns:a16="http://schemas.microsoft.com/office/drawing/2014/main"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a16:creationId xmlns:a16="http://schemas.microsoft.com/office/drawing/2014/main"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a16:creationId xmlns:a16="http://schemas.microsoft.com/office/drawing/2014/main"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a16:creationId xmlns:a16="http://schemas.microsoft.com/office/drawing/2014/main"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a16:creationId xmlns:a16="http://schemas.microsoft.com/office/drawing/2014/main"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a16:creationId xmlns:a16="http://schemas.microsoft.com/office/drawing/2014/main"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a16:creationId xmlns:a16="http://schemas.microsoft.com/office/drawing/2014/main"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a16:creationId xmlns:a16="http://schemas.microsoft.com/office/drawing/2014/main"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a16:creationId xmlns:a16="http://schemas.microsoft.com/office/drawing/2014/main"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a16:creationId xmlns:a16="http://schemas.microsoft.com/office/drawing/2014/main"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a16:creationId xmlns:a16="http://schemas.microsoft.com/office/drawing/2014/main"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a16:creationId xmlns:a16="http://schemas.microsoft.com/office/drawing/2014/main"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a16:creationId xmlns:a16="http://schemas.microsoft.com/office/drawing/2014/main"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a16:creationId xmlns:a16="http://schemas.microsoft.com/office/drawing/2014/main"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a16:creationId xmlns:a16="http://schemas.microsoft.com/office/drawing/2014/main"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a16:creationId xmlns:a16="http://schemas.microsoft.com/office/drawing/2014/main"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a16:creationId xmlns:a16="http://schemas.microsoft.com/office/drawing/2014/main"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a16:creationId xmlns:a16="http://schemas.microsoft.com/office/drawing/2014/main"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a16:creationId xmlns:a16="http://schemas.microsoft.com/office/drawing/2014/main"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a16:creationId xmlns:a16="http://schemas.microsoft.com/office/drawing/2014/main"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a16:creationId xmlns:a16="http://schemas.microsoft.com/office/drawing/2014/main"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a16:creationId xmlns:a16="http://schemas.microsoft.com/office/drawing/2014/main"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a16:creationId xmlns:a16="http://schemas.microsoft.com/office/drawing/2014/main"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a16:creationId xmlns:a16="http://schemas.microsoft.com/office/drawing/2014/main"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a16:creationId xmlns:a16="http://schemas.microsoft.com/office/drawing/2014/main"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a16:creationId xmlns:a16="http://schemas.microsoft.com/office/drawing/2014/main"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a16:creationId xmlns:a16="http://schemas.microsoft.com/office/drawing/2014/main"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a16:creationId xmlns:a16="http://schemas.microsoft.com/office/drawing/2014/main"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a16:creationId xmlns:a16="http://schemas.microsoft.com/office/drawing/2014/main"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a16:creationId xmlns:a16="http://schemas.microsoft.com/office/drawing/2014/main"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a16:creationId xmlns:a16="http://schemas.microsoft.com/office/drawing/2014/main"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a16:creationId xmlns:a16="http://schemas.microsoft.com/office/drawing/2014/main"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a16:creationId xmlns:a16="http://schemas.microsoft.com/office/drawing/2014/main"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a16:creationId xmlns:a16="http://schemas.microsoft.com/office/drawing/2014/main"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a16:creationId xmlns:a16="http://schemas.microsoft.com/office/drawing/2014/main"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a16:creationId xmlns:a16="http://schemas.microsoft.com/office/drawing/2014/main"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a16:creationId xmlns:a16="http://schemas.microsoft.com/office/drawing/2014/main"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a16:creationId xmlns:a16="http://schemas.microsoft.com/office/drawing/2014/main"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a16:creationId xmlns:a16="http://schemas.microsoft.com/office/drawing/2014/main"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a16:creationId xmlns:a16="http://schemas.microsoft.com/office/drawing/2014/main"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a16:creationId xmlns:a16="http://schemas.microsoft.com/office/drawing/2014/main"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a16:creationId xmlns:a16="http://schemas.microsoft.com/office/drawing/2014/main"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a16:creationId xmlns:a16="http://schemas.microsoft.com/office/drawing/2014/main"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a16:creationId xmlns:a16="http://schemas.microsoft.com/office/drawing/2014/main"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a16:creationId xmlns:a16="http://schemas.microsoft.com/office/drawing/2014/main"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a16:creationId xmlns:a16="http://schemas.microsoft.com/office/drawing/2014/main"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a16:creationId xmlns:a16="http://schemas.microsoft.com/office/drawing/2014/main"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a16:creationId xmlns:a16="http://schemas.microsoft.com/office/drawing/2014/main"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a16:creationId xmlns:a16="http://schemas.microsoft.com/office/drawing/2014/main"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a16:creationId xmlns:a16="http://schemas.microsoft.com/office/drawing/2014/main"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a16:creationId xmlns:a16="http://schemas.microsoft.com/office/drawing/2014/main"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a16:creationId xmlns:a16="http://schemas.microsoft.com/office/drawing/2014/main"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a16:creationId xmlns:a16="http://schemas.microsoft.com/office/drawing/2014/main"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a16:creationId xmlns:a16="http://schemas.microsoft.com/office/drawing/2014/main"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a16:creationId xmlns:a16="http://schemas.microsoft.com/office/drawing/2014/main"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a16:creationId xmlns:a16="http://schemas.microsoft.com/office/drawing/2014/main"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a16:creationId xmlns:a16="http://schemas.microsoft.com/office/drawing/2014/main"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a16:creationId xmlns:a16="http://schemas.microsoft.com/office/drawing/2014/main"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a16:creationId xmlns:a16="http://schemas.microsoft.com/office/drawing/2014/main"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a16:creationId xmlns:a16="http://schemas.microsoft.com/office/drawing/2014/main"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a16:creationId xmlns:a16="http://schemas.microsoft.com/office/drawing/2014/main"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a16:creationId xmlns:a16="http://schemas.microsoft.com/office/drawing/2014/main"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a16:creationId xmlns:a16="http://schemas.microsoft.com/office/drawing/2014/main"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a16:creationId xmlns:a16="http://schemas.microsoft.com/office/drawing/2014/main"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a16:creationId xmlns:a16="http://schemas.microsoft.com/office/drawing/2014/main"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a16:creationId xmlns:a16="http://schemas.microsoft.com/office/drawing/2014/main"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a16:creationId xmlns:a16="http://schemas.microsoft.com/office/drawing/2014/main"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a16:creationId xmlns:a16="http://schemas.microsoft.com/office/drawing/2014/main"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a16:creationId xmlns:a16="http://schemas.microsoft.com/office/drawing/2014/main"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a16:creationId xmlns:a16="http://schemas.microsoft.com/office/drawing/2014/main"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a16:creationId xmlns:a16="http://schemas.microsoft.com/office/drawing/2014/main"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a16:creationId xmlns:a16="http://schemas.microsoft.com/office/drawing/2014/main"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a16:creationId xmlns:a16="http://schemas.microsoft.com/office/drawing/2014/main"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a16:creationId xmlns:a16="http://schemas.microsoft.com/office/drawing/2014/main"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a16:creationId xmlns:a16="http://schemas.microsoft.com/office/drawing/2014/main"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a16:creationId xmlns:a16="http://schemas.microsoft.com/office/drawing/2014/main"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a16:creationId xmlns:a16="http://schemas.microsoft.com/office/drawing/2014/main"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a16:creationId xmlns:a16="http://schemas.microsoft.com/office/drawing/2014/main"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a16:creationId xmlns:a16="http://schemas.microsoft.com/office/drawing/2014/main"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a16:creationId xmlns:a16="http://schemas.microsoft.com/office/drawing/2014/main"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a16:creationId xmlns:a16="http://schemas.microsoft.com/office/drawing/2014/main"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a16:creationId xmlns:a16="http://schemas.microsoft.com/office/drawing/2014/main"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a16:creationId xmlns:a16="http://schemas.microsoft.com/office/drawing/2014/main"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a16:creationId xmlns:a16="http://schemas.microsoft.com/office/drawing/2014/main"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a16:creationId xmlns:a16="http://schemas.microsoft.com/office/drawing/2014/main"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a16:creationId xmlns:a16="http://schemas.microsoft.com/office/drawing/2014/main"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a16:creationId xmlns:a16="http://schemas.microsoft.com/office/drawing/2014/main"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a16:creationId xmlns:a16="http://schemas.microsoft.com/office/drawing/2014/main"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a16:creationId xmlns:a16="http://schemas.microsoft.com/office/drawing/2014/main"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a16:creationId xmlns:a16="http://schemas.microsoft.com/office/drawing/2014/main"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a16:creationId xmlns:a16="http://schemas.microsoft.com/office/drawing/2014/main"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a16:creationId xmlns:a16="http://schemas.microsoft.com/office/drawing/2014/main"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a16:creationId xmlns:a16="http://schemas.microsoft.com/office/drawing/2014/main"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a16:creationId xmlns:a16="http://schemas.microsoft.com/office/drawing/2014/main"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a16:creationId xmlns:a16="http://schemas.microsoft.com/office/drawing/2014/main"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a16:creationId xmlns:a16="http://schemas.microsoft.com/office/drawing/2014/main"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a16:creationId xmlns:a16="http://schemas.microsoft.com/office/drawing/2014/main"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a16:creationId xmlns:a16="http://schemas.microsoft.com/office/drawing/2014/main"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a16:creationId xmlns:a16="http://schemas.microsoft.com/office/drawing/2014/main"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a16:creationId xmlns:a16="http://schemas.microsoft.com/office/drawing/2014/main"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a16:creationId xmlns:a16="http://schemas.microsoft.com/office/drawing/2014/main"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a16:creationId xmlns:a16="http://schemas.microsoft.com/office/drawing/2014/main"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a16:creationId xmlns:a16="http://schemas.microsoft.com/office/drawing/2014/main"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a16:creationId xmlns:a16="http://schemas.microsoft.com/office/drawing/2014/main"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a16:creationId xmlns:a16="http://schemas.microsoft.com/office/drawing/2014/main"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a16:creationId xmlns:a16="http://schemas.microsoft.com/office/drawing/2014/main"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a16:creationId xmlns:a16="http://schemas.microsoft.com/office/drawing/2014/main"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a16:creationId xmlns:a16="http://schemas.microsoft.com/office/drawing/2014/main"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a16:creationId xmlns:a16="http://schemas.microsoft.com/office/drawing/2014/main"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a16:creationId xmlns:a16="http://schemas.microsoft.com/office/drawing/2014/main"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a16:creationId xmlns:a16="http://schemas.microsoft.com/office/drawing/2014/main"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a16:creationId xmlns:a16="http://schemas.microsoft.com/office/drawing/2014/main"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a16:creationId xmlns:a16="http://schemas.microsoft.com/office/drawing/2014/main"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a16:creationId xmlns:a16="http://schemas.microsoft.com/office/drawing/2014/main"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a16:creationId xmlns:a16="http://schemas.microsoft.com/office/drawing/2014/main"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a16:creationId xmlns:a16="http://schemas.microsoft.com/office/drawing/2014/main"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a16:creationId xmlns:a16="http://schemas.microsoft.com/office/drawing/2014/main"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a16:creationId xmlns:a16="http://schemas.microsoft.com/office/drawing/2014/main"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a16:creationId xmlns:a16="http://schemas.microsoft.com/office/drawing/2014/main"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a16:creationId xmlns:a16="http://schemas.microsoft.com/office/drawing/2014/main"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a16:creationId xmlns:a16="http://schemas.microsoft.com/office/drawing/2014/main"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a16:creationId xmlns:a16="http://schemas.microsoft.com/office/drawing/2014/main"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a16:creationId xmlns:a16="http://schemas.microsoft.com/office/drawing/2014/main"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a16:creationId xmlns:a16="http://schemas.microsoft.com/office/drawing/2014/main"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a16:creationId xmlns:a16="http://schemas.microsoft.com/office/drawing/2014/main"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a16:creationId xmlns:a16="http://schemas.microsoft.com/office/drawing/2014/main"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a16:creationId xmlns:a16="http://schemas.microsoft.com/office/drawing/2014/main"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a16:creationId xmlns:a16="http://schemas.microsoft.com/office/drawing/2014/main"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a16:creationId xmlns:a16="http://schemas.microsoft.com/office/drawing/2014/main"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a16:creationId xmlns:a16="http://schemas.microsoft.com/office/drawing/2014/main"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a16:creationId xmlns:a16="http://schemas.microsoft.com/office/drawing/2014/main"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a16:creationId xmlns:a16="http://schemas.microsoft.com/office/drawing/2014/main"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a16:creationId xmlns:a16="http://schemas.microsoft.com/office/drawing/2014/main"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a16:creationId xmlns:a16="http://schemas.microsoft.com/office/drawing/2014/main"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a16:creationId xmlns:a16="http://schemas.microsoft.com/office/drawing/2014/main"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a16:creationId xmlns:a16="http://schemas.microsoft.com/office/drawing/2014/main"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a16:creationId xmlns:a16="http://schemas.microsoft.com/office/drawing/2014/main"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a16:creationId xmlns:a16="http://schemas.microsoft.com/office/drawing/2014/main"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a16:creationId xmlns:a16="http://schemas.microsoft.com/office/drawing/2014/main"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a16:creationId xmlns:a16="http://schemas.microsoft.com/office/drawing/2014/main"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a16:creationId xmlns:a16="http://schemas.microsoft.com/office/drawing/2014/main"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a16:creationId xmlns:a16="http://schemas.microsoft.com/office/drawing/2014/main"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a16:creationId xmlns:a16="http://schemas.microsoft.com/office/drawing/2014/main"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a16:creationId xmlns:a16="http://schemas.microsoft.com/office/drawing/2014/main"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a16:creationId xmlns:a16="http://schemas.microsoft.com/office/drawing/2014/main"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a16:creationId xmlns:a16="http://schemas.microsoft.com/office/drawing/2014/main"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a16:creationId xmlns:a16="http://schemas.microsoft.com/office/drawing/2014/main"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a16:creationId xmlns:a16="http://schemas.microsoft.com/office/drawing/2014/main"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a16:creationId xmlns:a16="http://schemas.microsoft.com/office/drawing/2014/main"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a16:creationId xmlns:a16="http://schemas.microsoft.com/office/drawing/2014/main"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a16:creationId xmlns:a16="http://schemas.microsoft.com/office/drawing/2014/main"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a16:creationId xmlns:a16="http://schemas.microsoft.com/office/drawing/2014/main"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a16:creationId xmlns:a16="http://schemas.microsoft.com/office/drawing/2014/main"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a16:creationId xmlns:a16="http://schemas.microsoft.com/office/drawing/2014/main"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a16:creationId xmlns:a16="http://schemas.microsoft.com/office/drawing/2014/main"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a16:creationId xmlns:a16="http://schemas.microsoft.com/office/drawing/2014/main"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a16:creationId xmlns:a16="http://schemas.microsoft.com/office/drawing/2014/main"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a16:creationId xmlns:a16="http://schemas.microsoft.com/office/drawing/2014/main"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a16:creationId xmlns:a16="http://schemas.microsoft.com/office/drawing/2014/main"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a16:creationId xmlns:a16="http://schemas.microsoft.com/office/drawing/2014/main"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a16:creationId xmlns:a16="http://schemas.microsoft.com/office/drawing/2014/main"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a16:creationId xmlns:a16="http://schemas.microsoft.com/office/drawing/2014/main"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a16:creationId xmlns:a16="http://schemas.microsoft.com/office/drawing/2014/main"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a16:creationId xmlns:a16="http://schemas.microsoft.com/office/drawing/2014/main"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a16:creationId xmlns:a16="http://schemas.microsoft.com/office/drawing/2014/main"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a16:creationId xmlns:a16="http://schemas.microsoft.com/office/drawing/2014/main"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a16:creationId xmlns:a16="http://schemas.microsoft.com/office/drawing/2014/main"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a16:creationId xmlns:a16="http://schemas.microsoft.com/office/drawing/2014/main"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a16:creationId xmlns:a16="http://schemas.microsoft.com/office/drawing/2014/main"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a16:creationId xmlns:a16="http://schemas.microsoft.com/office/drawing/2014/main"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a16:creationId xmlns:a16="http://schemas.microsoft.com/office/drawing/2014/main"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a16:creationId xmlns:a16="http://schemas.microsoft.com/office/drawing/2014/main"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a16:creationId xmlns:a16="http://schemas.microsoft.com/office/drawing/2014/main"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a16:creationId xmlns:a16="http://schemas.microsoft.com/office/drawing/2014/main"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a16:creationId xmlns:a16="http://schemas.microsoft.com/office/drawing/2014/main"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a16:creationId xmlns:a16="http://schemas.microsoft.com/office/drawing/2014/main"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a16:creationId xmlns:a16="http://schemas.microsoft.com/office/drawing/2014/main"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a16:creationId xmlns:a16="http://schemas.microsoft.com/office/drawing/2014/main"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a16:creationId xmlns:a16="http://schemas.microsoft.com/office/drawing/2014/main"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a16:creationId xmlns:a16="http://schemas.microsoft.com/office/drawing/2014/main"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a16:creationId xmlns:a16="http://schemas.microsoft.com/office/drawing/2014/main"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a16:creationId xmlns:a16="http://schemas.microsoft.com/office/drawing/2014/main"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a16:creationId xmlns:a16="http://schemas.microsoft.com/office/drawing/2014/main"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a16:creationId xmlns:a16="http://schemas.microsoft.com/office/drawing/2014/main"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a16:creationId xmlns:a16="http://schemas.microsoft.com/office/drawing/2014/main"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a16:creationId xmlns:a16="http://schemas.microsoft.com/office/drawing/2014/main"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a16:creationId xmlns:a16="http://schemas.microsoft.com/office/drawing/2014/main"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a16:creationId xmlns:a16="http://schemas.microsoft.com/office/drawing/2014/main"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a16:creationId xmlns:a16="http://schemas.microsoft.com/office/drawing/2014/main"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a16:creationId xmlns:a16="http://schemas.microsoft.com/office/drawing/2014/main"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a16:creationId xmlns:a16="http://schemas.microsoft.com/office/drawing/2014/main"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a16:creationId xmlns:a16="http://schemas.microsoft.com/office/drawing/2014/main"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a16:creationId xmlns:a16="http://schemas.microsoft.com/office/drawing/2014/main"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a16:creationId xmlns:a16="http://schemas.microsoft.com/office/drawing/2014/main"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a16:creationId xmlns:a16="http://schemas.microsoft.com/office/drawing/2014/main"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a16:creationId xmlns:a16="http://schemas.microsoft.com/office/drawing/2014/main"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a16:creationId xmlns:a16="http://schemas.microsoft.com/office/drawing/2014/main"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a16:creationId xmlns:a16="http://schemas.microsoft.com/office/drawing/2014/main"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a16:creationId xmlns:a16="http://schemas.microsoft.com/office/drawing/2014/main"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a16:creationId xmlns:a16="http://schemas.microsoft.com/office/drawing/2014/main"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a16:creationId xmlns:a16="http://schemas.microsoft.com/office/drawing/2014/main"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a16:creationId xmlns:a16="http://schemas.microsoft.com/office/drawing/2014/main"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a16:creationId xmlns:a16="http://schemas.microsoft.com/office/drawing/2014/main"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a16:creationId xmlns:a16="http://schemas.microsoft.com/office/drawing/2014/main"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a16:creationId xmlns:a16="http://schemas.microsoft.com/office/drawing/2014/main"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a16:creationId xmlns:a16="http://schemas.microsoft.com/office/drawing/2014/main"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a16:creationId xmlns:a16="http://schemas.microsoft.com/office/drawing/2014/main"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a16:creationId xmlns:a16="http://schemas.microsoft.com/office/drawing/2014/main"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a16:creationId xmlns:a16="http://schemas.microsoft.com/office/drawing/2014/main"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a16:creationId xmlns:a16="http://schemas.microsoft.com/office/drawing/2014/main"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a16:creationId xmlns:a16="http://schemas.microsoft.com/office/drawing/2014/main"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a16:creationId xmlns:a16="http://schemas.microsoft.com/office/drawing/2014/main"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a16:creationId xmlns:a16="http://schemas.microsoft.com/office/drawing/2014/main"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a16:creationId xmlns:a16="http://schemas.microsoft.com/office/drawing/2014/main"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a16:creationId xmlns:a16="http://schemas.microsoft.com/office/drawing/2014/main"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a16:creationId xmlns:a16="http://schemas.microsoft.com/office/drawing/2014/main"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a16:creationId xmlns:a16="http://schemas.microsoft.com/office/drawing/2014/main"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a16:creationId xmlns:a16="http://schemas.microsoft.com/office/drawing/2014/main"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a16:creationId xmlns:a16="http://schemas.microsoft.com/office/drawing/2014/main"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a16:creationId xmlns:a16="http://schemas.microsoft.com/office/drawing/2014/main"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a16:creationId xmlns:a16="http://schemas.microsoft.com/office/drawing/2014/main"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a16:creationId xmlns:a16="http://schemas.microsoft.com/office/drawing/2014/main"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a16:creationId xmlns:a16="http://schemas.microsoft.com/office/drawing/2014/main"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a16:creationId xmlns:a16="http://schemas.microsoft.com/office/drawing/2014/main"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a16:creationId xmlns:a16="http://schemas.microsoft.com/office/drawing/2014/main"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a16:creationId xmlns:a16="http://schemas.microsoft.com/office/drawing/2014/main"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a16:creationId xmlns:a16="http://schemas.microsoft.com/office/drawing/2014/main"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a16:creationId xmlns:a16="http://schemas.microsoft.com/office/drawing/2014/main"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a16:creationId xmlns:a16="http://schemas.microsoft.com/office/drawing/2014/main"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a16:creationId xmlns:a16="http://schemas.microsoft.com/office/drawing/2014/main"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a16:creationId xmlns:a16="http://schemas.microsoft.com/office/drawing/2014/main"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a16:creationId xmlns:a16="http://schemas.microsoft.com/office/drawing/2014/main"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a16:creationId xmlns:a16="http://schemas.microsoft.com/office/drawing/2014/main"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a16:creationId xmlns:a16="http://schemas.microsoft.com/office/drawing/2014/main"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a16:creationId xmlns:a16="http://schemas.microsoft.com/office/drawing/2014/main"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a16:creationId xmlns:a16="http://schemas.microsoft.com/office/drawing/2014/main"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a16:creationId xmlns:a16="http://schemas.microsoft.com/office/drawing/2014/main"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a16:creationId xmlns:a16="http://schemas.microsoft.com/office/drawing/2014/main"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a16:creationId xmlns:a16="http://schemas.microsoft.com/office/drawing/2014/main"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a16:creationId xmlns:a16="http://schemas.microsoft.com/office/drawing/2014/main"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a16:creationId xmlns:a16="http://schemas.microsoft.com/office/drawing/2014/main"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a16:creationId xmlns:a16="http://schemas.microsoft.com/office/drawing/2014/main"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a16:creationId xmlns:a16="http://schemas.microsoft.com/office/drawing/2014/main"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a16:creationId xmlns:a16="http://schemas.microsoft.com/office/drawing/2014/main"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a16:creationId xmlns:a16="http://schemas.microsoft.com/office/drawing/2014/main"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a16:creationId xmlns:a16="http://schemas.microsoft.com/office/drawing/2014/main"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a16:creationId xmlns:a16="http://schemas.microsoft.com/office/drawing/2014/main"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a16:creationId xmlns:a16="http://schemas.microsoft.com/office/drawing/2014/main"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a16:creationId xmlns:a16="http://schemas.microsoft.com/office/drawing/2014/main"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a16:creationId xmlns:a16="http://schemas.microsoft.com/office/drawing/2014/main"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a16:creationId xmlns:a16="http://schemas.microsoft.com/office/drawing/2014/main"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a16:creationId xmlns:a16="http://schemas.microsoft.com/office/drawing/2014/main"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a16:creationId xmlns:a16="http://schemas.microsoft.com/office/drawing/2014/main"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a16:creationId xmlns:a16="http://schemas.microsoft.com/office/drawing/2014/main"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a16:creationId xmlns:a16="http://schemas.microsoft.com/office/drawing/2014/main"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a16:creationId xmlns:a16="http://schemas.microsoft.com/office/drawing/2014/main"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a16:creationId xmlns:a16="http://schemas.microsoft.com/office/drawing/2014/main"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a16:creationId xmlns:a16="http://schemas.microsoft.com/office/drawing/2014/main"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a16:creationId xmlns:a16="http://schemas.microsoft.com/office/drawing/2014/main"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a16:creationId xmlns:a16="http://schemas.microsoft.com/office/drawing/2014/main"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a16:creationId xmlns:a16="http://schemas.microsoft.com/office/drawing/2014/main"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a16:creationId xmlns:a16="http://schemas.microsoft.com/office/drawing/2014/main"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a16:creationId xmlns:a16="http://schemas.microsoft.com/office/drawing/2014/main"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a16:creationId xmlns:a16="http://schemas.microsoft.com/office/drawing/2014/main"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a16:creationId xmlns:a16="http://schemas.microsoft.com/office/drawing/2014/main"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a16:creationId xmlns:a16="http://schemas.microsoft.com/office/drawing/2014/main"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a16:creationId xmlns:a16="http://schemas.microsoft.com/office/drawing/2014/main"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a16:creationId xmlns:a16="http://schemas.microsoft.com/office/drawing/2014/main"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a16:creationId xmlns:a16="http://schemas.microsoft.com/office/drawing/2014/main"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a16:creationId xmlns:a16="http://schemas.microsoft.com/office/drawing/2014/main"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a16:creationId xmlns:a16="http://schemas.microsoft.com/office/drawing/2014/main"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a16:creationId xmlns:a16="http://schemas.microsoft.com/office/drawing/2014/main"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a16:creationId xmlns:a16="http://schemas.microsoft.com/office/drawing/2014/main"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a16:creationId xmlns:a16="http://schemas.microsoft.com/office/drawing/2014/main"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a16:creationId xmlns:a16="http://schemas.microsoft.com/office/drawing/2014/main"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a16:creationId xmlns:a16="http://schemas.microsoft.com/office/drawing/2014/main"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a16:creationId xmlns:a16="http://schemas.microsoft.com/office/drawing/2014/main"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a16:creationId xmlns:a16="http://schemas.microsoft.com/office/drawing/2014/main"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a16:creationId xmlns:a16="http://schemas.microsoft.com/office/drawing/2014/main"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a16:creationId xmlns:a16="http://schemas.microsoft.com/office/drawing/2014/main"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a16:creationId xmlns:a16="http://schemas.microsoft.com/office/drawing/2014/main"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a16:creationId xmlns:a16="http://schemas.microsoft.com/office/drawing/2014/main"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a16:creationId xmlns:a16="http://schemas.microsoft.com/office/drawing/2014/main"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a16:creationId xmlns:a16="http://schemas.microsoft.com/office/drawing/2014/main"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a16:creationId xmlns:a16="http://schemas.microsoft.com/office/drawing/2014/main"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a16:creationId xmlns:a16="http://schemas.microsoft.com/office/drawing/2014/main"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a16:creationId xmlns:a16="http://schemas.microsoft.com/office/drawing/2014/main"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a16:creationId xmlns:a16="http://schemas.microsoft.com/office/drawing/2014/main"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a16:creationId xmlns:a16="http://schemas.microsoft.com/office/drawing/2014/main"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a16:creationId xmlns:a16="http://schemas.microsoft.com/office/drawing/2014/main"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a16:creationId xmlns:a16="http://schemas.microsoft.com/office/drawing/2014/main"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a16:creationId xmlns:a16="http://schemas.microsoft.com/office/drawing/2014/main"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a16:creationId xmlns:a16="http://schemas.microsoft.com/office/drawing/2014/main"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a16:creationId xmlns:a16="http://schemas.microsoft.com/office/drawing/2014/main"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a16:creationId xmlns:a16="http://schemas.microsoft.com/office/drawing/2014/main"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a16:creationId xmlns:a16="http://schemas.microsoft.com/office/drawing/2014/main"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a16:creationId xmlns:a16="http://schemas.microsoft.com/office/drawing/2014/main"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a16:creationId xmlns:a16="http://schemas.microsoft.com/office/drawing/2014/main"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a16:creationId xmlns:a16="http://schemas.microsoft.com/office/drawing/2014/main"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a16:creationId xmlns:a16="http://schemas.microsoft.com/office/drawing/2014/main"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a16:creationId xmlns:a16="http://schemas.microsoft.com/office/drawing/2014/main"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a16:creationId xmlns:a16="http://schemas.microsoft.com/office/drawing/2014/main"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a16:creationId xmlns:a16="http://schemas.microsoft.com/office/drawing/2014/main"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a16:creationId xmlns:a16="http://schemas.microsoft.com/office/drawing/2014/main"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a16:creationId xmlns:a16="http://schemas.microsoft.com/office/drawing/2014/main"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a16:creationId xmlns:a16="http://schemas.microsoft.com/office/drawing/2014/main"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a16:creationId xmlns:a16="http://schemas.microsoft.com/office/drawing/2014/main"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a16:creationId xmlns:a16="http://schemas.microsoft.com/office/drawing/2014/main"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a16:creationId xmlns:a16="http://schemas.microsoft.com/office/drawing/2014/main"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a16:creationId xmlns:a16="http://schemas.microsoft.com/office/drawing/2014/main"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a16:creationId xmlns:a16="http://schemas.microsoft.com/office/drawing/2014/main"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a16:creationId xmlns:a16="http://schemas.microsoft.com/office/drawing/2014/main"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a16:creationId xmlns:a16="http://schemas.microsoft.com/office/drawing/2014/main"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a16:creationId xmlns:a16="http://schemas.microsoft.com/office/drawing/2014/main"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a16:creationId xmlns:a16="http://schemas.microsoft.com/office/drawing/2014/main"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a16:creationId xmlns:a16="http://schemas.microsoft.com/office/drawing/2014/main"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a16:creationId xmlns:a16="http://schemas.microsoft.com/office/drawing/2014/main"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a16:creationId xmlns:a16="http://schemas.microsoft.com/office/drawing/2014/main"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a16:creationId xmlns:a16="http://schemas.microsoft.com/office/drawing/2014/main"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a16:creationId xmlns:a16="http://schemas.microsoft.com/office/drawing/2014/main"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a16:creationId xmlns:a16="http://schemas.microsoft.com/office/drawing/2014/main"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a16:creationId xmlns:a16="http://schemas.microsoft.com/office/drawing/2014/main"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a16:creationId xmlns:a16="http://schemas.microsoft.com/office/drawing/2014/main"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a16:creationId xmlns:a16="http://schemas.microsoft.com/office/drawing/2014/main"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a16:creationId xmlns:a16="http://schemas.microsoft.com/office/drawing/2014/main"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a16:creationId xmlns:a16="http://schemas.microsoft.com/office/drawing/2014/main"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a16:creationId xmlns:a16="http://schemas.microsoft.com/office/drawing/2014/main"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a16:creationId xmlns:a16="http://schemas.microsoft.com/office/drawing/2014/main"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a16:creationId xmlns:a16="http://schemas.microsoft.com/office/drawing/2014/main"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a16:creationId xmlns:a16="http://schemas.microsoft.com/office/drawing/2014/main"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a16:creationId xmlns:a16="http://schemas.microsoft.com/office/drawing/2014/main"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a16:creationId xmlns:a16="http://schemas.microsoft.com/office/drawing/2014/main"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a16:creationId xmlns:a16="http://schemas.microsoft.com/office/drawing/2014/main"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a16:creationId xmlns:a16="http://schemas.microsoft.com/office/drawing/2014/main"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a16:creationId xmlns:a16="http://schemas.microsoft.com/office/drawing/2014/main"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a16:creationId xmlns:a16="http://schemas.microsoft.com/office/drawing/2014/main"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a16:creationId xmlns:a16="http://schemas.microsoft.com/office/drawing/2014/main"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a16:creationId xmlns:a16="http://schemas.microsoft.com/office/drawing/2014/main"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a16:creationId xmlns:a16="http://schemas.microsoft.com/office/drawing/2014/main"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a16:creationId xmlns:a16="http://schemas.microsoft.com/office/drawing/2014/main"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a16:creationId xmlns:a16="http://schemas.microsoft.com/office/drawing/2014/main"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a16:creationId xmlns:a16="http://schemas.microsoft.com/office/drawing/2014/main"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a16:creationId xmlns:a16="http://schemas.microsoft.com/office/drawing/2014/main"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a16:creationId xmlns:a16="http://schemas.microsoft.com/office/drawing/2014/main"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a16:creationId xmlns:a16="http://schemas.microsoft.com/office/drawing/2014/main"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a16:creationId xmlns:a16="http://schemas.microsoft.com/office/drawing/2014/main"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a16:creationId xmlns:a16="http://schemas.microsoft.com/office/drawing/2014/main"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a16:creationId xmlns:a16="http://schemas.microsoft.com/office/drawing/2014/main"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a16:creationId xmlns:a16="http://schemas.microsoft.com/office/drawing/2014/main"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a16:creationId xmlns:a16="http://schemas.microsoft.com/office/drawing/2014/main"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a16:creationId xmlns:a16="http://schemas.microsoft.com/office/drawing/2014/main"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a16:creationId xmlns:a16="http://schemas.microsoft.com/office/drawing/2014/main"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a16:creationId xmlns:a16="http://schemas.microsoft.com/office/drawing/2014/main"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a16:creationId xmlns:a16="http://schemas.microsoft.com/office/drawing/2014/main"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a16:creationId xmlns:a16="http://schemas.microsoft.com/office/drawing/2014/main"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a16:creationId xmlns:a16="http://schemas.microsoft.com/office/drawing/2014/main"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a16:creationId xmlns:a16="http://schemas.microsoft.com/office/drawing/2014/main"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a16:creationId xmlns:a16="http://schemas.microsoft.com/office/drawing/2014/main"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a16:creationId xmlns:a16="http://schemas.microsoft.com/office/drawing/2014/main"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a16:creationId xmlns:a16="http://schemas.microsoft.com/office/drawing/2014/main"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a16:creationId xmlns:a16="http://schemas.microsoft.com/office/drawing/2014/main"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a16:creationId xmlns:a16="http://schemas.microsoft.com/office/drawing/2014/main"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a16:creationId xmlns:a16="http://schemas.microsoft.com/office/drawing/2014/main"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a16:creationId xmlns:a16="http://schemas.microsoft.com/office/drawing/2014/main"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a16:creationId xmlns:a16="http://schemas.microsoft.com/office/drawing/2014/main"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a16:creationId xmlns:a16="http://schemas.microsoft.com/office/drawing/2014/main"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a16:creationId xmlns:a16="http://schemas.microsoft.com/office/drawing/2014/main"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a16:creationId xmlns:a16="http://schemas.microsoft.com/office/drawing/2014/main"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a16:creationId xmlns:a16="http://schemas.microsoft.com/office/drawing/2014/main"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a16:creationId xmlns:a16="http://schemas.microsoft.com/office/drawing/2014/main"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a16:creationId xmlns:a16="http://schemas.microsoft.com/office/drawing/2014/main"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a16:creationId xmlns:a16="http://schemas.microsoft.com/office/drawing/2014/main"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a16:creationId xmlns:a16="http://schemas.microsoft.com/office/drawing/2014/main"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a16:creationId xmlns:a16="http://schemas.microsoft.com/office/drawing/2014/main"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a16:creationId xmlns:a16="http://schemas.microsoft.com/office/drawing/2014/main"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a16:creationId xmlns:a16="http://schemas.microsoft.com/office/drawing/2014/main"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a16:creationId xmlns:a16="http://schemas.microsoft.com/office/drawing/2014/main"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a16:creationId xmlns:a16="http://schemas.microsoft.com/office/drawing/2014/main"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a16:creationId xmlns:a16="http://schemas.microsoft.com/office/drawing/2014/main"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a16:creationId xmlns:a16="http://schemas.microsoft.com/office/drawing/2014/main"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a16:creationId xmlns:a16="http://schemas.microsoft.com/office/drawing/2014/main"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a16:creationId xmlns:a16="http://schemas.microsoft.com/office/drawing/2014/main"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a16:creationId xmlns:a16="http://schemas.microsoft.com/office/drawing/2014/main"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a16:creationId xmlns:a16="http://schemas.microsoft.com/office/drawing/2014/main"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a16:creationId xmlns:a16="http://schemas.microsoft.com/office/drawing/2014/main"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a16:creationId xmlns:a16="http://schemas.microsoft.com/office/drawing/2014/main"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a16:creationId xmlns:a16="http://schemas.microsoft.com/office/drawing/2014/main"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a16:creationId xmlns:a16="http://schemas.microsoft.com/office/drawing/2014/main"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a16:creationId xmlns:a16="http://schemas.microsoft.com/office/drawing/2014/main"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a16:creationId xmlns:a16="http://schemas.microsoft.com/office/drawing/2014/main"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a16:creationId xmlns:a16="http://schemas.microsoft.com/office/drawing/2014/main"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a16:creationId xmlns:a16="http://schemas.microsoft.com/office/drawing/2014/main"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a16:creationId xmlns:a16="http://schemas.microsoft.com/office/drawing/2014/main"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a16:creationId xmlns:a16="http://schemas.microsoft.com/office/drawing/2014/main"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a16:creationId xmlns:a16="http://schemas.microsoft.com/office/drawing/2014/main"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a16:creationId xmlns:a16="http://schemas.microsoft.com/office/drawing/2014/main"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a16:creationId xmlns:a16="http://schemas.microsoft.com/office/drawing/2014/main"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a16:creationId xmlns:a16="http://schemas.microsoft.com/office/drawing/2014/main"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a16:creationId xmlns:a16="http://schemas.microsoft.com/office/drawing/2014/main"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a16:creationId xmlns:a16="http://schemas.microsoft.com/office/drawing/2014/main"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a16:creationId xmlns:a16="http://schemas.microsoft.com/office/drawing/2014/main"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a16:creationId xmlns:a16="http://schemas.microsoft.com/office/drawing/2014/main"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a16:creationId xmlns:a16="http://schemas.microsoft.com/office/drawing/2014/main"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a16:creationId xmlns:a16="http://schemas.microsoft.com/office/drawing/2014/main"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a16:creationId xmlns:a16="http://schemas.microsoft.com/office/drawing/2014/main"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a16:creationId xmlns:a16="http://schemas.microsoft.com/office/drawing/2014/main"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a16:creationId xmlns:a16="http://schemas.microsoft.com/office/drawing/2014/main"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a16:creationId xmlns:a16="http://schemas.microsoft.com/office/drawing/2014/main"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a16:creationId xmlns:a16="http://schemas.microsoft.com/office/drawing/2014/main"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a16:creationId xmlns:a16="http://schemas.microsoft.com/office/drawing/2014/main"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a16:creationId xmlns:a16="http://schemas.microsoft.com/office/drawing/2014/main"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a16:creationId xmlns:a16="http://schemas.microsoft.com/office/drawing/2014/main"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a16:creationId xmlns:a16="http://schemas.microsoft.com/office/drawing/2014/main"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a16:creationId xmlns:a16="http://schemas.microsoft.com/office/drawing/2014/main"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a16:creationId xmlns:a16="http://schemas.microsoft.com/office/drawing/2014/main"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a16:creationId xmlns:a16="http://schemas.microsoft.com/office/drawing/2014/main"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a16:creationId xmlns:a16="http://schemas.microsoft.com/office/drawing/2014/main"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a16:creationId xmlns:a16="http://schemas.microsoft.com/office/drawing/2014/main"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a16:creationId xmlns:a16="http://schemas.microsoft.com/office/drawing/2014/main"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a16:creationId xmlns:a16="http://schemas.microsoft.com/office/drawing/2014/main"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a16:creationId xmlns:a16="http://schemas.microsoft.com/office/drawing/2014/main"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a16:creationId xmlns:a16="http://schemas.microsoft.com/office/drawing/2014/main"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a16:creationId xmlns:a16="http://schemas.microsoft.com/office/drawing/2014/main"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a16:creationId xmlns:a16="http://schemas.microsoft.com/office/drawing/2014/main"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a16:creationId xmlns:a16="http://schemas.microsoft.com/office/drawing/2014/main"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a16:creationId xmlns:a16="http://schemas.microsoft.com/office/drawing/2014/main"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a16:creationId xmlns:a16="http://schemas.microsoft.com/office/drawing/2014/main"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a16:creationId xmlns:a16="http://schemas.microsoft.com/office/drawing/2014/main"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a16:creationId xmlns:a16="http://schemas.microsoft.com/office/drawing/2014/main"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a16:creationId xmlns:a16="http://schemas.microsoft.com/office/drawing/2014/main"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a16:creationId xmlns:a16="http://schemas.microsoft.com/office/drawing/2014/main"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a16:creationId xmlns:a16="http://schemas.microsoft.com/office/drawing/2014/main"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a16:creationId xmlns:a16="http://schemas.microsoft.com/office/drawing/2014/main"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a16:creationId xmlns:a16="http://schemas.microsoft.com/office/drawing/2014/main"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a16:creationId xmlns:a16="http://schemas.microsoft.com/office/drawing/2014/main"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a16:creationId xmlns:a16="http://schemas.microsoft.com/office/drawing/2014/main"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a16:creationId xmlns:a16="http://schemas.microsoft.com/office/drawing/2014/main"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a16:creationId xmlns:a16="http://schemas.microsoft.com/office/drawing/2014/main"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a16:creationId xmlns:a16="http://schemas.microsoft.com/office/drawing/2014/main"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a16:creationId xmlns:a16="http://schemas.microsoft.com/office/drawing/2014/main"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a16:creationId xmlns:a16="http://schemas.microsoft.com/office/drawing/2014/main"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a16:creationId xmlns:a16="http://schemas.microsoft.com/office/drawing/2014/main"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a16:creationId xmlns:a16="http://schemas.microsoft.com/office/drawing/2014/main"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a16:creationId xmlns:a16="http://schemas.microsoft.com/office/drawing/2014/main"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a16:creationId xmlns:a16="http://schemas.microsoft.com/office/drawing/2014/main"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a16:creationId xmlns:a16="http://schemas.microsoft.com/office/drawing/2014/main"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a16:creationId xmlns:a16="http://schemas.microsoft.com/office/drawing/2014/main"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a16:creationId xmlns:a16="http://schemas.microsoft.com/office/drawing/2014/main"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a16:creationId xmlns:a16="http://schemas.microsoft.com/office/drawing/2014/main"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a16:creationId xmlns:a16="http://schemas.microsoft.com/office/drawing/2014/main"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a16:creationId xmlns:a16="http://schemas.microsoft.com/office/drawing/2014/main"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a16:creationId xmlns:a16="http://schemas.microsoft.com/office/drawing/2014/main"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a16:creationId xmlns:a16="http://schemas.microsoft.com/office/drawing/2014/main"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a16:creationId xmlns:a16="http://schemas.microsoft.com/office/drawing/2014/main"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a16:creationId xmlns:a16="http://schemas.microsoft.com/office/drawing/2014/main"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a16:creationId xmlns:a16="http://schemas.microsoft.com/office/drawing/2014/main"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a16:creationId xmlns:a16="http://schemas.microsoft.com/office/drawing/2014/main"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a16:creationId xmlns:a16="http://schemas.microsoft.com/office/drawing/2014/main"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a16:creationId xmlns:a16="http://schemas.microsoft.com/office/drawing/2014/main"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a16:creationId xmlns:a16="http://schemas.microsoft.com/office/drawing/2014/main"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a16:creationId xmlns:a16="http://schemas.microsoft.com/office/drawing/2014/main"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a16:creationId xmlns:a16="http://schemas.microsoft.com/office/drawing/2014/main"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a16:creationId xmlns:a16="http://schemas.microsoft.com/office/drawing/2014/main"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a16:creationId xmlns:a16="http://schemas.microsoft.com/office/drawing/2014/main"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a16:creationId xmlns:a16="http://schemas.microsoft.com/office/drawing/2014/main"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a16:creationId xmlns:a16="http://schemas.microsoft.com/office/drawing/2014/main"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05861464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a16:creationId xmlns:a16="http://schemas.microsoft.com/office/drawing/2014/main"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a16:creationId xmlns:a16="http://schemas.microsoft.com/office/drawing/2014/main"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a16:creationId xmlns:a16="http://schemas.microsoft.com/office/drawing/2014/main"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a16:creationId xmlns:a16="http://schemas.microsoft.com/office/drawing/2014/main"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a16:creationId xmlns:a16="http://schemas.microsoft.com/office/drawing/2014/main"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a16:creationId xmlns:a16="http://schemas.microsoft.com/office/drawing/2014/main"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a16:creationId xmlns:a16="http://schemas.microsoft.com/office/drawing/2014/main"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a16:creationId xmlns:a16="http://schemas.microsoft.com/office/drawing/2014/main"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a16:creationId xmlns:a16="http://schemas.microsoft.com/office/drawing/2014/main"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a16:creationId xmlns:a16="http://schemas.microsoft.com/office/drawing/2014/main"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a16:creationId xmlns:a16="http://schemas.microsoft.com/office/drawing/2014/main"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a16:creationId xmlns:a16="http://schemas.microsoft.com/office/drawing/2014/main"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a16:creationId xmlns:a16="http://schemas.microsoft.com/office/drawing/2014/main"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a16:creationId xmlns:a16="http://schemas.microsoft.com/office/drawing/2014/main"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a16:creationId xmlns:a16="http://schemas.microsoft.com/office/drawing/2014/main"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a16:creationId xmlns:a16="http://schemas.microsoft.com/office/drawing/2014/main"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a16:creationId xmlns:a16="http://schemas.microsoft.com/office/drawing/2014/main"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a16:creationId xmlns:a16="http://schemas.microsoft.com/office/drawing/2014/main"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a16:creationId xmlns:a16="http://schemas.microsoft.com/office/drawing/2014/main"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a16:creationId xmlns:a16="http://schemas.microsoft.com/office/drawing/2014/main"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a16:creationId xmlns:a16="http://schemas.microsoft.com/office/drawing/2014/main"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a16:creationId xmlns:a16="http://schemas.microsoft.com/office/drawing/2014/main"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a16:creationId xmlns:a16="http://schemas.microsoft.com/office/drawing/2014/main"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a16:creationId xmlns:a16="http://schemas.microsoft.com/office/drawing/2014/main"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a16:creationId xmlns:a16="http://schemas.microsoft.com/office/drawing/2014/main"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a16:creationId xmlns:a16="http://schemas.microsoft.com/office/drawing/2014/main"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a16:creationId xmlns:a16="http://schemas.microsoft.com/office/drawing/2014/main"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a16:creationId xmlns:a16="http://schemas.microsoft.com/office/drawing/2014/main"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a16:creationId xmlns:a16="http://schemas.microsoft.com/office/drawing/2014/main"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a16:creationId xmlns:a16="http://schemas.microsoft.com/office/drawing/2014/main"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a16:creationId xmlns:a16="http://schemas.microsoft.com/office/drawing/2014/main"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a16:creationId xmlns:a16="http://schemas.microsoft.com/office/drawing/2014/main"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a16:creationId xmlns:a16="http://schemas.microsoft.com/office/drawing/2014/main"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a16:creationId xmlns:a16="http://schemas.microsoft.com/office/drawing/2014/main"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a16:creationId xmlns:a16="http://schemas.microsoft.com/office/drawing/2014/main"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a16:creationId xmlns:a16="http://schemas.microsoft.com/office/drawing/2014/main"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a16:creationId xmlns:a16="http://schemas.microsoft.com/office/drawing/2014/main"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a16:creationId xmlns:a16="http://schemas.microsoft.com/office/drawing/2014/main"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a16:creationId xmlns:a16="http://schemas.microsoft.com/office/drawing/2014/main"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a16:creationId xmlns:a16="http://schemas.microsoft.com/office/drawing/2014/main"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a16:creationId xmlns:a16="http://schemas.microsoft.com/office/drawing/2014/main"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a16:creationId xmlns:a16="http://schemas.microsoft.com/office/drawing/2014/main"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a16:creationId xmlns:a16="http://schemas.microsoft.com/office/drawing/2014/main"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a16:creationId xmlns:a16="http://schemas.microsoft.com/office/drawing/2014/main"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a16:creationId xmlns:a16="http://schemas.microsoft.com/office/drawing/2014/main"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a16:creationId xmlns:a16="http://schemas.microsoft.com/office/drawing/2014/main"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a16:creationId xmlns:a16="http://schemas.microsoft.com/office/drawing/2014/main"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a16:creationId xmlns:a16="http://schemas.microsoft.com/office/drawing/2014/main"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a16:creationId xmlns:a16="http://schemas.microsoft.com/office/drawing/2014/main"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a16:creationId xmlns:a16="http://schemas.microsoft.com/office/drawing/2014/main"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a16:creationId xmlns:a16="http://schemas.microsoft.com/office/drawing/2014/main"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a16:creationId xmlns:a16="http://schemas.microsoft.com/office/drawing/2014/main"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a16:creationId xmlns:a16="http://schemas.microsoft.com/office/drawing/2014/main"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a16:creationId xmlns:a16="http://schemas.microsoft.com/office/drawing/2014/main"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a16:creationId xmlns:a16="http://schemas.microsoft.com/office/drawing/2014/main"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a16:creationId xmlns:a16="http://schemas.microsoft.com/office/drawing/2014/main"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a16:creationId xmlns:a16="http://schemas.microsoft.com/office/drawing/2014/main"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a16:creationId xmlns:a16="http://schemas.microsoft.com/office/drawing/2014/main"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a16:creationId xmlns:a16="http://schemas.microsoft.com/office/drawing/2014/main"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a16:creationId xmlns:a16="http://schemas.microsoft.com/office/drawing/2014/main"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a16:creationId xmlns:a16="http://schemas.microsoft.com/office/drawing/2014/main"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a16:creationId xmlns:a16="http://schemas.microsoft.com/office/drawing/2014/main"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a16:creationId xmlns:a16="http://schemas.microsoft.com/office/drawing/2014/main"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a16:creationId xmlns:a16="http://schemas.microsoft.com/office/drawing/2014/main"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a16:creationId xmlns:a16="http://schemas.microsoft.com/office/drawing/2014/main"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a16:creationId xmlns:a16="http://schemas.microsoft.com/office/drawing/2014/main"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a16:creationId xmlns:a16="http://schemas.microsoft.com/office/drawing/2014/main"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a16:creationId xmlns:a16="http://schemas.microsoft.com/office/drawing/2014/main"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a16:creationId xmlns:a16="http://schemas.microsoft.com/office/drawing/2014/main"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a16:creationId xmlns:a16="http://schemas.microsoft.com/office/drawing/2014/main"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a16:creationId xmlns:a16="http://schemas.microsoft.com/office/drawing/2014/main"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a16:creationId xmlns:a16="http://schemas.microsoft.com/office/drawing/2014/main"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a16:creationId xmlns:a16="http://schemas.microsoft.com/office/drawing/2014/main"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a16:creationId xmlns:a16="http://schemas.microsoft.com/office/drawing/2014/main"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a16:creationId xmlns:a16="http://schemas.microsoft.com/office/drawing/2014/main"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a16:creationId xmlns:a16="http://schemas.microsoft.com/office/drawing/2014/main"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a16:creationId xmlns:a16="http://schemas.microsoft.com/office/drawing/2014/main"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a16:creationId xmlns:a16="http://schemas.microsoft.com/office/drawing/2014/main"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a16:creationId xmlns:a16="http://schemas.microsoft.com/office/drawing/2014/main"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a16:creationId xmlns:a16="http://schemas.microsoft.com/office/drawing/2014/main"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a16:creationId xmlns:a16="http://schemas.microsoft.com/office/drawing/2014/main"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a16:creationId xmlns:a16="http://schemas.microsoft.com/office/drawing/2014/main"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a16:creationId xmlns:a16="http://schemas.microsoft.com/office/drawing/2014/main"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a16:creationId xmlns:a16="http://schemas.microsoft.com/office/drawing/2014/main"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a16:creationId xmlns:a16="http://schemas.microsoft.com/office/drawing/2014/main"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a16:creationId xmlns:a16="http://schemas.microsoft.com/office/drawing/2014/main"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a16:creationId xmlns:a16="http://schemas.microsoft.com/office/drawing/2014/main"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a16:creationId xmlns:a16="http://schemas.microsoft.com/office/drawing/2014/main"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a16:creationId xmlns:a16="http://schemas.microsoft.com/office/drawing/2014/main"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a16:creationId xmlns:a16="http://schemas.microsoft.com/office/drawing/2014/main"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a16:creationId xmlns:a16="http://schemas.microsoft.com/office/drawing/2014/main"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a16:creationId xmlns:a16="http://schemas.microsoft.com/office/drawing/2014/main"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a16:creationId xmlns:a16="http://schemas.microsoft.com/office/drawing/2014/main"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a16:creationId xmlns:a16="http://schemas.microsoft.com/office/drawing/2014/main"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a16:creationId xmlns:a16="http://schemas.microsoft.com/office/drawing/2014/main"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a16:creationId xmlns:a16="http://schemas.microsoft.com/office/drawing/2014/main"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a16:creationId xmlns:a16="http://schemas.microsoft.com/office/drawing/2014/main"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a16:creationId xmlns:a16="http://schemas.microsoft.com/office/drawing/2014/main"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a16:creationId xmlns:a16="http://schemas.microsoft.com/office/drawing/2014/main"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a16:creationId xmlns:a16="http://schemas.microsoft.com/office/drawing/2014/main"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a16:creationId xmlns:a16="http://schemas.microsoft.com/office/drawing/2014/main"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a16:creationId xmlns:a16="http://schemas.microsoft.com/office/drawing/2014/main"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a16:creationId xmlns:a16="http://schemas.microsoft.com/office/drawing/2014/main"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a16:creationId xmlns:a16="http://schemas.microsoft.com/office/drawing/2014/main"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a16:creationId xmlns:a16="http://schemas.microsoft.com/office/drawing/2014/main"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a16:creationId xmlns:a16="http://schemas.microsoft.com/office/drawing/2014/main"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a16:creationId xmlns:a16="http://schemas.microsoft.com/office/drawing/2014/main"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a16:creationId xmlns:a16="http://schemas.microsoft.com/office/drawing/2014/main"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a16:creationId xmlns:a16="http://schemas.microsoft.com/office/drawing/2014/main"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a16:creationId xmlns:a16="http://schemas.microsoft.com/office/drawing/2014/main"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a16:creationId xmlns:a16="http://schemas.microsoft.com/office/drawing/2014/main"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a16:creationId xmlns:a16="http://schemas.microsoft.com/office/drawing/2014/main"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a16:creationId xmlns:a16="http://schemas.microsoft.com/office/drawing/2014/main"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a16:creationId xmlns:a16="http://schemas.microsoft.com/office/drawing/2014/main"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a16:creationId xmlns:a16="http://schemas.microsoft.com/office/drawing/2014/main"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a16:creationId xmlns:a16="http://schemas.microsoft.com/office/drawing/2014/main"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a16:creationId xmlns:a16="http://schemas.microsoft.com/office/drawing/2014/main"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a16:creationId xmlns:a16="http://schemas.microsoft.com/office/drawing/2014/main"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a16:creationId xmlns:a16="http://schemas.microsoft.com/office/drawing/2014/main"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a16:creationId xmlns:a16="http://schemas.microsoft.com/office/drawing/2014/main"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a16:creationId xmlns:a16="http://schemas.microsoft.com/office/drawing/2014/main"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a16:creationId xmlns:a16="http://schemas.microsoft.com/office/drawing/2014/main"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a16:creationId xmlns:a16="http://schemas.microsoft.com/office/drawing/2014/main"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a16:creationId xmlns:a16="http://schemas.microsoft.com/office/drawing/2014/main"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a16:creationId xmlns:a16="http://schemas.microsoft.com/office/drawing/2014/main"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a16:creationId xmlns:a16="http://schemas.microsoft.com/office/drawing/2014/main"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a16:creationId xmlns:a16="http://schemas.microsoft.com/office/drawing/2014/main"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a16:creationId xmlns:a16="http://schemas.microsoft.com/office/drawing/2014/main"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a16:creationId xmlns:a16="http://schemas.microsoft.com/office/drawing/2014/main"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a16:creationId xmlns:a16="http://schemas.microsoft.com/office/drawing/2014/main"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a16:creationId xmlns:a16="http://schemas.microsoft.com/office/drawing/2014/main"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a16:creationId xmlns:a16="http://schemas.microsoft.com/office/drawing/2014/main"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a16:creationId xmlns:a16="http://schemas.microsoft.com/office/drawing/2014/main"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a16:creationId xmlns:a16="http://schemas.microsoft.com/office/drawing/2014/main"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a16:creationId xmlns:a16="http://schemas.microsoft.com/office/drawing/2014/main"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a16:creationId xmlns:a16="http://schemas.microsoft.com/office/drawing/2014/main"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a16:creationId xmlns:a16="http://schemas.microsoft.com/office/drawing/2014/main"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a16:creationId xmlns:a16="http://schemas.microsoft.com/office/drawing/2014/main"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a16:creationId xmlns:a16="http://schemas.microsoft.com/office/drawing/2014/main"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a16:creationId xmlns:a16="http://schemas.microsoft.com/office/drawing/2014/main"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a16:creationId xmlns:a16="http://schemas.microsoft.com/office/drawing/2014/main"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a16:creationId xmlns:a16="http://schemas.microsoft.com/office/drawing/2014/main"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a16:creationId xmlns:a16="http://schemas.microsoft.com/office/drawing/2014/main"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a16:creationId xmlns:a16="http://schemas.microsoft.com/office/drawing/2014/main"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a16:creationId xmlns:a16="http://schemas.microsoft.com/office/drawing/2014/main"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a16:creationId xmlns:a16="http://schemas.microsoft.com/office/drawing/2014/main"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a16:creationId xmlns:a16="http://schemas.microsoft.com/office/drawing/2014/main"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a16:creationId xmlns:a16="http://schemas.microsoft.com/office/drawing/2014/main"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a16:creationId xmlns:a16="http://schemas.microsoft.com/office/drawing/2014/main"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a16:creationId xmlns:a16="http://schemas.microsoft.com/office/drawing/2014/main"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a16:creationId xmlns:a16="http://schemas.microsoft.com/office/drawing/2014/main"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a16:creationId xmlns:a16="http://schemas.microsoft.com/office/drawing/2014/main"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a16:creationId xmlns:a16="http://schemas.microsoft.com/office/drawing/2014/main"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a16:creationId xmlns:a16="http://schemas.microsoft.com/office/drawing/2014/main"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a16:creationId xmlns:a16="http://schemas.microsoft.com/office/drawing/2014/main"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a16:creationId xmlns:a16="http://schemas.microsoft.com/office/drawing/2014/main"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a16:creationId xmlns:a16="http://schemas.microsoft.com/office/drawing/2014/main"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a16:creationId xmlns:a16="http://schemas.microsoft.com/office/drawing/2014/main"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a16:creationId xmlns:a16="http://schemas.microsoft.com/office/drawing/2014/main"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a16:creationId xmlns:a16="http://schemas.microsoft.com/office/drawing/2014/main"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a16:creationId xmlns:a16="http://schemas.microsoft.com/office/drawing/2014/main"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a16:creationId xmlns:a16="http://schemas.microsoft.com/office/drawing/2014/main"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a16:creationId xmlns:a16="http://schemas.microsoft.com/office/drawing/2014/main"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a16:creationId xmlns:a16="http://schemas.microsoft.com/office/drawing/2014/main"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a16:creationId xmlns:a16="http://schemas.microsoft.com/office/drawing/2014/main"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a16:creationId xmlns:a16="http://schemas.microsoft.com/office/drawing/2014/main"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a16:creationId xmlns:a16="http://schemas.microsoft.com/office/drawing/2014/main"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a16:creationId xmlns:a16="http://schemas.microsoft.com/office/drawing/2014/main"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a16:creationId xmlns:a16="http://schemas.microsoft.com/office/drawing/2014/main"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a16:creationId xmlns:a16="http://schemas.microsoft.com/office/drawing/2014/main"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a16:creationId xmlns:a16="http://schemas.microsoft.com/office/drawing/2014/main"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a16:creationId xmlns:a16="http://schemas.microsoft.com/office/drawing/2014/main"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a16:creationId xmlns:a16="http://schemas.microsoft.com/office/drawing/2014/main"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a16:creationId xmlns:a16="http://schemas.microsoft.com/office/drawing/2014/main"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a16:creationId xmlns:a16="http://schemas.microsoft.com/office/drawing/2014/main"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a16:creationId xmlns:a16="http://schemas.microsoft.com/office/drawing/2014/main"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a16:creationId xmlns:a16="http://schemas.microsoft.com/office/drawing/2014/main"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a16:creationId xmlns:a16="http://schemas.microsoft.com/office/drawing/2014/main"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a16:creationId xmlns:a16="http://schemas.microsoft.com/office/drawing/2014/main"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a16:creationId xmlns:a16="http://schemas.microsoft.com/office/drawing/2014/main"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a16:creationId xmlns:a16="http://schemas.microsoft.com/office/drawing/2014/main"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a16:creationId xmlns:a16="http://schemas.microsoft.com/office/drawing/2014/main"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a16:creationId xmlns:a16="http://schemas.microsoft.com/office/drawing/2014/main"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a16:creationId xmlns:a16="http://schemas.microsoft.com/office/drawing/2014/main"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a16:creationId xmlns:a16="http://schemas.microsoft.com/office/drawing/2014/main"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a16:creationId xmlns:a16="http://schemas.microsoft.com/office/drawing/2014/main"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a16:creationId xmlns:a16="http://schemas.microsoft.com/office/drawing/2014/main"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a16:creationId xmlns:a16="http://schemas.microsoft.com/office/drawing/2014/main"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a16:creationId xmlns:a16="http://schemas.microsoft.com/office/drawing/2014/main"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a16:creationId xmlns:a16="http://schemas.microsoft.com/office/drawing/2014/main"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a16:creationId xmlns:a16="http://schemas.microsoft.com/office/drawing/2014/main"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a16:creationId xmlns:a16="http://schemas.microsoft.com/office/drawing/2014/main"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a16:creationId xmlns:a16="http://schemas.microsoft.com/office/drawing/2014/main"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a16:creationId xmlns:a16="http://schemas.microsoft.com/office/drawing/2014/main"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a16:creationId xmlns:a16="http://schemas.microsoft.com/office/drawing/2014/main"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a16:creationId xmlns:a16="http://schemas.microsoft.com/office/drawing/2014/main"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a16:creationId xmlns:a16="http://schemas.microsoft.com/office/drawing/2014/main"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a16:creationId xmlns:a16="http://schemas.microsoft.com/office/drawing/2014/main"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a16:creationId xmlns:a16="http://schemas.microsoft.com/office/drawing/2014/main"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a16:creationId xmlns:a16="http://schemas.microsoft.com/office/drawing/2014/main"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a16:creationId xmlns:a16="http://schemas.microsoft.com/office/drawing/2014/main"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a16:creationId xmlns:a16="http://schemas.microsoft.com/office/drawing/2014/main"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a16:creationId xmlns:a16="http://schemas.microsoft.com/office/drawing/2014/main"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a16:creationId xmlns:a16="http://schemas.microsoft.com/office/drawing/2014/main"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a16:creationId xmlns:a16="http://schemas.microsoft.com/office/drawing/2014/main"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a16:creationId xmlns:a16="http://schemas.microsoft.com/office/drawing/2014/main"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a16:creationId xmlns:a16="http://schemas.microsoft.com/office/drawing/2014/main"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a16:creationId xmlns:a16="http://schemas.microsoft.com/office/drawing/2014/main"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a16:creationId xmlns:a16="http://schemas.microsoft.com/office/drawing/2014/main"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a16:creationId xmlns:a16="http://schemas.microsoft.com/office/drawing/2014/main"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a16:creationId xmlns:a16="http://schemas.microsoft.com/office/drawing/2014/main"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a16:creationId xmlns:a16="http://schemas.microsoft.com/office/drawing/2014/main"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a16:creationId xmlns:a16="http://schemas.microsoft.com/office/drawing/2014/main"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a16:creationId xmlns:a16="http://schemas.microsoft.com/office/drawing/2014/main"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a16:creationId xmlns:a16="http://schemas.microsoft.com/office/drawing/2014/main"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a16:creationId xmlns:a16="http://schemas.microsoft.com/office/drawing/2014/main"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a16:creationId xmlns:a16="http://schemas.microsoft.com/office/drawing/2014/main"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a16:creationId xmlns:a16="http://schemas.microsoft.com/office/drawing/2014/main"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a16:creationId xmlns:a16="http://schemas.microsoft.com/office/drawing/2014/main"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a16:creationId xmlns:a16="http://schemas.microsoft.com/office/drawing/2014/main"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a16:creationId xmlns:a16="http://schemas.microsoft.com/office/drawing/2014/main"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a16:creationId xmlns:a16="http://schemas.microsoft.com/office/drawing/2014/main"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a16:creationId xmlns:a16="http://schemas.microsoft.com/office/drawing/2014/main"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a16:creationId xmlns:a16="http://schemas.microsoft.com/office/drawing/2014/main"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a16:creationId xmlns:a16="http://schemas.microsoft.com/office/drawing/2014/main"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a16:creationId xmlns:a16="http://schemas.microsoft.com/office/drawing/2014/main"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a16:creationId xmlns:a16="http://schemas.microsoft.com/office/drawing/2014/main"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a16:creationId xmlns:a16="http://schemas.microsoft.com/office/drawing/2014/main"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a16:creationId xmlns:a16="http://schemas.microsoft.com/office/drawing/2014/main"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a16:creationId xmlns:a16="http://schemas.microsoft.com/office/drawing/2014/main"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a16:creationId xmlns:a16="http://schemas.microsoft.com/office/drawing/2014/main"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a16:creationId xmlns:a16="http://schemas.microsoft.com/office/drawing/2014/main"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a16:creationId xmlns:a16="http://schemas.microsoft.com/office/drawing/2014/main"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a16:creationId xmlns:a16="http://schemas.microsoft.com/office/drawing/2014/main"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a16:creationId xmlns:a16="http://schemas.microsoft.com/office/drawing/2014/main"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a16:creationId xmlns:a16="http://schemas.microsoft.com/office/drawing/2014/main"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a16:creationId xmlns:a16="http://schemas.microsoft.com/office/drawing/2014/main"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a16:creationId xmlns:a16="http://schemas.microsoft.com/office/drawing/2014/main"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a16:creationId xmlns:a16="http://schemas.microsoft.com/office/drawing/2014/main"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a16:creationId xmlns:a16="http://schemas.microsoft.com/office/drawing/2014/main"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a16:creationId xmlns:a16="http://schemas.microsoft.com/office/drawing/2014/main"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a16:creationId xmlns:a16="http://schemas.microsoft.com/office/drawing/2014/main"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a16:creationId xmlns:a16="http://schemas.microsoft.com/office/drawing/2014/main"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a16:creationId xmlns:a16="http://schemas.microsoft.com/office/drawing/2014/main"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a16:creationId xmlns:a16="http://schemas.microsoft.com/office/drawing/2014/main"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a16:creationId xmlns:a16="http://schemas.microsoft.com/office/drawing/2014/main"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a16:creationId xmlns:a16="http://schemas.microsoft.com/office/drawing/2014/main"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a16:creationId xmlns:a16="http://schemas.microsoft.com/office/drawing/2014/main"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a16:creationId xmlns:a16="http://schemas.microsoft.com/office/drawing/2014/main"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a16:creationId xmlns:a16="http://schemas.microsoft.com/office/drawing/2014/main"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a16:creationId xmlns:a16="http://schemas.microsoft.com/office/drawing/2014/main"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a16:creationId xmlns:a16="http://schemas.microsoft.com/office/drawing/2014/main"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a16:creationId xmlns:a16="http://schemas.microsoft.com/office/drawing/2014/main"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a16:creationId xmlns:a16="http://schemas.microsoft.com/office/drawing/2014/main"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a16:creationId xmlns:a16="http://schemas.microsoft.com/office/drawing/2014/main"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a16:creationId xmlns:a16="http://schemas.microsoft.com/office/drawing/2014/main"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a16:creationId xmlns:a16="http://schemas.microsoft.com/office/drawing/2014/main"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a16:creationId xmlns:a16="http://schemas.microsoft.com/office/drawing/2014/main"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a16:creationId xmlns:a16="http://schemas.microsoft.com/office/drawing/2014/main"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a16:creationId xmlns:a16="http://schemas.microsoft.com/office/drawing/2014/main"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a16:creationId xmlns:a16="http://schemas.microsoft.com/office/drawing/2014/main"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a16:creationId xmlns:a16="http://schemas.microsoft.com/office/drawing/2014/main"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a16:creationId xmlns:a16="http://schemas.microsoft.com/office/drawing/2014/main"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a16:creationId xmlns:a16="http://schemas.microsoft.com/office/drawing/2014/main"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a16:creationId xmlns:a16="http://schemas.microsoft.com/office/drawing/2014/main"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a16:creationId xmlns:a16="http://schemas.microsoft.com/office/drawing/2014/main"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a16:creationId xmlns:a16="http://schemas.microsoft.com/office/drawing/2014/main"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a16:creationId xmlns:a16="http://schemas.microsoft.com/office/drawing/2014/main"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a16:creationId xmlns:a16="http://schemas.microsoft.com/office/drawing/2014/main"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905923048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a16:creationId xmlns:a16="http://schemas.microsoft.com/office/drawing/2014/main"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a16:creationId xmlns:a16="http://schemas.microsoft.com/office/drawing/2014/main"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a16:creationId xmlns:a16="http://schemas.microsoft.com/office/drawing/2014/main"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a16:creationId xmlns:a16="http://schemas.microsoft.com/office/drawing/2014/main"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a16:creationId xmlns:a16="http://schemas.microsoft.com/office/drawing/2014/main"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a16:creationId xmlns:a16="http://schemas.microsoft.com/office/drawing/2014/main"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a16:creationId xmlns:a16="http://schemas.microsoft.com/office/drawing/2014/main"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a16:creationId xmlns:a16="http://schemas.microsoft.com/office/drawing/2014/main"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a16:creationId xmlns:a16="http://schemas.microsoft.com/office/drawing/2014/main"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a16:creationId xmlns:a16="http://schemas.microsoft.com/office/drawing/2014/main"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a16:creationId xmlns:a16="http://schemas.microsoft.com/office/drawing/2014/main"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a16:creationId xmlns:a16="http://schemas.microsoft.com/office/drawing/2014/main"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a16:creationId xmlns:a16="http://schemas.microsoft.com/office/drawing/2014/main"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a16:creationId xmlns:a16="http://schemas.microsoft.com/office/drawing/2014/main"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a16:creationId xmlns:a16="http://schemas.microsoft.com/office/drawing/2014/main"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a16:creationId xmlns:a16="http://schemas.microsoft.com/office/drawing/2014/main"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a16:creationId xmlns:a16="http://schemas.microsoft.com/office/drawing/2014/main"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a16:creationId xmlns:a16="http://schemas.microsoft.com/office/drawing/2014/main"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a16:creationId xmlns:a16="http://schemas.microsoft.com/office/drawing/2014/main"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a16:creationId xmlns:a16="http://schemas.microsoft.com/office/drawing/2014/main"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a16:creationId xmlns:a16="http://schemas.microsoft.com/office/drawing/2014/main"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a16:creationId xmlns:a16="http://schemas.microsoft.com/office/drawing/2014/main"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a16:creationId xmlns:a16="http://schemas.microsoft.com/office/drawing/2014/main"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a16:creationId xmlns:a16="http://schemas.microsoft.com/office/drawing/2014/main"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a16:creationId xmlns:a16="http://schemas.microsoft.com/office/drawing/2014/main"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a16:creationId xmlns:a16="http://schemas.microsoft.com/office/drawing/2014/main"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a16:creationId xmlns:a16="http://schemas.microsoft.com/office/drawing/2014/main"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a16:creationId xmlns:a16="http://schemas.microsoft.com/office/drawing/2014/main"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a16:creationId xmlns:a16="http://schemas.microsoft.com/office/drawing/2014/main"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a16:creationId xmlns:a16="http://schemas.microsoft.com/office/drawing/2014/main"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a16:creationId xmlns:a16="http://schemas.microsoft.com/office/drawing/2014/main"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a16:creationId xmlns:a16="http://schemas.microsoft.com/office/drawing/2014/main"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a16:creationId xmlns:a16="http://schemas.microsoft.com/office/drawing/2014/main"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a16:creationId xmlns:a16="http://schemas.microsoft.com/office/drawing/2014/main"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a16:creationId xmlns:a16="http://schemas.microsoft.com/office/drawing/2014/main"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a16:creationId xmlns:a16="http://schemas.microsoft.com/office/drawing/2014/main"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a16:creationId xmlns:a16="http://schemas.microsoft.com/office/drawing/2014/main"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a16:creationId xmlns:a16="http://schemas.microsoft.com/office/drawing/2014/main"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a16:creationId xmlns:a16="http://schemas.microsoft.com/office/drawing/2014/main"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a16:creationId xmlns:a16="http://schemas.microsoft.com/office/drawing/2014/main"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a16:creationId xmlns:a16="http://schemas.microsoft.com/office/drawing/2014/main"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a16:creationId xmlns:a16="http://schemas.microsoft.com/office/drawing/2014/main"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a16:creationId xmlns:a16="http://schemas.microsoft.com/office/drawing/2014/main"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a16:creationId xmlns:a16="http://schemas.microsoft.com/office/drawing/2014/main"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a16:creationId xmlns:a16="http://schemas.microsoft.com/office/drawing/2014/main"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a16:creationId xmlns:a16="http://schemas.microsoft.com/office/drawing/2014/main"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a16:creationId xmlns:a16="http://schemas.microsoft.com/office/drawing/2014/main"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a16:creationId xmlns:a16="http://schemas.microsoft.com/office/drawing/2014/main"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a16:creationId xmlns:a16="http://schemas.microsoft.com/office/drawing/2014/main"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a16:creationId xmlns:a16="http://schemas.microsoft.com/office/drawing/2014/main"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a16:creationId xmlns:a16="http://schemas.microsoft.com/office/drawing/2014/main"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a16:creationId xmlns:a16="http://schemas.microsoft.com/office/drawing/2014/main"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a16:creationId xmlns:a16="http://schemas.microsoft.com/office/drawing/2014/main"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a16:creationId xmlns:a16="http://schemas.microsoft.com/office/drawing/2014/main"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a16:creationId xmlns:a16="http://schemas.microsoft.com/office/drawing/2014/main"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a16:creationId xmlns:a16="http://schemas.microsoft.com/office/drawing/2014/main"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a16:creationId xmlns:a16="http://schemas.microsoft.com/office/drawing/2014/main"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a16:creationId xmlns:a16="http://schemas.microsoft.com/office/drawing/2014/main"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a16:creationId xmlns:a16="http://schemas.microsoft.com/office/drawing/2014/main"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a16:creationId xmlns:a16="http://schemas.microsoft.com/office/drawing/2014/main"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a16:creationId xmlns:a16="http://schemas.microsoft.com/office/drawing/2014/main"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a16:creationId xmlns:a16="http://schemas.microsoft.com/office/drawing/2014/main"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a16:creationId xmlns:a16="http://schemas.microsoft.com/office/drawing/2014/main"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a16:creationId xmlns:a16="http://schemas.microsoft.com/office/drawing/2014/main"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a16:creationId xmlns:a16="http://schemas.microsoft.com/office/drawing/2014/main"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a16:creationId xmlns:a16="http://schemas.microsoft.com/office/drawing/2014/main"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a16:creationId xmlns:a16="http://schemas.microsoft.com/office/drawing/2014/main"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a16:creationId xmlns:a16="http://schemas.microsoft.com/office/drawing/2014/main"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a16:creationId xmlns:a16="http://schemas.microsoft.com/office/drawing/2014/main"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a16:creationId xmlns:a16="http://schemas.microsoft.com/office/drawing/2014/main"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a16:creationId xmlns:a16="http://schemas.microsoft.com/office/drawing/2014/main"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a16:creationId xmlns:a16="http://schemas.microsoft.com/office/drawing/2014/main"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a16:creationId xmlns:a16="http://schemas.microsoft.com/office/drawing/2014/main"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a16:creationId xmlns:a16="http://schemas.microsoft.com/office/drawing/2014/main"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a16:creationId xmlns:a16="http://schemas.microsoft.com/office/drawing/2014/main"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a16:creationId xmlns:a16="http://schemas.microsoft.com/office/drawing/2014/main"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a16:creationId xmlns:a16="http://schemas.microsoft.com/office/drawing/2014/main"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a16:creationId xmlns:a16="http://schemas.microsoft.com/office/drawing/2014/main"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a16:creationId xmlns:a16="http://schemas.microsoft.com/office/drawing/2014/main"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a16:creationId xmlns:a16="http://schemas.microsoft.com/office/drawing/2014/main"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a16:creationId xmlns:a16="http://schemas.microsoft.com/office/drawing/2014/main"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a16:creationId xmlns:a16="http://schemas.microsoft.com/office/drawing/2014/main"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a16:creationId xmlns:a16="http://schemas.microsoft.com/office/drawing/2014/main"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a16:creationId xmlns:a16="http://schemas.microsoft.com/office/drawing/2014/main"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a16:creationId xmlns:a16="http://schemas.microsoft.com/office/drawing/2014/main"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a16:creationId xmlns:a16="http://schemas.microsoft.com/office/drawing/2014/main"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a16:creationId xmlns:a16="http://schemas.microsoft.com/office/drawing/2014/main"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a16:creationId xmlns:a16="http://schemas.microsoft.com/office/drawing/2014/main"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a16:creationId xmlns:a16="http://schemas.microsoft.com/office/drawing/2014/main"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a16:creationId xmlns:a16="http://schemas.microsoft.com/office/drawing/2014/main"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a16:creationId xmlns:a16="http://schemas.microsoft.com/office/drawing/2014/main"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a16:creationId xmlns:a16="http://schemas.microsoft.com/office/drawing/2014/main"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a16:creationId xmlns:a16="http://schemas.microsoft.com/office/drawing/2014/main"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a16:creationId xmlns:a16="http://schemas.microsoft.com/office/drawing/2014/main"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a16:creationId xmlns:a16="http://schemas.microsoft.com/office/drawing/2014/main"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a16:creationId xmlns:a16="http://schemas.microsoft.com/office/drawing/2014/main"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a16:creationId xmlns:a16="http://schemas.microsoft.com/office/drawing/2014/main"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a16:creationId xmlns:a16="http://schemas.microsoft.com/office/drawing/2014/main"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a16:creationId xmlns:a16="http://schemas.microsoft.com/office/drawing/2014/main"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a16:creationId xmlns:a16="http://schemas.microsoft.com/office/drawing/2014/main"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a16:creationId xmlns:a16="http://schemas.microsoft.com/office/drawing/2014/main"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a16:creationId xmlns:a16="http://schemas.microsoft.com/office/drawing/2014/main"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a16:creationId xmlns:a16="http://schemas.microsoft.com/office/drawing/2014/main"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a16:creationId xmlns:a16="http://schemas.microsoft.com/office/drawing/2014/main"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a16:creationId xmlns:a16="http://schemas.microsoft.com/office/drawing/2014/main"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a16:creationId xmlns:a16="http://schemas.microsoft.com/office/drawing/2014/main"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a16:creationId xmlns:a16="http://schemas.microsoft.com/office/drawing/2014/main"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a16:creationId xmlns:a16="http://schemas.microsoft.com/office/drawing/2014/main"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a16:creationId xmlns:a16="http://schemas.microsoft.com/office/drawing/2014/main"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a16:creationId xmlns:a16="http://schemas.microsoft.com/office/drawing/2014/main"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a16:creationId xmlns:a16="http://schemas.microsoft.com/office/drawing/2014/main"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a16:creationId xmlns:a16="http://schemas.microsoft.com/office/drawing/2014/main"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a16:creationId xmlns:a16="http://schemas.microsoft.com/office/drawing/2014/main"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a16:creationId xmlns:a16="http://schemas.microsoft.com/office/drawing/2014/main"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a16:creationId xmlns:a16="http://schemas.microsoft.com/office/drawing/2014/main"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a16:creationId xmlns:a16="http://schemas.microsoft.com/office/drawing/2014/main"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a16:creationId xmlns:a16="http://schemas.microsoft.com/office/drawing/2014/main"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a16:creationId xmlns:a16="http://schemas.microsoft.com/office/drawing/2014/main"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a16:creationId xmlns:a16="http://schemas.microsoft.com/office/drawing/2014/main"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a16:creationId xmlns:a16="http://schemas.microsoft.com/office/drawing/2014/main"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a16:creationId xmlns:a16="http://schemas.microsoft.com/office/drawing/2014/main"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a16:creationId xmlns:a16="http://schemas.microsoft.com/office/drawing/2014/main"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a16:creationId xmlns:a16="http://schemas.microsoft.com/office/drawing/2014/main"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a16:creationId xmlns:a16="http://schemas.microsoft.com/office/drawing/2014/main"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a16:creationId xmlns:a16="http://schemas.microsoft.com/office/drawing/2014/main"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a16:creationId xmlns:a16="http://schemas.microsoft.com/office/drawing/2014/main"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a16:creationId xmlns:a16="http://schemas.microsoft.com/office/drawing/2014/main"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a16:creationId xmlns:a16="http://schemas.microsoft.com/office/drawing/2014/main"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a16:creationId xmlns:a16="http://schemas.microsoft.com/office/drawing/2014/main"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a16:creationId xmlns:a16="http://schemas.microsoft.com/office/drawing/2014/main"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a16:creationId xmlns:a16="http://schemas.microsoft.com/office/drawing/2014/main"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a16:creationId xmlns:a16="http://schemas.microsoft.com/office/drawing/2014/main"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a16:creationId xmlns:a16="http://schemas.microsoft.com/office/drawing/2014/main"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a16:creationId xmlns:a16="http://schemas.microsoft.com/office/drawing/2014/main"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a16:creationId xmlns:a16="http://schemas.microsoft.com/office/drawing/2014/main"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a16:creationId xmlns:a16="http://schemas.microsoft.com/office/drawing/2014/main"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a16:creationId xmlns:a16="http://schemas.microsoft.com/office/drawing/2014/main"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a16:creationId xmlns:a16="http://schemas.microsoft.com/office/drawing/2014/main"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a16:creationId xmlns:a16="http://schemas.microsoft.com/office/drawing/2014/main"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a16:creationId xmlns:a16="http://schemas.microsoft.com/office/drawing/2014/main"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a16:creationId xmlns:a16="http://schemas.microsoft.com/office/drawing/2014/main"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a16:creationId xmlns:a16="http://schemas.microsoft.com/office/drawing/2014/main"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a16:creationId xmlns:a16="http://schemas.microsoft.com/office/drawing/2014/main"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a16:creationId xmlns:a16="http://schemas.microsoft.com/office/drawing/2014/main"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a16:creationId xmlns:a16="http://schemas.microsoft.com/office/drawing/2014/main"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a16:creationId xmlns:a16="http://schemas.microsoft.com/office/drawing/2014/main"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a16:creationId xmlns:a16="http://schemas.microsoft.com/office/drawing/2014/main"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a16:creationId xmlns:a16="http://schemas.microsoft.com/office/drawing/2014/main"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a16:creationId xmlns:a16="http://schemas.microsoft.com/office/drawing/2014/main"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a16:creationId xmlns:a16="http://schemas.microsoft.com/office/drawing/2014/main"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a16:creationId xmlns:a16="http://schemas.microsoft.com/office/drawing/2014/main"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a16:creationId xmlns:a16="http://schemas.microsoft.com/office/drawing/2014/main"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a16:creationId xmlns:a16="http://schemas.microsoft.com/office/drawing/2014/main"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a16:creationId xmlns:a16="http://schemas.microsoft.com/office/drawing/2014/main"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a16:creationId xmlns:a16="http://schemas.microsoft.com/office/drawing/2014/main"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a16:creationId xmlns:a16="http://schemas.microsoft.com/office/drawing/2014/main"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a16:creationId xmlns:a16="http://schemas.microsoft.com/office/drawing/2014/main"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a16:creationId xmlns:a16="http://schemas.microsoft.com/office/drawing/2014/main"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a16:creationId xmlns:a16="http://schemas.microsoft.com/office/drawing/2014/main"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a16:creationId xmlns:a16="http://schemas.microsoft.com/office/drawing/2014/main"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a16:creationId xmlns:a16="http://schemas.microsoft.com/office/drawing/2014/main"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a16:creationId xmlns:a16="http://schemas.microsoft.com/office/drawing/2014/main"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a16:creationId xmlns:a16="http://schemas.microsoft.com/office/drawing/2014/main"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a16:creationId xmlns:a16="http://schemas.microsoft.com/office/drawing/2014/main"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a16:creationId xmlns:a16="http://schemas.microsoft.com/office/drawing/2014/main"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a16:creationId xmlns:a16="http://schemas.microsoft.com/office/drawing/2014/main"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a16:creationId xmlns:a16="http://schemas.microsoft.com/office/drawing/2014/main"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a16:creationId xmlns:a16="http://schemas.microsoft.com/office/drawing/2014/main"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a16:creationId xmlns:a16="http://schemas.microsoft.com/office/drawing/2014/main"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a16:creationId xmlns:a16="http://schemas.microsoft.com/office/drawing/2014/main"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a16:creationId xmlns:a16="http://schemas.microsoft.com/office/drawing/2014/main"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a16:creationId xmlns:a16="http://schemas.microsoft.com/office/drawing/2014/main"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a16:creationId xmlns:a16="http://schemas.microsoft.com/office/drawing/2014/main"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a16:creationId xmlns:a16="http://schemas.microsoft.com/office/drawing/2014/main"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a16:creationId xmlns:a16="http://schemas.microsoft.com/office/drawing/2014/main"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a16:creationId xmlns:a16="http://schemas.microsoft.com/office/drawing/2014/main"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a16:creationId xmlns:a16="http://schemas.microsoft.com/office/drawing/2014/main"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a16:creationId xmlns:a16="http://schemas.microsoft.com/office/drawing/2014/main"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a16:creationId xmlns:a16="http://schemas.microsoft.com/office/drawing/2014/main"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a16:creationId xmlns:a16="http://schemas.microsoft.com/office/drawing/2014/main"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a16:creationId xmlns:a16="http://schemas.microsoft.com/office/drawing/2014/main"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a16:creationId xmlns:a16="http://schemas.microsoft.com/office/drawing/2014/main"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a16:creationId xmlns:a16="http://schemas.microsoft.com/office/drawing/2014/main"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a16:creationId xmlns:a16="http://schemas.microsoft.com/office/drawing/2014/main"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a16:creationId xmlns:a16="http://schemas.microsoft.com/office/drawing/2014/main"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a16:creationId xmlns:a16="http://schemas.microsoft.com/office/drawing/2014/main"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a16:creationId xmlns:a16="http://schemas.microsoft.com/office/drawing/2014/main"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a16:creationId xmlns:a16="http://schemas.microsoft.com/office/drawing/2014/main"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a16:creationId xmlns:a16="http://schemas.microsoft.com/office/drawing/2014/main"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a16:creationId xmlns:a16="http://schemas.microsoft.com/office/drawing/2014/main"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a16:creationId xmlns:a16="http://schemas.microsoft.com/office/drawing/2014/main"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a16:creationId xmlns:a16="http://schemas.microsoft.com/office/drawing/2014/main"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a16:creationId xmlns:a16="http://schemas.microsoft.com/office/drawing/2014/main"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a16:creationId xmlns:a16="http://schemas.microsoft.com/office/drawing/2014/main"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a16:creationId xmlns:a16="http://schemas.microsoft.com/office/drawing/2014/main"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a16:creationId xmlns:a16="http://schemas.microsoft.com/office/drawing/2014/main"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a16:creationId xmlns:a16="http://schemas.microsoft.com/office/drawing/2014/main"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a16:creationId xmlns:a16="http://schemas.microsoft.com/office/drawing/2014/main"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a16:creationId xmlns:a16="http://schemas.microsoft.com/office/drawing/2014/main"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a16:creationId xmlns:a16="http://schemas.microsoft.com/office/drawing/2014/main"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a16:creationId xmlns:a16="http://schemas.microsoft.com/office/drawing/2014/main"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a16:creationId xmlns:a16="http://schemas.microsoft.com/office/drawing/2014/main"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a16:creationId xmlns:a16="http://schemas.microsoft.com/office/drawing/2014/main"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a16:creationId xmlns:a16="http://schemas.microsoft.com/office/drawing/2014/main"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a16:creationId xmlns:a16="http://schemas.microsoft.com/office/drawing/2014/main"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a16:creationId xmlns:a16="http://schemas.microsoft.com/office/drawing/2014/main"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a16:creationId xmlns:a16="http://schemas.microsoft.com/office/drawing/2014/main"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a16:creationId xmlns:a16="http://schemas.microsoft.com/office/drawing/2014/main"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a16:creationId xmlns:a16="http://schemas.microsoft.com/office/drawing/2014/main"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a16:creationId xmlns:a16="http://schemas.microsoft.com/office/drawing/2014/main"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a16:creationId xmlns:a16="http://schemas.microsoft.com/office/drawing/2014/main"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a16:creationId xmlns:a16="http://schemas.microsoft.com/office/drawing/2014/main"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a16:creationId xmlns:a16="http://schemas.microsoft.com/office/drawing/2014/main"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a16:creationId xmlns:a16="http://schemas.microsoft.com/office/drawing/2014/main"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a16:creationId xmlns:a16="http://schemas.microsoft.com/office/drawing/2014/main"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a16:creationId xmlns:a16="http://schemas.microsoft.com/office/drawing/2014/main"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a16:creationId xmlns:a16="http://schemas.microsoft.com/office/drawing/2014/main"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a16:creationId xmlns:a16="http://schemas.microsoft.com/office/drawing/2014/main"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a16:creationId xmlns:a16="http://schemas.microsoft.com/office/drawing/2014/main"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a16:creationId xmlns:a16="http://schemas.microsoft.com/office/drawing/2014/main"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a16:creationId xmlns:a16="http://schemas.microsoft.com/office/drawing/2014/main"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a16:creationId xmlns:a16="http://schemas.microsoft.com/office/drawing/2014/main"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a16:creationId xmlns:a16="http://schemas.microsoft.com/office/drawing/2014/main"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a16:creationId xmlns:a16="http://schemas.microsoft.com/office/drawing/2014/main"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a16:creationId xmlns:a16="http://schemas.microsoft.com/office/drawing/2014/main"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a16:creationId xmlns:a16="http://schemas.microsoft.com/office/drawing/2014/main"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a16:creationId xmlns:a16="http://schemas.microsoft.com/office/drawing/2014/main"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a16:creationId xmlns:a16="http://schemas.microsoft.com/office/drawing/2014/main"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a16:creationId xmlns:a16="http://schemas.microsoft.com/office/drawing/2014/main"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a16:creationId xmlns:a16="http://schemas.microsoft.com/office/drawing/2014/main"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a16:creationId xmlns:a16="http://schemas.microsoft.com/office/drawing/2014/main"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a16:creationId xmlns:a16="http://schemas.microsoft.com/office/drawing/2014/main"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a16:creationId xmlns:a16="http://schemas.microsoft.com/office/drawing/2014/main"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a16:creationId xmlns:a16="http://schemas.microsoft.com/office/drawing/2014/main"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8953727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a16:creationId xmlns:a16="http://schemas.microsoft.com/office/drawing/2014/main"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a16:creationId xmlns:a16="http://schemas.microsoft.com/office/drawing/2014/main"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a16:creationId xmlns:a16="http://schemas.microsoft.com/office/drawing/2014/main"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a16:creationId xmlns:a16="http://schemas.microsoft.com/office/drawing/2014/main"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a16:creationId xmlns:a16="http://schemas.microsoft.com/office/drawing/2014/main"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a16:creationId xmlns:a16="http://schemas.microsoft.com/office/drawing/2014/main"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a16:creationId xmlns:a16="http://schemas.microsoft.com/office/drawing/2014/main"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a16:creationId xmlns:a16="http://schemas.microsoft.com/office/drawing/2014/main"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a16:creationId xmlns:a16="http://schemas.microsoft.com/office/drawing/2014/main"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a16:creationId xmlns:a16="http://schemas.microsoft.com/office/drawing/2014/main"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a16:creationId xmlns:a16="http://schemas.microsoft.com/office/drawing/2014/main"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a16:creationId xmlns:a16="http://schemas.microsoft.com/office/drawing/2014/main"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a16:creationId xmlns:a16="http://schemas.microsoft.com/office/drawing/2014/main"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a16:creationId xmlns:a16="http://schemas.microsoft.com/office/drawing/2014/main"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a16:creationId xmlns:a16="http://schemas.microsoft.com/office/drawing/2014/main"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a16:creationId xmlns:a16="http://schemas.microsoft.com/office/drawing/2014/main"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a16:creationId xmlns:a16="http://schemas.microsoft.com/office/drawing/2014/main"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a16:creationId xmlns:a16="http://schemas.microsoft.com/office/drawing/2014/main"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a16:creationId xmlns:a16="http://schemas.microsoft.com/office/drawing/2014/main"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a16:creationId xmlns:a16="http://schemas.microsoft.com/office/drawing/2014/main"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a16:creationId xmlns:a16="http://schemas.microsoft.com/office/drawing/2014/main"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a16:creationId xmlns:a16="http://schemas.microsoft.com/office/drawing/2014/main"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a16:creationId xmlns:a16="http://schemas.microsoft.com/office/drawing/2014/main"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a16:creationId xmlns:a16="http://schemas.microsoft.com/office/drawing/2014/main"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a16:creationId xmlns:a16="http://schemas.microsoft.com/office/drawing/2014/main"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a16:creationId xmlns:a16="http://schemas.microsoft.com/office/drawing/2014/main"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a16:creationId xmlns:a16="http://schemas.microsoft.com/office/drawing/2014/main"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a16:creationId xmlns:a16="http://schemas.microsoft.com/office/drawing/2014/main"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a16:creationId xmlns:a16="http://schemas.microsoft.com/office/drawing/2014/main"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a16:creationId xmlns:a16="http://schemas.microsoft.com/office/drawing/2014/main"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a16:creationId xmlns:a16="http://schemas.microsoft.com/office/drawing/2014/main"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a16:creationId xmlns:a16="http://schemas.microsoft.com/office/drawing/2014/main"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a16:creationId xmlns:a16="http://schemas.microsoft.com/office/drawing/2014/main"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a16:creationId xmlns:a16="http://schemas.microsoft.com/office/drawing/2014/main"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a16:creationId xmlns:a16="http://schemas.microsoft.com/office/drawing/2014/main"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a16:creationId xmlns:a16="http://schemas.microsoft.com/office/drawing/2014/main"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a16:creationId xmlns:a16="http://schemas.microsoft.com/office/drawing/2014/main"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a16:creationId xmlns:a16="http://schemas.microsoft.com/office/drawing/2014/main"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a16:creationId xmlns:a16="http://schemas.microsoft.com/office/drawing/2014/main"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a16:creationId xmlns:a16="http://schemas.microsoft.com/office/drawing/2014/main"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a16:creationId xmlns:a16="http://schemas.microsoft.com/office/drawing/2014/main"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a16:creationId xmlns:a16="http://schemas.microsoft.com/office/drawing/2014/main"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a16:creationId xmlns:a16="http://schemas.microsoft.com/office/drawing/2014/main"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a16:creationId xmlns:a16="http://schemas.microsoft.com/office/drawing/2014/main"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a16:creationId xmlns:a16="http://schemas.microsoft.com/office/drawing/2014/main"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a16:creationId xmlns:a16="http://schemas.microsoft.com/office/drawing/2014/main"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a16:creationId xmlns:a16="http://schemas.microsoft.com/office/drawing/2014/main"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a16:creationId xmlns:a16="http://schemas.microsoft.com/office/drawing/2014/main"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a16:creationId xmlns:a16="http://schemas.microsoft.com/office/drawing/2014/main"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a16:creationId xmlns:a16="http://schemas.microsoft.com/office/drawing/2014/main"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a16:creationId xmlns:a16="http://schemas.microsoft.com/office/drawing/2014/main"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a16:creationId xmlns:a16="http://schemas.microsoft.com/office/drawing/2014/main"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a16:creationId xmlns:a16="http://schemas.microsoft.com/office/drawing/2014/main"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a16:creationId xmlns:a16="http://schemas.microsoft.com/office/drawing/2014/main"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a16:creationId xmlns:a16="http://schemas.microsoft.com/office/drawing/2014/main"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a16:creationId xmlns:a16="http://schemas.microsoft.com/office/drawing/2014/main"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a16:creationId xmlns:a16="http://schemas.microsoft.com/office/drawing/2014/main"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a16:creationId xmlns:a16="http://schemas.microsoft.com/office/drawing/2014/main"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a16:creationId xmlns:a16="http://schemas.microsoft.com/office/drawing/2014/main"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a16:creationId xmlns:a16="http://schemas.microsoft.com/office/drawing/2014/main"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a16:creationId xmlns:a16="http://schemas.microsoft.com/office/drawing/2014/main"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a16:creationId xmlns:a16="http://schemas.microsoft.com/office/drawing/2014/main"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a16:creationId xmlns:a16="http://schemas.microsoft.com/office/drawing/2014/main"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a16:creationId xmlns:a16="http://schemas.microsoft.com/office/drawing/2014/main"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a16:creationId xmlns:a16="http://schemas.microsoft.com/office/drawing/2014/main"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a16:creationId xmlns:a16="http://schemas.microsoft.com/office/drawing/2014/main"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a16:creationId xmlns:a16="http://schemas.microsoft.com/office/drawing/2014/main"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a16:creationId xmlns:a16="http://schemas.microsoft.com/office/drawing/2014/main"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a16:creationId xmlns:a16="http://schemas.microsoft.com/office/drawing/2014/main"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a16:creationId xmlns:a16="http://schemas.microsoft.com/office/drawing/2014/main"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a16:creationId xmlns:a16="http://schemas.microsoft.com/office/drawing/2014/main"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a16:creationId xmlns:a16="http://schemas.microsoft.com/office/drawing/2014/main"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a16:creationId xmlns:a16="http://schemas.microsoft.com/office/drawing/2014/main"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a16:creationId xmlns:a16="http://schemas.microsoft.com/office/drawing/2014/main"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a16:creationId xmlns:a16="http://schemas.microsoft.com/office/drawing/2014/main"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a16:creationId xmlns:a16="http://schemas.microsoft.com/office/drawing/2014/main"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a16:creationId xmlns:a16="http://schemas.microsoft.com/office/drawing/2014/main"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a16:creationId xmlns:a16="http://schemas.microsoft.com/office/drawing/2014/main"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a16:creationId xmlns:a16="http://schemas.microsoft.com/office/drawing/2014/main"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a16:creationId xmlns:a16="http://schemas.microsoft.com/office/drawing/2014/main"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a16:creationId xmlns:a16="http://schemas.microsoft.com/office/drawing/2014/main"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a16:creationId xmlns:a16="http://schemas.microsoft.com/office/drawing/2014/main"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a16:creationId xmlns:a16="http://schemas.microsoft.com/office/drawing/2014/main"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a16:creationId xmlns:a16="http://schemas.microsoft.com/office/drawing/2014/main"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a16:creationId xmlns:a16="http://schemas.microsoft.com/office/drawing/2014/main"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a16:creationId xmlns:a16="http://schemas.microsoft.com/office/drawing/2014/main"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a16:creationId xmlns:a16="http://schemas.microsoft.com/office/drawing/2014/main"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a16:creationId xmlns:a16="http://schemas.microsoft.com/office/drawing/2014/main"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a16:creationId xmlns:a16="http://schemas.microsoft.com/office/drawing/2014/main"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a16:creationId xmlns:a16="http://schemas.microsoft.com/office/drawing/2014/main"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a16:creationId xmlns:a16="http://schemas.microsoft.com/office/drawing/2014/main"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a16:creationId xmlns:a16="http://schemas.microsoft.com/office/drawing/2014/main"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a16:creationId xmlns:a16="http://schemas.microsoft.com/office/drawing/2014/main"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a16:creationId xmlns:a16="http://schemas.microsoft.com/office/drawing/2014/main"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a16:creationId xmlns:a16="http://schemas.microsoft.com/office/drawing/2014/main"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a16:creationId xmlns:a16="http://schemas.microsoft.com/office/drawing/2014/main"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a16:creationId xmlns:a16="http://schemas.microsoft.com/office/drawing/2014/main"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a16:creationId xmlns:a16="http://schemas.microsoft.com/office/drawing/2014/main"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a16:creationId xmlns:a16="http://schemas.microsoft.com/office/drawing/2014/main"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a16:creationId xmlns:a16="http://schemas.microsoft.com/office/drawing/2014/main"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a16:creationId xmlns:a16="http://schemas.microsoft.com/office/drawing/2014/main"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a16:creationId xmlns:a16="http://schemas.microsoft.com/office/drawing/2014/main"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a16:creationId xmlns:a16="http://schemas.microsoft.com/office/drawing/2014/main"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a16:creationId xmlns:a16="http://schemas.microsoft.com/office/drawing/2014/main"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a16:creationId xmlns:a16="http://schemas.microsoft.com/office/drawing/2014/main"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a16:creationId xmlns:a16="http://schemas.microsoft.com/office/drawing/2014/main"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a16:creationId xmlns:a16="http://schemas.microsoft.com/office/drawing/2014/main"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a16:creationId xmlns:a16="http://schemas.microsoft.com/office/drawing/2014/main"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a16:creationId xmlns:a16="http://schemas.microsoft.com/office/drawing/2014/main"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a16:creationId xmlns:a16="http://schemas.microsoft.com/office/drawing/2014/main"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a16:creationId xmlns:a16="http://schemas.microsoft.com/office/drawing/2014/main"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a16:creationId xmlns:a16="http://schemas.microsoft.com/office/drawing/2014/main"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a16:creationId xmlns:a16="http://schemas.microsoft.com/office/drawing/2014/main"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a16:creationId xmlns:a16="http://schemas.microsoft.com/office/drawing/2014/main"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a16:creationId xmlns:a16="http://schemas.microsoft.com/office/drawing/2014/main"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a16:creationId xmlns:a16="http://schemas.microsoft.com/office/drawing/2014/main"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a16:creationId xmlns:a16="http://schemas.microsoft.com/office/drawing/2014/main"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a16:creationId xmlns:a16="http://schemas.microsoft.com/office/drawing/2014/main"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a16:creationId xmlns:a16="http://schemas.microsoft.com/office/drawing/2014/main"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a16:creationId xmlns:a16="http://schemas.microsoft.com/office/drawing/2014/main"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a16:creationId xmlns:a16="http://schemas.microsoft.com/office/drawing/2014/main"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a16:creationId xmlns:a16="http://schemas.microsoft.com/office/drawing/2014/main"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a16:creationId xmlns:a16="http://schemas.microsoft.com/office/drawing/2014/main"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a16:creationId xmlns:a16="http://schemas.microsoft.com/office/drawing/2014/main"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a16:creationId xmlns:a16="http://schemas.microsoft.com/office/drawing/2014/main"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a16:creationId xmlns:a16="http://schemas.microsoft.com/office/drawing/2014/main"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a16:creationId xmlns:a16="http://schemas.microsoft.com/office/drawing/2014/main"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a16:creationId xmlns:a16="http://schemas.microsoft.com/office/drawing/2014/main"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a16:creationId xmlns:a16="http://schemas.microsoft.com/office/drawing/2014/main"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a16:creationId xmlns:a16="http://schemas.microsoft.com/office/drawing/2014/main"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a16:creationId xmlns:a16="http://schemas.microsoft.com/office/drawing/2014/main"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a16:creationId xmlns:a16="http://schemas.microsoft.com/office/drawing/2014/main"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a16:creationId xmlns:a16="http://schemas.microsoft.com/office/drawing/2014/main"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a16:creationId xmlns:a16="http://schemas.microsoft.com/office/drawing/2014/main"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a16:creationId xmlns:a16="http://schemas.microsoft.com/office/drawing/2014/main"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a16:creationId xmlns:a16="http://schemas.microsoft.com/office/drawing/2014/main"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a16:creationId xmlns:a16="http://schemas.microsoft.com/office/drawing/2014/main"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a16:creationId xmlns:a16="http://schemas.microsoft.com/office/drawing/2014/main"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a16:creationId xmlns:a16="http://schemas.microsoft.com/office/drawing/2014/main"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a16:creationId xmlns:a16="http://schemas.microsoft.com/office/drawing/2014/main"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a16:creationId xmlns:a16="http://schemas.microsoft.com/office/drawing/2014/main"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a16:creationId xmlns:a16="http://schemas.microsoft.com/office/drawing/2014/main"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a16:creationId xmlns:a16="http://schemas.microsoft.com/office/drawing/2014/main"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a16:creationId xmlns:a16="http://schemas.microsoft.com/office/drawing/2014/main"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a16:creationId xmlns:a16="http://schemas.microsoft.com/office/drawing/2014/main"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a16:creationId xmlns:a16="http://schemas.microsoft.com/office/drawing/2014/main"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a16:creationId xmlns:a16="http://schemas.microsoft.com/office/drawing/2014/main"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a16:creationId xmlns:a16="http://schemas.microsoft.com/office/drawing/2014/main"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a16:creationId xmlns:a16="http://schemas.microsoft.com/office/drawing/2014/main"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a16:creationId xmlns:a16="http://schemas.microsoft.com/office/drawing/2014/main"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a16:creationId xmlns:a16="http://schemas.microsoft.com/office/drawing/2014/main"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a16:creationId xmlns:a16="http://schemas.microsoft.com/office/drawing/2014/main"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a16:creationId xmlns:a16="http://schemas.microsoft.com/office/drawing/2014/main"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a16:creationId xmlns:a16="http://schemas.microsoft.com/office/drawing/2014/main"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a16:creationId xmlns:a16="http://schemas.microsoft.com/office/drawing/2014/main"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a16:creationId xmlns:a16="http://schemas.microsoft.com/office/drawing/2014/main"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a16:creationId xmlns:a16="http://schemas.microsoft.com/office/drawing/2014/main"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a16:creationId xmlns:a16="http://schemas.microsoft.com/office/drawing/2014/main"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a16:creationId xmlns:a16="http://schemas.microsoft.com/office/drawing/2014/main"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a16:creationId xmlns:a16="http://schemas.microsoft.com/office/drawing/2014/main"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a16:creationId xmlns:a16="http://schemas.microsoft.com/office/drawing/2014/main"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a16:creationId xmlns:a16="http://schemas.microsoft.com/office/drawing/2014/main"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a16:creationId xmlns:a16="http://schemas.microsoft.com/office/drawing/2014/main"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a16:creationId xmlns:a16="http://schemas.microsoft.com/office/drawing/2014/main"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a16:creationId xmlns:a16="http://schemas.microsoft.com/office/drawing/2014/main"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a16:creationId xmlns:a16="http://schemas.microsoft.com/office/drawing/2014/main"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a16:creationId xmlns:a16="http://schemas.microsoft.com/office/drawing/2014/main"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a16:creationId xmlns:a16="http://schemas.microsoft.com/office/drawing/2014/main"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a16:creationId xmlns:a16="http://schemas.microsoft.com/office/drawing/2014/main"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a16:creationId xmlns:a16="http://schemas.microsoft.com/office/drawing/2014/main"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a16:creationId xmlns:a16="http://schemas.microsoft.com/office/drawing/2014/main"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a16:creationId xmlns:a16="http://schemas.microsoft.com/office/drawing/2014/main"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a16:creationId xmlns:a16="http://schemas.microsoft.com/office/drawing/2014/main"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p14:creationId xmlns:p14="http://schemas.microsoft.com/office/powerpoint/2010/main" val="3940781347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a16:creationId xmlns:a16="http://schemas.microsoft.com/office/drawing/2014/main"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a16:creationId xmlns:a16="http://schemas.microsoft.com/office/drawing/2014/main"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a16:creationId xmlns:a16="http://schemas.microsoft.com/office/drawing/2014/main"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a16:creationId xmlns:a16="http://schemas.microsoft.com/office/drawing/2014/main"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a16:creationId xmlns:a16="http://schemas.microsoft.com/office/drawing/2014/main"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a16:creationId xmlns:a16="http://schemas.microsoft.com/office/drawing/2014/main"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a16:creationId xmlns:a16="http://schemas.microsoft.com/office/drawing/2014/main"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a16:creationId xmlns:a16="http://schemas.microsoft.com/office/drawing/2014/main"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a16:creationId xmlns:a16="http://schemas.microsoft.com/office/drawing/2014/main"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a16:creationId xmlns:a16="http://schemas.microsoft.com/office/drawing/2014/main"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a16:creationId xmlns:a16="http://schemas.microsoft.com/office/drawing/2014/main"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a16:creationId xmlns:a16="http://schemas.microsoft.com/office/drawing/2014/main"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a16:creationId xmlns:a16="http://schemas.microsoft.com/office/drawing/2014/main"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a16:creationId xmlns:a16="http://schemas.microsoft.com/office/drawing/2014/main"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a16:creationId xmlns:a16="http://schemas.microsoft.com/office/drawing/2014/main"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a16:creationId xmlns:a16="http://schemas.microsoft.com/office/drawing/2014/main"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a16:creationId xmlns:a16="http://schemas.microsoft.com/office/drawing/2014/main"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a16:creationId xmlns:a16="http://schemas.microsoft.com/office/drawing/2014/main"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a16:creationId xmlns:a16="http://schemas.microsoft.com/office/drawing/2014/main"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a16:creationId xmlns:a16="http://schemas.microsoft.com/office/drawing/2014/main"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a16:creationId xmlns:a16="http://schemas.microsoft.com/office/drawing/2014/main"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a16:creationId xmlns:a16="http://schemas.microsoft.com/office/drawing/2014/main"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a16:creationId xmlns:a16="http://schemas.microsoft.com/office/drawing/2014/main"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a16:creationId xmlns:a16="http://schemas.microsoft.com/office/drawing/2014/main"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a16:creationId xmlns:a16="http://schemas.microsoft.com/office/drawing/2014/main"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a16:creationId xmlns:a16="http://schemas.microsoft.com/office/drawing/2014/main"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a16:creationId xmlns:a16="http://schemas.microsoft.com/office/drawing/2014/main"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a16:creationId xmlns:a16="http://schemas.microsoft.com/office/drawing/2014/main"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a16:creationId xmlns:a16="http://schemas.microsoft.com/office/drawing/2014/main"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a16:creationId xmlns:a16="http://schemas.microsoft.com/office/drawing/2014/main"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a16:creationId xmlns:a16="http://schemas.microsoft.com/office/drawing/2014/main"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a16:creationId xmlns:a16="http://schemas.microsoft.com/office/drawing/2014/main"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a16:creationId xmlns:a16="http://schemas.microsoft.com/office/drawing/2014/main"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a16:creationId xmlns:a16="http://schemas.microsoft.com/office/drawing/2014/main"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a16:creationId xmlns:a16="http://schemas.microsoft.com/office/drawing/2014/main"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a16:creationId xmlns:a16="http://schemas.microsoft.com/office/drawing/2014/main"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a16:creationId xmlns:a16="http://schemas.microsoft.com/office/drawing/2014/main"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a16:creationId xmlns:a16="http://schemas.microsoft.com/office/drawing/2014/main"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a16:creationId xmlns:a16="http://schemas.microsoft.com/office/drawing/2014/main"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a16:creationId xmlns:a16="http://schemas.microsoft.com/office/drawing/2014/main"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a16:creationId xmlns:a16="http://schemas.microsoft.com/office/drawing/2014/main"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a16:creationId xmlns:a16="http://schemas.microsoft.com/office/drawing/2014/main"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a16:creationId xmlns:a16="http://schemas.microsoft.com/office/drawing/2014/main"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a16:creationId xmlns:a16="http://schemas.microsoft.com/office/drawing/2014/main"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a16:creationId xmlns:a16="http://schemas.microsoft.com/office/drawing/2014/main"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a16:creationId xmlns:a16="http://schemas.microsoft.com/office/drawing/2014/main"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a16:creationId xmlns:a16="http://schemas.microsoft.com/office/drawing/2014/main"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a16:creationId xmlns:a16="http://schemas.microsoft.com/office/drawing/2014/main"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a16:creationId xmlns:a16="http://schemas.microsoft.com/office/drawing/2014/main"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a16:creationId xmlns:a16="http://schemas.microsoft.com/office/drawing/2014/main"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a16:creationId xmlns:a16="http://schemas.microsoft.com/office/drawing/2014/main"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a16:creationId xmlns:a16="http://schemas.microsoft.com/office/drawing/2014/main"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a16:creationId xmlns:a16="http://schemas.microsoft.com/office/drawing/2014/main"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a16:creationId xmlns:a16="http://schemas.microsoft.com/office/drawing/2014/main"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a16:creationId xmlns:a16="http://schemas.microsoft.com/office/drawing/2014/main"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a16:creationId xmlns:a16="http://schemas.microsoft.com/office/drawing/2014/main"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a16:creationId xmlns:a16="http://schemas.microsoft.com/office/drawing/2014/main"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a16:creationId xmlns:a16="http://schemas.microsoft.com/office/drawing/2014/main"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a16:creationId xmlns:a16="http://schemas.microsoft.com/office/drawing/2014/main"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a16:creationId xmlns:a16="http://schemas.microsoft.com/office/drawing/2014/main"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a16:creationId xmlns:a16="http://schemas.microsoft.com/office/drawing/2014/main"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a16:creationId xmlns:a16="http://schemas.microsoft.com/office/drawing/2014/main"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a16:creationId xmlns:a16="http://schemas.microsoft.com/office/drawing/2014/main"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a16:creationId xmlns:a16="http://schemas.microsoft.com/office/drawing/2014/main"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a16:creationId xmlns:a16="http://schemas.microsoft.com/office/drawing/2014/main"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a16:creationId xmlns:a16="http://schemas.microsoft.com/office/drawing/2014/main"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a16:creationId xmlns:a16="http://schemas.microsoft.com/office/drawing/2014/main"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a16:creationId xmlns:a16="http://schemas.microsoft.com/office/drawing/2014/main"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a16:creationId xmlns:a16="http://schemas.microsoft.com/office/drawing/2014/main"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a16:creationId xmlns:a16="http://schemas.microsoft.com/office/drawing/2014/main"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a16:creationId xmlns:a16="http://schemas.microsoft.com/office/drawing/2014/main"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a16:creationId xmlns:a16="http://schemas.microsoft.com/office/drawing/2014/main"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a16:creationId xmlns:a16="http://schemas.microsoft.com/office/drawing/2014/main"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03397199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a16:creationId xmlns:a16="http://schemas.microsoft.com/office/drawing/2014/main"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a16:creationId xmlns:a16="http://schemas.microsoft.com/office/drawing/2014/main"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a16:creationId xmlns:a16="http://schemas.microsoft.com/office/drawing/2014/main"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a16:creationId xmlns:a16="http://schemas.microsoft.com/office/drawing/2014/main"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a16:creationId xmlns:a16="http://schemas.microsoft.com/office/drawing/2014/main"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a16:creationId xmlns:a16="http://schemas.microsoft.com/office/drawing/2014/main"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a16:creationId xmlns:a16="http://schemas.microsoft.com/office/drawing/2014/main"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a16:creationId xmlns:a16="http://schemas.microsoft.com/office/drawing/2014/main"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a16:creationId xmlns:a16="http://schemas.microsoft.com/office/drawing/2014/main"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a16:creationId xmlns:a16="http://schemas.microsoft.com/office/drawing/2014/main"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a16:creationId xmlns:a16="http://schemas.microsoft.com/office/drawing/2014/main"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a16:creationId xmlns:a16="http://schemas.microsoft.com/office/drawing/2014/main"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a16:creationId xmlns:a16="http://schemas.microsoft.com/office/drawing/2014/main"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a16:creationId xmlns:a16="http://schemas.microsoft.com/office/drawing/2014/main"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a16:creationId xmlns:a16="http://schemas.microsoft.com/office/drawing/2014/main"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a16:creationId xmlns:a16="http://schemas.microsoft.com/office/drawing/2014/main"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a16:creationId xmlns:a16="http://schemas.microsoft.com/office/drawing/2014/main"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a16:creationId xmlns:a16="http://schemas.microsoft.com/office/drawing/2014/main"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340145308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a16:creationId xmlns:a16="http://schemas.microsoft.com/office/drawing/2014/main"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a16:creationId xmlns:a16="http://schemas.microsoft.com/office/drawing/2014/main"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a16:creationId xmlns:a16="http://schemas.microsoft.com/office/drawing/2014/main"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a16:creationId xmlns:a16="http://schemas.microsoft.com/office/drawing/2014/main"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a16:creationId xmlns:a16="http://schemas.microsoft.com/office/drawing/2014/main"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a16:creationId xmlns:a16="http://schemas.microsoft.com/office/drawing/2014/main"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a16:creationId xmlns:a16="http://schemas.microsoft.com/office/drawing/2014/main"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a16:creationId xmlns:a16="http://schemas.microsoft.com/office/drawing/2014/main"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a16:creationId xmlns:a16="http://schemas.microsoft.com/office/drawing/2014/main"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a16:creationId xmlns:a16="http://schemas.microsoft.com/office/drawing/2014/main"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a16:creationId xmlns:a16="http://schemas.microsoft.com/office/drawing/2014/main"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a16:creationId xmlns:a16="http://schemas.microsoft.com/office/drawing/2014/main"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a16:creationId xmlns:a16="http://schemas.microsoft.com/office/drawing/2014/main"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a16:creationId xmlns:a16="http://schemas.microsoft.com/office/drawing/2014/main"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a16:creationId xmlns:a16="http://schemas.microsoft.com/office/drawing/2014/main"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a16:creationId xmlns:a16="http://schemas.microsoft.com/office/drawing/2014/main"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a16:creationId xmlns:a16="http://schemas.microsoft.com/office/drawing/2014/main"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a16:creationId xmlns:a16="http://schemas.microsoft.com/office/drawing/2014/main"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a16:creationId xmlns:a16="http://schemas.microsoft.com/office/drawing/2014/main"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a16:creationId xmlns:a16="http://schemas.microsoft.com/office/drawing/2014/main"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a16:creationId xmlns:a16="http://schemas.microsoft.com/office/drawing/2014/main"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a16:creationId xmlns:a16="http://schemas.microsoft.com/office/drawing/2014/main"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4197605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a16:creationId xmlns:a16="http://schemas.microsoft.com/office/drawing/2014/main"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a16:creationId xmlns:a16="http://schemas.microsoft.com/office/drawing/2014/main"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a16:creationId xmlns:a16="http://schemas.microsoft.com/office/drawing/2014/main"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a16:creationId xmlns:a16="http://schemas.microsoft.com/office/drawing/2014/main"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a16:creationId xmlns:a16="http://schemas.microsoft.com/office/drawing/2014/main"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a16:creationId xmlns:a16="http://schemas.microsoft.com/office/drawing/2014/main"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a16:creationId xmlns:a16="http://schemas.microsoft.com/office/drawing/2014/main"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a16:creationId xmlns:a16="http://schemas.microsoft.com/office/drawing/2014/main"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a16:creationId xmlns:a16="http://schemas.microsoft.com/office/drawing/2014/main"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a16:creationId xmlns:a16="http://schemas.microsoft.com/office/drawing/2014/main"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a16:creationId xmlns:a16="http://schemas.microsoft.com/office/drawing/2014/main"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a16:creationId xmlns:a16="http://schemas.microsoft.com/office/drawing/2014/main"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a16:creationId xmlns:a16="http://schemas.microsoft.com/office/drawing/2014/main"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a16:creationId xmlns:a16="http://schemas.microsoft.com/office/drawing/2014/main"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a16:creationId xmlns:a16="http://schemas.microsoft.com/office/drawing/2014/main"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a16:creationId xmlns:a16="http://schemas.microsoft.com/office/drawing/2014/main"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a16:creationId xmlns:a16="http://schemas.microsoft.com/office/drawing/2014/main"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a16:creationId xmlns:a16="http://schemas.microsoft.com/office/drawing/2014/main"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a16:creationId xmlns:a16="http://schemas.microsoft.com/office/drawing/2014/main"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2020216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a16:creationId xmlns:a16="http://schemas.microsoft.com/office/drawing/2014/main"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a16:creationId xmlns:a16="http://schemas.microsoft.com/office/drawing/2014/main"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a16:creationId xmlns:a16="http://schemas.microsoft.com/office/drawing/2014/main"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a16:creationId xmlns:a16="http://schemas.microsoft.com/office/drawing/2014/main"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a16:creationId xmlns:a16="http://schemas.microsoft.com/office/drawing/2014/main"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a16:creationId xmlns:a16="http://schemas.microsoft.com/office/drawing/2014/main"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a16:creationId xmlns:a16="http://schemas.microsoft.com/office/drawing/2014/main"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a16:creationId xmlns:a16="http://schemas.microsoft.com/office/drawing/2014/main"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a16:creationId xmlns:a16="http://schemas.microsoft.com/office/drawing/2014/main"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a16:creationId xmlns:a16="http://schemas.microsoft.com/office/drawing/2014/main"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a16:creationId xmlns:a16="http://schemas.microsoft.com/office/drawing/2014/main"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a16:creationId xmlns:a16="http://schemas.microsoft.com/office/drawing/2014/main"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a16:creationId xmlns:a16="http://schemas.microsoft.com/office/drawing/2014/main"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a16:creationId xmlns:a16="http://schemas.microsoft.com/office/drawing/2014/main"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a16:creationId xmlns:a16="http://schemas.microsoft.com/office/drawing/2014/main"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a16:creationId xmlns:a16="http://schemas.microsoft.com/office/drawing/2014/main"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a16:creationId xmlns:a16="http://schemas.microsoft.com/office/drawing/2014/main"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a16:creationId xmlns:a16="http://schemas.microsoft.com/office/drawing/2014/main"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a16:creationId xmlns:a16="http://schemas.microsoft.com/office/drawing/2014/main"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a16:creationId xmlns:a16="http://schemas.microsoft.com/office/drawing/2014/main"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a16:creationId xmlns:a16="http://schemas.microsoft.com/office/drawing/2014/main"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a16:creationId xmlns:a16="http://schemas.microsoft.com/office/drawing/2014/main"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a16:creationId xmlns:a16="http://schemas.microsoft.com/office/drawing/2014/main"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a16:creationId xmlns:a16="http://schemas.microsoft.com/office/drawing/2014/main"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a16:creationId xmlns:a16="http://schemas.microsoft.com/office/drawing/2014/main"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a16:creationId xmlns:a16="http://schemas.microsoft.com/office/drawing/2014/main"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a16:creationId xmlns:a16="http://schemas.microsoft.com/office/drawing/2014/main"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a16:creationId xmlns:a16="http://schemas.microsoft.com/office/drawing/2014/main"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a16:creationId xmlns:a16="http://schemas.microsoft.com/office/drawing/2014/main"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a16:creationId xmlns:a16="http://schemas.microsoft.com/office/drawing/2014/main"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a16:creationId xmlns:a16="http://schemas.microsoft.com/office/drawing/2014/main"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a16:creationId xmlns:a16="http://schemas.microsoft.com/office/drawing/2014/main"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a16:creationId xmlns:a16="http://schemas.microsoft.com/office/drawing/2014/main"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a16:creationId xmlns:a16="http://schemas.microsoft.com/office/drawing/2014/main"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a16:creationId xmlns:a16="http://schemas.microsoft.com/office/drawing/2014/main"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a16:creationId xmlns:a16="http://schemas.microsoft.com/office/drawing/2014/main"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a16:creationId xmlns:a16="http://schemas.microsoft.com/office/drawing/2014/main"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a16:creationId xmlns:a16="http://schemas.microsoft.com/office/drawing/2014/main"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a16:creationId xmlns:a16="http://schemas.microsoft.com/office/drawing/2014/main"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a16:creationId xmlns:a16="http://schemas.microsoft.com/office/drawing/2014/main"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a16:creationId xmlns:a16="http://schemas.microsoft.com/office/drawing/2014/main"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a16:creationId xmlns:a16="http://schemas.microsoft.com/office/drawing/2014/main"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a16:creationId xmlns:a16="http://schemas.microsoft.com/office/drawing/2014/main"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64974882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a16:creationId xmlns:a16="http://schemas.microsoft.com/office/drawing/2014/main"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a16:creationId xmlns:a16="http://schemas.microsoft.com/office/drawing/2014/main"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a16:creationId xmlns:a16="http://schemas.microsoft.com/office/drawing/2014/main"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a16:creationId xmlns:a16="http://schemas.microsoft.com/office/drawing/2014/main"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a16:creationId xmlns:a16="http://schemas.microsoft.com/office/drawing/2014/main"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a16:creationId xmlns:a16="http://schemas.microsoft.com/office/drawing/2014/main"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a16:creationId xmlns:a16="http://schemas.microsoft.com/office/drawing/2014/main"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a16:creationId xmlns:a16="http://schemas.microsoft.com/office/drawing/2014/main"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a16:creationId xmlns:a16="http://schemas.microsoft.com/office/drawing/2014/main"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a16:creationId xmlns:a16="http://schemas.microsoft.com/office/drawing/2014/main"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22018759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a16:creationId xmlns:a16="http://schemas.microsoft.com/office/drawing/2014/main"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a16:creationId xmlns:a16="http://schemas.microsoft.com/office/drawing/2014/main"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a16:creationId xmlns:a16="http://schemas.microsoft.com/office/drawing/2014/main"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a16:creationId xmlns:a16="http://schemas.microsoft.com/office/drawing/2014/main"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a16:creationId xmlns:a16="http://schemas.microsoft.com/office/drawing/2014/main"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a16:creationId xmlns:a16="http://schemas.microsoft.com/office/drawing/2014/main"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a16:creationId xmlns:a16="http://schemas.microsoft.com/office/drawing/2014/main"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a16:creationId xmlns:a16="http://schemas.microsoft.com/office/drawing/2014/main"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a16:creationId xmlns:a16="http://schemas.microsoft.com/office/drawing/2014/main"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a16:creationId xmlns:a16="http://schemas.microsoft.com/office/drawing/2014/main"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a16:creationId xmlns:a16="http://schemas.microsoft.com/office/drawing/2014/main"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a16:creationId xmlns:a16="http://schemas.microsoft.com/office/drawing/2014/main"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a16:creationId xmlns:a16="http://schemas.microsoft.com/office/drawing/2014/main"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a16:creationId xmlns:a16="http://schemas.microsoft.com/office/drawing/2014/main"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a16:creationId xmlns:a16="http://schemas.microsoft.com/office/drawing/2014/main"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a16:creationId xmlns:a16="http://schemas.microsoft.com/office/drawing/2014/main"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a16:creationId xmlns:a16="http://schemas.microsoft.com/office/drawing/2014/main"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a16:creationId xmlns:a16="http://schemas.microsoft.com/office/drawing/2014/main"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a16:creationId xmlns:a16="http://schemas.microsoft.com/office/drawing/2014/main"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a16:creationId xmlns:a16="http://schemas.microsoft.com/office/drawing/2014/main"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a16:creationId xmlns:a16="http://schemas.microsoft.com/office/drawing/2014/main"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a16:creationId xmlns:a16="http://schemas.microsoft.com/office/drawing/2014/main"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a16:creationId xmlns:a16="http://schemas.microsoft.com/office/drawing/2014/main"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a16:creationId xmlns:a16="http://schemas.microsoft.com/office/drawing/2014/main"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a16:creationId xmlns:a16="http://schemas.microsoft.com/office/drawing/2014/main"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a16:creationId xmlns:a16="http://schemas.microsoft.com/office/drawing/2014/main"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a16:creationId xmlns:a16="http://schemas.microsoft.com/office/drawing/2014/main"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a16:creationId xmlns:a16="http://schemas.microsoft.com/office/drawing/2014/main"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a16:creationId xmlns:a16="http://schemas.microsoft.com/office/drawing/2014/main"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a16:creationId xmlns:a16="http://schemas.microsoft.com/office/drawing/2014/main"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a16:creationId xmlns:a16="http://schemas.microsoft.com/office/drawing/2014/main"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a16:creationId xmlns:a16="http://schemas.microsoft.com/office/drawing/2014/main"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a16:creationId xmlns:a16="http://schemas.microsoft.com/office/drawing/2014/main"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a16:creationId xmlns:a16="http://schemas.microsoft.com/office/drawing/2014/main"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a16:creationId xmlns:a16="http://schemas.microsoft.com/office/drawing/2014/main"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a16:creationId xmlns:a16="http://schemas.microsoft.com/office/drawing/2014/main"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a16:creationId xmlns:a16="http://schemas.microsoft.com/office/drawing/2014/main"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a16:creationId xmlns:a16="http://schemas.microsoft.com/office/drawing/2014/main"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a16:creationId xmlns:a16="http://schemas.microsoft.com/office/drawing/2014/main"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a16:creationId xmlns:a16="http://schemas.microsoft.com/office/drawing/2014/main"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a16:creationId xmlns:a16="http://schemas.microsoft.com/office/drawing/2014/main"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a16:creationId xmlns:a16="http://schemas.microsoft.com/office/drawing/2014/main"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a16:creationId xmlns:a16="http://schemas.microsoft.com/office/drawing/2014/main"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a16:creationId xmlns:a16="http://schemas.microsoft.com/office/drawing/2014/main"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a16:creationId xmlns:a16="http://schemas.microsoft.com/office/drawing/2014/main"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a16:creationId xmlns:a16="http://schemas.microsoft.com/office/drawing/2014/main"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a16:creationId xmlns:a16="http://schemas.microsoft.com/office/drawing/2014/main"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a16:creationId xmlns:a16="http://schemas.microsoft.com/office/drawing/2014/main"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a16:creationId xmlns:a16="http://schemas.microsoft.com/office/drawing/2014/main"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a16:creationId xmlns:a16="http://schemas.microsoft.com/office/drawing/2014/main"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a16:creationId xmlns:a16="http://schemas.microsoft.com/office/drawing/2014/main"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a16:creationId xmlns:a16="http://schemas.microsoft.com/office/drawing/2014/main"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a16:creationId xmlns:a16="http://schemas.microsoft.com/office/drawing/2014/main"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58838678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a16:creationId xmlns:a16="http://schemas.microsoft.com/office/drawing/2014/main"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a16:creationId xmlns:a16="http://schemas.microsoft.com/office/drawing/2014/main"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a16:creationId xmlns:a16="http://schemas.microsoft.com/office/drawing/2014/main"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a16:creationId xmlns:a16="http://schemas.microsoft.com/office/drawing/2014/main"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a16:creationId xmlns:a16="http://schemas.microsoft.com/office/drawing/2014/main"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a16:creationId xmlns:a16="http://schemas.microsoft.com/office/drawing/2014/main"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a16:creationId xmlns:a16="http://schemas.microsoft.com/office/drawing/2014/main"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a16:creationId xmlns:a16="http://schemas.microsoft.com/office/drawing/2014/main"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a16:creationId xmlns:a16="http://schemas.microsoft.com/office/drawing/2014/main"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a16:creationId xmlns:a16="http://schemas.microsoft.com/office/drawing/2014/main"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a16:creationId xmlns:a16="http://schemas.microsoft.com/office/drawing/2014/main"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a16:creationId xmlns:a16="http://schemas.microsoft.com/office/drawing/2014/main"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a16:creationId xmlns:a16="http://schemas.microsoft.com/office/drawing/2014/main"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a16:creationId xmlns:a16="http://schemas.microsoft.com/office/drawing/2014/main"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a16:creationId xmlns:a16="http://schemas.microsoft.com/office/drawing/2014/main"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a16:creationId xmlns:a16="http://schemas.microsoft.com/office/drawing/2014/main"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a16:creationId xmlns:a16="http://schemas.microsoft.com/office/drawing/2014/main"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a16:creationId xmlns:a16="http://schemas.microsoft.com/office/drawing/2014/main"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a16:creationId xmlns:a16="http://schemas.microsoft.com/office/drawing/2014/main"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a16:creationId xmlns:a16="http://schemas.microsoft.com/office/drawing/2014/main"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a16:creationId xmlns:a16="http://schemas.microsoft.com/office/drawing/2014/main"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a16:creationId xmlns:a16="http://schemas.microsoft.com/office/drawing/2014/main"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a16:creationId xmlns:a16="http://schemas.microsoft.com/office/drawing/2014/main"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a16:creationId xmlns:a16="http://schemas.microsoft.com/office/drawing/2014/main"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a16:creationId xmlns:a16="http://schemas.microsoft.com/office/drawing/2014/main"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a16:creationId xmlns:a16="http://schemas.microsoft.com/office/drawing/2014/main"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a16:creationId xmlns:a16="http://schemas.microsoft.com/office/drawing/2014/main"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a16:creationId xmlns:a16="http://schemas.microsoft.com/office/drawing/2014/main"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a16:creationId xmlns:a16="http://schemas.microsoft.com/office/drawing/2014/main"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a16:creationId xmlns:a16="http://schemas.microsoft.com/office/drawing/2014/main"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8881194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a16:creationId xmlns:a16="http://schemas.microsoft.com/office/drawing/2014/main"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a16:creationId xmlns:a16="http://schemas.microsoft.com/office/drawing/2014/main"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a16:creationId xmlns:a16="http://schemas.microsoft.com/office/drawing/2014/main"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a16:creationId xmlns:a16="http://schemas.microsoft.com/office/drawing/2014/main"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a16:creationId xmlns:a16="http://schemas.microsoft.com/office/drawing/2014/main"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a16:creationId xmlns:a16="http://schemas.microsoft.com/office/drawing/2014/main"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a16:creationId xmlns:a16="http://schemas.microsoft.com/office/drawing/2014/main"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a16:creationId xmlns:a16="http://schemas.microsoft.com/office/drawing/2014/main"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a16:creationId xmlns:a16="http://schemas.microsoft.com/office/drawing/2014/main"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a16:creationId xmlns:a16="http://schemas.microsoft.com/office/drawing/2014/main"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a16:creationId xmlns:a16="http://schemas.microsoft.com/office/drawing/2014/main"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a16:creationId xmlns:a16="http://schemas.microsoft.com/office/drawing/2014/main"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a16:creationId xmlns:a16="http://schemas.microsoft.com/office/drawing/2014/main"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a16:creationId xmlns:a16="http://schemas.microsoft.com/office/drawing/2014/main"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a16:creationId xmlns:a16="http://schemas.microsoft.com/office/drawing/2014/main"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a16:creationId xmlns:a16="http://schemas.microsoft.com/office/drawing/2014/main"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a16:creationId xmlns:a16="http://schemas.microsoft.com/office/drawing/2014/main"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a16:creationId xmlns:a16="http://schemas.microsoft.com/office/drawing/2014/main"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a16:creationId xmlns:a16="http://schemas.microsoft.com/office/drawing/2014/main"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a16:creationId xmlns:a16="http://schemas.microsoft.com/office/drawing/2014/main"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a16:creationId xmlns:a16="http://schemas.microsoft.com/office/drawing/2014/main"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a16:creationId xmlns:a16="http://schemas.microsoft.com/office/drawing/2014/main"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a16:creationId xmlns:a16="http://schemas.microsoft.com/office/drawing/2014/main"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a16:creationId xmlns:a16="http://schemas.microsoft.com/office/drawing/2014/main"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a16:creationId xmlns:a16="http://schemas.microsoft.com/office/drawing/2014/main"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a16:creationId xmlns:a16="http://schemas.microsoft.com/office/drawing/2014/main"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a16:creationId xmlns:a16="http://schemas.microsoft.com/office/drawing/2014/main"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a16:creationId xmlns:a16="http://schemas.microsoft.com/office/drawing/2014/main"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a16:creationId xmlns:a16="http://schemas.microsoft.com/office/drawing/2014/main"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a16:creationId xmlns:a16="http://schemas.microsoft.com/office/drawing/2014/main"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417686919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a16:creationId xmlns:a16="http://schemas.microsoft.com/office/drawing/2014/main"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a16:creationId xmlns:a16="http://schemas.microsoft.com/office/drawing/2014/main"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a16:creationId xmlns:a16="http://schemas.microsoft.com/office/drawing/2014/main"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a16:creationId xmlns:a16="http://schemas.microsoft.com/office/drawing/2014/main"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a16:creationId xmlns:a16="http://schemas.microsoft.com/office/drawing/2014/main"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a16:creationId xmlns:a16="http://schemas.microsoft.com/office/drawing/2014/main"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a16:creationId xmlns:a16="http://schemas.microsoft.com/office/drawing/2014/main"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a16:creationId xmlns:a16="http://schemas.microsoft.com/office/drawing/2014/main"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a16:creationId xmlns:a16="http://schemas.microsoft.com/office/drawing/2014/main"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a16:creationId xmlns:a16="http://schemas.microsoft.com/office/drawing/2014/main"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a16:creationId xmlns:a16="http://schemas.microsoft.com/office/drawing/2014/main"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a16:creationId xmlns:a16="http://schemas.microsoft.com/office/drawing/2014/main"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a16:creationId xmlns:a16="http://schemas.microsoft.com/office/drawing/2014/main"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a16:creationId xmlns:a16="http://schemas.microsoft.com/office/drawing/2014/main"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a16:creationId xmlns:a16="http://schemas.microsoft.com/office/drawing/2014/main"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a16:creationId xmlns:a16="http://schemas.microsoft.com/office/drawing/2014/main"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a16:creationId xmlns:a16="http://schemas.microsoft.com/office/drawing/2014/main"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a16:creationId xmlns:a16="http://schemas.microsoft.com/office/drawing/2014/main"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a16:creationId xmlns:a16="http://schemas.microsoft.com/office/drawing/2014/main"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a16:creationId xmlns:a16="http://schemas.microsoft.com/office/drawing/2014/main"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a16:creationId xmlns:a16="http://schemas.microsoft.com/office/drawing/2014/main"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a16:creationId xmlns:a16="http://schemas.microsoft.com/office/drawing/2014/main"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a16:creationId xmlns:a16="http://schemas.microsoft.com/office/drawing/2014/main"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a16:creationId xmlns:a16="http://schemas.microsoft.com/office/drawing/2014/main"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a16:creationId xmlns:a16="http://schemas.microsoft.com/office/drawing/2014/main"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a16:creationId xmlns:a16="http://schemas.microsoft.com/office/drawing/2014/main"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a16:creationId xmlns:a16="http://schemas.microsoft.com/office/drawing/2014/main"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a16:creationId xmlns:a16="http://schemas.microsoft.com/office/drawing/2014/main"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a16:creationId xmlns:a16="http://schemas.microsoft.com/office/drawing/2014/main"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a16:creationId xmlns:a16="http://schemas.microsoft.com/office/drawing/2014/main"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a16:creationId xmlns:a16="http://schemas.microsoft.com/office/drawing/2014/main"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a16:creationId xmlns:a16="http://schemas.microsoft.com/office/drawing/2014/main"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a16:creationId xmlns:a16="http://schemas.microsoft.com/office/drawing/2014/main"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a16:creationId xmlns:a16="http://schemas.microsoft.com/office/drawing/2014/main"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a16:creationId xmlns:a16="http://schemas.microsoft.com/office/drawing/2014/main"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a16:creationId xmlns:a16="http://schemas.microsoft.com/office/drawing/2014/main"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a16:creationId xmlns:a16="http://schemas.microsoft.com/office/drawing/2014/main"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a16:creationId xmlns:a16="http://schemas.microsoft.com/office/drawing/2014/main"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a16:creationId xmlns:a16="http://schemas.microsoft.com/office/drawing/2014/main"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a16:creationId xmlns:a16="http://schemas.microsoft.com/office/drawing/2014/main"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a16:creationId xmlns:a16="http://schemas.microsoft.com/office/drawing/2014/main"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a16:creationId xmlns:a16="http://schemas.microsoft.com/office/drawing/2014/main"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a16:creationId xmlns:a16="http://schemas.microsoft.com/office/drawing/2014/main"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a16:creationId xmlns:a16="http://schemas.microsoft.com/office/drawing/2014/main"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a16:creationId xmlns:a16="http://schemas.microsoft.com/office/drawing/2014/main"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a16:creationId xmlns:a16="http://schemas.microsoft.com/office/drawing/2014/main"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a16:creationId xmlns:a16="http://schemas.microsoft.com/office/drawing/2014/main"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a16:creationId xmlns:a16="http://schemas.microsoft.com/office/drawing/2014/main"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a16:creationId xmlns:a16="http://schemas.microsoft.com/office/drawing/2014/main"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a16:creationId xmlns:a16="http://schemas.microsoft.com/office/drawing/2014/main"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a16:creationId xmlns:a16="http://schemas.microsoft.com/office/drawing/2014/main"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a16:creationId xmlns:a16="http://schemas.microsoft.com/office/drawing/2014/main"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a16:creationId xmlns:a16="http://schemas.microsoft.com/office/drawing/2014/main"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a16:creationId xmlns:a16="http://schemas.microsoft.com/office/drawing/2014/main"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a16:creationId xmlns:a16="http://schemas.microsoft.com/office/drawing/2014/main"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a16:creationId xmlns:a16="http://schemas.microsoft.com/office/drawing/2014/main"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a16:creationId xmlns:a16="http://schemas.microsoft.com/office/drawing/2014/main"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a16:creationId xmlns:a16="http://schemas.microsoft.com/office/drawing/2014/main"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a16:creationId xmlns:a16="http://schemas.microsoft.com/office/drawing/2014/main"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a16:creationId xmlns:a16="http://schemas.microsoft.com/office/drawing/2014/main"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a16:creationId xmlns:a16="http://schemas.microsoft.com/office/drawing/2014/main"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a16:creationId xmlns:a16="http://schemas.microsoft.com/office/drawing/2014/main"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a16:creationId xmlns:a16="http://schemas.microsoft.com/office/drawing/2014/main"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a16:creationId xmlns:a16="http://schemas.microsoft.com/office/drawing/2014/main"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a16:creationId xmlns:a16="http://schemas.microsoft.com/office/drawing/2014/main"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a16:creationId xmlns:a16="http://schemas.microsoft.com/office/drawing/2014/main"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a16:creationId xmlns:a16="http://schemas.microsoft.com/office/drawing/2014/main"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a16:creationId xmlns:a16="http://schemas.microsoft.com/office/drawing/2014/main"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a16:creationId xmlns:a16="http://schemas.microsoft.com/office/drawing/2014/main"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a16:creationId xmlns:a16="http://schemas.microsoft.com/office/drawing/2014/main"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a16:creationId xmlns:a16="http://schemas.microsoft.com/office/drawing/2014/main"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a16:creationId xmlns:a16="http://schemas.microsoft.com/office/drawing/2014/main"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a16:creationId xmlns:a16="http://schemas.microsoft.com/office/drawing/2014/main"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a16:creationId xmlns:a16="http://schemas.microsoft.com/office/drawing/2014/main"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a16:creationId xmlns:a16="http://schemas.microsoft.com/office/drawing/2014/main"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a16:creationId xmlns:a16="http://schemas.microsoft.com/office/drawing/2014/main"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a16:creationId xmlns:a16="http://schemas.microsoft.com/office/drawing/2014/main"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a16:creationId xmlns:a16="http://schemas.microsoft.com/office/drawing/2014/main"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a16:creationId xmlns:a16="http://schemas.microsoft.com/office/drawing/2014/main"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a16:creationId xmlns:a16="http://schemas.microsoft.com/office/drawing/2014/main"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a16:creationId xmlns:a16="http://schemas.microsoft.com/office/drawing/2014/main"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a16:creationId xmlns:a16="http://schemas.microsoft.com/office/drawing/2014/main"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a16:creationId xmlns:a16="http://schemas.microsoft.com/office/drawing/2014/main"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a16:creationId xmlns:a16="http://schemas.microsoft.com/office/drawing/2014/main"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a16:creationId xmlns:a16="http://schemas.microsoft.com/office/drawing/2014/main"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a16:creationId xmlns:a16="http://schemas.microsoft.com/office/drawing/2014/main"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a16:creationId xmlns:a16="http://schemas.microsoft.com/office/drawing/2014/main"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a16:creationId xmlns:a16="http://schemas.microsoft.com/office/drawing/2014/main"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a16:creationId xmlns:a16="http://schemas.microsoft.com/office/drawing/2014/main"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a16:creationId xmlns:a16="http://schemas.microsoft.com/office/drawing/2014/main"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a16:creationId xmlns:a16="http://schemas.microsoft.com/office/drawing/2014/main"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a16:creationId xmlns:a16="http://schemas.microsoft.com/office/drawing/2014/main"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a16:creationId xmlns:a16="http://schemas.microsoft.com/office/drawing/2014/main"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a16:creationId xmlns:a16="http://schemas.microsoft.com/office/drawing/2014/main"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a16:creationId xmlns:a16="http://schemas.microsoft.com/office/drawing/2014/main"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a16:creationId xmlns:a16="http://schemas.microsoft.com/office/drawing/2014/main"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a16:creationId xmlns:a16="http://schemas.microsoft.com/office/drawing/2014/main"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a16:creationId xmlns:a16="http://schemas.microsoft.com/office/drawing/2014/main"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a16:creationId xmlns:a16="http://schemas.microsoft.com/office/drawing/2014/main"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a16:creationId xmlns:a16="http://schemas.microsoft.com/office/drawing/2014/main"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a16:creationId xmlns:a16="http://schemas.microsoft.com/office/drawing/2014/main"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a16:creationId xmlns:a16="http://schemas.microsoft.com/office/drawing/2014/main"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a16:creationId xmlns:a16="http://schemas.microsoft.com/office/drawing/2014/main"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a16:creationId xmlns:a16="http://schemas.microsoft.com/office/drawing/2014/main"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a16:creationId xmlns:a16="http://schemas.microsoft.com/office/drawing/2014/main"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a16:creationId xmlns:a16="http://schemas.microsoft.com/office/drawing/2014/main"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a16:creationId xmlns:a16="http://schemas.microsoft.com/office/drawing/2014/main"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a16:creationId xmlns:a16="http://schemas.microsoft.com/office/drawing/2014/main"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a16:creationId xmlns:a16="http://schemas.microsoft.com/office/drawing/2014/main"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a16:creationId xmlns:a16="http://schemas.microsoft.com/office/drawing/2014/main"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a16:creationId xmlns:a16="http://schemas.microsoft.com/office/drawing/2014/main"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a16:creationId xmlns:a16="http://schemas.microsoft.com/office/drawing/2014/main"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a16:creationId xmlns:a16="http://schemas.microsoft.com/office/drawing/2014/main"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a16:creationId xmlns:a16="http://schemas.microsoft.com/office/drawing/2014/main"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a16:creationId xmlns:a16="http://schemas.microsoft.com/office/drawing/2014/main"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005063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a16:creationId xmlns:a16="http://schemas.microsoft.com/office/drawing/2014/main"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a16:creationId xmlns:a16="http://schemas.microsoft.com/office/drawing/2014/main"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a16:creationId xmlns:a16="http://schemas.microsoft.com/office/drawing/2014/main"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a16:creationId xmlns:a16="http://schemas.microsoft.com/office/drawing/2014/main"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a16:creationId xmlns:a16="http://schemas.microsoft.com/office/drawing/2014/main"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a16:creationId xmlns:a16="http://schemas.microsoft.com/office/drawing/2014/main"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a16:creationId xmlns:a16="http://schemas.microsoft.com/office/drawing/2014/main"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a16:creationId xmlns:a16="http://schemas.microsoft.com/office/drawing/2014/main"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a16:creationId xmlns:a16="http://schemas.microsoft.com/office/drawing/2014/main"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a16:creationId xmlns:a16="http://schemas.microsoft.com/office/drawing/2014/main"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a16:creationId xmlns:a16="http://schemas.microsoft.com/office/drawing/2014/main"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a16:creationId xmlns:a16="http://schemas.microsoft.com/office/drawing/2014/main"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a16:creationId xmlns:a16="http://schemas.microsoft.com/office/drawing/2014/main"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a16:creationId xmlns:a16="http://schemas.microsoft.com/office/drawing/2014/main"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a16:creationId xmlns:a16="http://schemas.microsoft.com/office/drawing/2014/main"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a16:creationId xmlns:a16="http://schemas.microsoft.com/office/drawing/2014/main"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a16:creationId xmlns:a16="http://schemas.microsoft.com/office/drawing/2014/main"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a16:creationId xmlns:a16="http://schemas.microsoft.com/office/drawing/2014/main"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a16:creationId xmlns:a16="http://schemas.microsoft.com/office/drawing/2014/main"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a16:creationId xmlns:a16="http://schemas.microsoft.com/office/drawing/2014/main"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a16:creationId xmlns:a16="http://schemas.microsoft.com/office/drawing/2014/main"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a16:creationId xmlns:a16="http://schemas.microsoft.com/office/drawing/2014/main"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a16:creationId xmlns:a16="http://schemas.microsoft.com/office/drawing/2014/main"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a16:creationId xmlns:a16="http://schemas.microsoft.com/office/drawing/2014/main"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a16:creationId xmlns:a16="http://schemas.microsoft.com/office/drawing/2014/main"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a16:creationId xmlns:a16="http://schemas.microsoft.com/office/drawing/2014/main"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a16:creationId xmlns:a16="http://schemas.microsoft.com/office/drawing/2014/main"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a16:creationId xmlns:a16="http://schemas.microsoft.com/office/drawing/2014/main"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a16:creationId xmlns:a16="http://schemas.microsoft.com/office/drawing/2014/main"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a16:creationId xmlns:a16="http://schemas.microsoft.com/office/drawing/2014/main"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a16:creationId xmlns:a16="http://schemas.microsoft.com/office/drawing/2014/main"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a16:creationId xmlns:a16="http://schemas.microsoft.com/office/drawing/2014/main"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a16:creationId xmlns:a16="http://schemas.microsoft.com/office/drawing/2014/main"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a16:creationId xmlns:a16="http://schemas.microsoft.com/office/drawing/2014/main"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a16:creationId xmlns:a16="http://schemas.microsoft.com/office/drawing/2014/main"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a16:creationId xmlns:a16="http://schemas.microsoft.com/office/drawing/2014/main"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a16:creationId xmlns:a16="http://schemas.microsoft.com/office/drawing/2014/main"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a16:creationId xmlns:a16="http://schemas.microsoft.com/office/drawing/2014/main"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a16:creationId xmlns:a16="http://schemas.microsoft.com/office/drawing/2014/main"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a16:creationId xmlns:a16="http://schemas.microsoft.com/office/drawing/2014/main"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a16:creationId xmlns:a16="http://schemas.microsoft.com/office/drawing/2014/main"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a16:creationId xmlns:a16="http://schemas.microsoft.com/office/drawing/2014/main"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a16:creationId xmlns:a16="http://schemas.microsoft.com/office/drawing/2014/main"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a16:creationId xmlns:a16="http://schemas.microsoft.com/office/drawing/2014/main"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a16:creationId xmlns:a16="http://schemas.microsoft.com/office/drawing/2014/main"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a16:creationId xmlns:a16="http://schemas.microsoft.com/office/drawing/2014/main"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a16:creationId xmlns:a16="http://schemas.microsoft.com/office/drawing/2014/main"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a16:creationId xmlns:a16="http://schemas.microsoft.com/office/drawing/2014/main"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a16:creationId xmlns:a16="http://schemas.microsoft.com/office/drawing/2014/main"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a16:creationId xmlns:a16="http://schemas.microsoft.com/office/drawing/2014/main"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a16:creationId xmlns:a16="http://schemas.microsoft.com/office/drawing/2014/main"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a16:creationId xmlns:a16="http://schemas.microsoft.com/office/drawing/2014/main"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a16:creationId xmlns:a16="http://schemas.microsoft.com/office/drawing/2014/main"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a16:creationId xmlns:a16="http://schemas.microsoft.com/office/drawing/2014/main"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a16:creationId xmlns:a16="http://schemas.microsoft.com/office/drawing/2014/main"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a16:creationId xmlns:a16="http://schemas.microsoft.com/office/drawing/2014/main"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a16:creationId xmlns:a16="http://schemas.microsoft.com/office/drawing/2014/main"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a16:creationId xmlns:a16="http://schemas.microsoft.com/office/drawing/2014/main"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a16:creationId xmlns:a16="http://schemas.microsoft.com/office/drawing/2014/main"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a16:creationId xmlns:a16="http://schemas.microsoft.com/office/drawing/2014/main"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a16:creationId xmlns:a16="http://schemas.microsoft.com/office/drawing/2014/main"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a16:creationId xmlns:a16="http://schemas.microsoft.com/office/drawing/2014/main"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a16:creationId xmlns:a16="http://schemas.microsoft.com/office/drawing/2014/main"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a16:creationId xmlns:a16="http://schemas.microsoft.com/office/drawing/2014/main"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a16:creationId xmlns:a16="http://schemas.microsoft.com/office/drawing/2014/main"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a16:creationId xmlns:a16="http://schemas.microsoft.com/office/drawing/2014/main"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a16:creationId xmlns:a16="http://schemas.microsoft.com/office/drawing/2014/main"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a16:creationId xmlns:a16="http://schemas.microsoft.com/office/drawing/2014/main"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a16:creationId xmlns:a16="http://schemas.microsoft.com/office/drawing/2014/main"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a16:creationId xmlns:a16="http://schemas.microsoft.com/office/drawing/2014/main"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81118093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a16:creationId xmlns:a16="http://schemas.microsoft.com/office/drawing/2014/main"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a16:creationId xmlns:a16="http://schemas.microsoft.com/office/drawing/2014/main"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a16:creationId xmlns:a16="http://schemas.microsoft.com/office/drawing/2014/main"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a16:creationId xmlns:a16="http://schemas.microsoft.com/office/drawing/2014/main"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a16:creationId xmlns:a16="http://schemas.microsoft.com/office/drawing/2014/main"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a16:creationId xmlns:a16="http://schemas.microsoft.com/office/drawing/2014/main"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a16:creationId xmlns:a16="http://schemas.microsoft.com/office/drawing/2014/main"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a16:creationId xmlns:a16="http://schemas.microsoft.com/office/drawing/2014/main"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a16:creationId xmlns:a16="http://schemas.microsoft.com/office/drawing/2014/main"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a16:creationId xmlns:a16="http://schemas.microsoft.com/office/drawing/2014/main"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a16:creationId xmlns:a16="http://schemas.microsoft.com/office/drawing/2014/main"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a16:creationId xmlns:a16="http://schemas.microsoft.com/office/drawing/2014/main"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a16:creationId xmlns:a16="http://schemas.microsoft.com/office/drawing/2014/main"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7841508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a16:creationId xmlns:a16="http://schemas.microsoft.com/office/drawing/2014/main"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a16:creationId xmlns:a16="http://schemas.microsoft.com/office/drawing/2014/main"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a16:creationId xmlns:a16="http://schemas.microsoft.com/office/drawing/2014/main"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a16:creationId xmlns:a16="http://schemas.microsoft.com/office/drawing/2014/main"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a16:creationId xmlns:a16="http://schemas.microsoft.com/office/drawing/2014/main"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a16:creationId xmlns:a16="http://schemas.microsoft.com/office/drawing/2014/main"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a16:creationId xmlns:a16="http://schemas.microsoft.com/office/drawing/2014/main"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a16:creationId xmlns:a16="http://schemas.microsoft.com/office/drawing/2014/main"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a16:creationId xmlns:a16="http://schemas.microsoft.com/office/drawing/2014/main"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a16:creationId xmlns:a16="http://schemas.microsoft.com/office/drawing/2014/main"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a16:creationId xmlns:a16="http://schemas.microsoft.com/office/drawing/2014/main"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a16:creationId xmlns:a16="http://schemas.microsoft.com/office/drawing/2014/main"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a16:creationId xmlns:a16="http://schemas.microsoft.com/office/drawing/2014/main"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a16:creationId xmlns:a16="http://schemas.microsoft.com/office/drawing/2014/main"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a16:creationId xmlns:a16="http://schemas.microsoft.com/office/drawing/2014/main"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a16:creationId xmlns:a16="http://schemas.microsoft.com/office/drawing/2014/main"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a16:creationId xmlns:a16="http://schemas.microsoft.com/office/drawing/2014/main"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a16:creationId xmlns:a16="http://schemas.microsoft.com/office/drawing/2014/main"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a16:creationId xmlns:a16="http://schemas.microsoft.com/office/drawing/2014/main"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a16:creationId xmlns:a16="http://schemas.microsoft.com/office/drawing/2014/main"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a16:creationId xmlns:a16="http://schemas.microsoft.com/office/drawing/2014/main"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a16:creationId xmlns:a16="http://schemas.microsoft.com/office/drawing/2014/main"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a16:creationId xmlns:a16="http://schemas.microsoft.com/office/drawing/2014/main"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a16:creationId xmlns:a16="http://schemas.microsoft.com/office/drawing/2014/main"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a16:creationId xmlns:a16="http://schemas.microsoft.com/office/drawing/2014/main"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a16:creationId xmlns:a16="http://schemas.microsoft.com/office/drawing/2014/main"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a16:creationId xmlns:a16="http://schemas.microsoft.com/office/drawing/2014/main"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a16:creationId xmlns:a16="http://schemas.microsoft.com/office/drawing/2014/main"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a16:creationId xmlns:a16="http://schemas.microsoft.com/office/drawing/2014/main"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a16:creationId xmlns:a16="http://schemas.microsoft.com/office/drawing/2014/main"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a16:creationId xmlns:a16="http://schemas.microsoft.com/office/drawing/2014/main"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a16:creationId xmlns:a16="http://schemas.microsoft.com/office/drawing/2014/main"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a16:creationId xmlns:a16="http://schemas.microsoft.com/office/drawing/2014/main"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a16:creationId xmlns:a16="http://schemas.microsoft.com/office/drawing/2014/main"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a16:creationId xmlns:a16="http://schemas.microsoft.com/office/drawing/2014/main"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a16:creationId xmlns:a16="http://schemas.microsoft.com/office/drawing/2014/main"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a16:creationId xmlns:a16="http://schemas.microsoft.com/office/drawing/2014/main"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a16:creationId xmlns:a16="http://schemas.microsoft.com/office/drawing/2014/main"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a16:creationId xmlns:a16="http://schemas.microsoft.com/office/drawing/2014/main"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a16:creationId xmlns:a16="http://schemas.microsoft.com/office/drawing/2014/main"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a16:creationId xmlns:a16="http://schemas.microsoft.com/office/drawing/2014/main"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a16:creationId xmlns:a16="http://schemas.microsoft.com/office/drawing/2014/main"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a16:creationId xmlns:a16="http://schemas.microsoft.com/office/drawing/2014/main"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a16:creationId xmlns:a16="http://schemas.microsoft.com/office/drawing/2014/main"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a16:creationId xmlns:a16="http://schemas.microsoft.com/office/drawing/2014/main"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a16:creationId xmlns:a16="http://schemas.microsoft.com/office/drawing/2014/main"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32196472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a16:creationId xmlns:a16="http://schemas.microsoft.com/office/drawing/2014/main"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a16:creationId xmlns:a16="http://schemas.microsoft.com/office/drawing/2014/main"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a16:creationId xmlns:a16="http://schemas.microsoft.com/office/drawing/2014/main"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a16:creationId xmlns:a16="http://schemas.microsoft.com/office/drawing/2014/main"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a16:creationId xmlns:a16="http://schemas.microsoft.com/office/drawing/2014/main"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a16:creationId xmlns:a16="http://schemas.microsoft.com/office/drawing/2014/main"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a16:creationId xmlns:a16="http://schemas.microsoft.com/office/drawing/2014/main"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a16:creationId xmlns:a16="http://schemas.microsoft.com/office/drawing/2014/main"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a16:creationId xmlns:a16="http://schemas.microsoft.com/office/drawing/2014/main"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a16:creationId xmlns:a16="http://schemas.microsoft.com/office/drawing/2014/main"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a16:creationId xmlns:a16="http://schemas.microsoft.com/office/drawing/2014/main"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a16:creationId xmlns:a16="http://schemas.microsoft.com/office/drawing/2014/main"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a16:creationId xmlns:a16="http://schemas.microsoft.com/office/drawing/2014/main"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a16:creationId xmlns:a16="http://schemas.microsoft.com/office/drawing/2014/main"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a16:creationId xmlns:a16="http://schemas.microsoft.com/office/drawing/2014/main"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a16:creationId xmlns:a16="http://schemas.microsoft.com/office/drawing/2014/main"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a16:creationId xmlns:a16="http://schemas.microsoft.com/office/drawing/2014/main"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a16:creationId xmlns:a16="http://schemas.microsoft.com/office/drawing/2014/main"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a16:creationId xmlns:a16="http://schemas.microsoft.com/office/drawing/2014/main"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a16:creationId xmlns:a16="http://schemas.microsoft.com/office/drawing/2014/main"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a16:creationId xmlns:a16="http://schemas.microsoft.com/office/drawing/2014/main"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a16:creationId xmlns:a16="http://schemas.microsoft.com/office/drawing/2014/main"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a16:creationId xmlns:a16="http://schemas.microsoft.com/office/drawing/2014/main"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a16:creationId xmlns:a16="http://schemas.microsoft.com/office/drawing/2014/main"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a16:creationId xmlns:a16="http://schemas.microsoft.com/office/drawing/2014/main"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a16:creationId xmlns:a16="http://schemas.microsoft.com/office/drawing/2014/main"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a16:creationId xmlns:a16="http://schemas.microsoft.com/office/drawing/2014/main"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a16:creationId xmlns:a16="http://schemas.microsoft.com/office/drawing/2014/main"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a16:creationId xmlns:a16="http://schemas.microsoft.com/office/drawing/2014/main"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a16:creationId xmlns:a16="http://schemas.microsoft.com/office/drawing/2014/main"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a16:creationId xmlns:a16="http://schemas.microsoft.com/office/drawing/2014/main"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a16:creationId xmlns:a16="http://schemas.microsoft.com/office/drawing/2014/main"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a16:creationId xmlns:a16="http://schemas.microsoft.com/office/drawing/2014/main"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a16:creationId xmlns:a16="http://schemas.microsoft.com/office/drawing/2014/main"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a16:creationId xmlns:a16="http://schemas.microsoft.com/office/drawing/2014/main"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a16:creationId xmlns:a16="http://schemas.microsoft.com/office/drawing/2014/main"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a16:creationId xmlns:a16="http://schemas.microsoft.com/office/drawing/2014/main"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a16:creationId xmlns:a16="http://schemas.microsoft.com/office/drawing/2014/main"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a16:creationId xmlns:a16="http://schemas.microsoft.com/office/drawing/2014/main"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a16:creationId xmlns:a16="http://schemas.microsoft.com/office/drawing/2014/main"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4938772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a16:creationId xmlns:a16="http://schemas.microsoft.com/office/drawing/2014/main"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a16:creationId xmlns:a16="http://schemas.microsoft.com/office/drawing/2014/main"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a16:creationId xmlns:a16="http://schemas.microsoft.com/office/drawing/2014/main"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a16:creationId xmlns:a16="http://schemas.microsoft.com/office/drawing/2014/main"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a16:creationId xmlns:a16="http://schemas.microsoft.com/office/drawing/2014/main"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a16:creationId xmlns:a16="http://schemas.microsoft.com/office/drawing/2014/main"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a16:creationId xmlns:a16="http://schemas.microsoft.com/office/drawing/2014/main"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a16:creationId xmlns:a16="http://schemas.microsoft.com/office/drawing/2014/main"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a16:creationId xmlns:a16="http://schemas.microsoft.com/office/drawing/2014/main"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a16:creationId xmlns:a16="http://schemas.microsoft.com/office/drawing/2014/main"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a16:creationId xmlns:a16="http://schemas.microsoft.com/office/drawing/2014/main"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a16:creationId xmlns:a16="http://schemas.microsoft.com/office/drawing/2014/main"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a16:creationId xmlns:a16="http://schemas.microsoft.com/office/drawing/2014/main"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a16:creationId xmlns:a16="http://schemas.microsoft.com/office/drawing/2014/main"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a16:creationId xmlns:a16="http://schemas.microsoft.com/office/drawing/2014/main"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a16:creationId xmlns:a16="http://schemas.microsoft.com/office/drawing/2014/main"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a16:creationId xmlns:a16="http://schemas.microsoft.com/office/drawing/2014/main"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a16:creationId xmlns:a16="http://schemas.microsoft.com/office/drawing/2014/main"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a16:creationId xmlns:a16="http://schemas.microsoft.com/office/drawing/2014/main"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a16:creationId xmlns:a16="http://schemas.microsoft.com/office/drawing/2014/main"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a16:creationId xmlns:a16="http://schemas.microsoft.com/office/drawing/2014/main"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a16:creationId xmlns:a16="http://schemas.microsoft.com/office/drawing/2014/main"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a16:creationId xmlns:a16="http://schemas.microsoft.com/office/drawing/2014/main"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a16:creationId xmlns:a16="http://schemas.microsoft.com/office/drawing/2014/main"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a16:creationId xmlns:a16="http://schemas.microsoft.com/office/drawing/2014/main"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a16:creationId xmlns:a16="http://schemas.microsoft.com/office/drawing/2014/main"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a16:creationId xmlns:a16="http://schemas.microsoft.com/office/drawing/2014/main"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a16:creationId xmlns:a16="http://schemas.microsoft.com/office/drawing/2014/main"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a16:creationId xmlns:a16="http://schemas.microsoft.com/office/drawing/2014/main"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336756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a16:creationId xmlns:a16="http://schemas.microsoft.com/office/drawing/2014/main"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a16:creationId xmlns:a16="http://schemas.microsoft.com/office/drawing/2014/main"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a16:creationId xmlns:a16="http://schemas.microsoft.com/office/drawing/2014/main"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a16:creationId xmlns:a16="http://schemas.microsoft.com/office/drawing/2014/main"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a16:creationId xmlns:a16="http://schemas.microsoft.com/office/drawing/2014/main"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a16:creationId xmlns:a16="http://schemas.microsoft.com/office/drawing/2014/main"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a16:creationId xmlns:a16="http://schemas.microsoft.com/office/drawing/2014/main"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a16:creationId xmlns:a16="http://schemas.microsoft.com/office/drawing/2014/main"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a16:creationId xmlns:a16="http://schemas.microsoft.com/office/drawing/2014/main"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a16:creationId xmlns:a16="http://schemas.microsoft.com/office/drawing/2014/main"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a16:creationId xmlns:a16="http://schemas.microsoft.com/office/drawing/2014/main"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a16:creationId xmlns:a16="http://schemas.microsoft.com/office/drawing/2014/main"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a16:creationId xmlns:a16="http://schemas.microsoft.com/office/drawing/2014/main"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a16:creationId xmlns:a16="http://schemas.microsoft.com/office/drawing/2014/main"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a16:creationId xmlns:a16="http://schemas.microsoft.com/office/drawing/2014/main"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a16:creationId xmlns:a16="http://schemas.microsoft.com/office/drawing/2014/main"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a16:creationId xmlns:a16="http://schemas.microsoft.com/office/drawing/2014/main"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a16:creationId xmlns:a16="http://schemas.microsoft.com/office/drawing/2014/main"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a16:creationId xmlns:a16="http://schemas.microsoft.com/office/drawing/2014/main"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a16:creationId xmlns:a16="http://schemas.microsoft.com/office/drawing/2014/main"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a16:creationId xmlns:a16="http://schemas.microsoft.com/office/drawing/2014/main"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a16:creationId xmlns:a16="http://schemas.microsoft.com/office/drawing/2014/main"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a16:creationId xmlns:a16="http://schemas.microsoft.com/office/drawing/2014/main"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a16:creationId xmlns:a16="http://schemas.microsoft.com/office/drawing/2014/main"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a16:creationId xmlns:a16="http://schemas.microsoft.com/office/drawing/2014/main"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a16:creationId xmlns:a16="http://schemas.microsoft.com/office/drawing/2014/main"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a16:creationId xmlns:a16="http://schemas.microsoft.com/office/drawing/2014/main"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a16:creationId xmlns:a16="http://schemas.microsoft.com/office/drawing/2014/main"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a16:creationId xmlns:a16="http://schemas.microsoft.com/office/drawing/2014/main"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a16:creationId xmlns:a16="http://schemas.microsoft.com/office/drawing/2014/main"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a16:creationId xmlns:a16="http://schemas.microsoft.com/office/drawing/2014/main"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a16:creationId xmlns:a16="http://schemas.microsoft.com/office/drawing/2014/main"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a16:creationId xmlns:a16="http://schemas.microsoft.com/office/drawing/2014/main"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a16:creationId xmlns:a16="http://schemas.microsoft.com/office/drawing/2014/main"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a16:creationId xmlns:a16="http://schemas.microsoft.com/office/drawing/2014/main"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a16:creationId xmlns:a16="http://schemas.microsoft.com/office/drawing/2014/main"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a16:creationId xmlns:a16="http://schemas.microsoft.com/office/drawing/2014/main"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a16:creationId xmlns:a16="http://schemas.microsoft.com/office/drawing/2014/main"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a16:creationId xmlns:a16="http://schemas.microsoft.com/office/drawing/2014/main"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a16:creationId xmlns:a16="http://schemas.microsoft.com/office/drawing/2014/main"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a16:creationId xmlns:a16="http://schemas.microsoft.com/office/drawing/2014/main"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a16:creationId xmlns:a16="http://schemas.microsoft.com/office/drawing/2014/main"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29156539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a16:creationId xmlns:a16="http://schemas.microsoft.com/office/drawing/2014/main"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a16:creationId xmlns:a16="http://schemas.microsoft.com/office/drawing/2014/main"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a16:creationId xmlns:a16="http://schemas.microsoft.com/office/drawing/2014/main"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a16:creationId xmlns:a16="http://schemas.microsoft.com/office/drawing/2014/main"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a16:creationId xmlns:a16="http://schemas.microsoft.com/office/drawing/2014/main"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a16:creationId xmlns:a16="http://schemas.microsoft.com/office/drawing/2014/main"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a16:creationId xmlns:a16="http://schemas.microsoft.com/office/drawing/2014/main"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a16:creationId xmlns:a16="http://schemas.microsoft.com/office/drawing/2014/main"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a16:creationId xmlns:a16="http://schemas.microsoft.com/office/drawing/2014/main"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a16:creationId xmlns:a16="http://schemas.microsoft.com/office/drawing/2014/main"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a16:creationId xmlns:a16="http://schemas.microsoft.com/office/drawing/2014/main"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a16:creationId xmlns:a16="http://schemas.microsoft.com/office/drawing/2014/main"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a16:creationId xmlns:a16="http://schemas.microsoft.com/office/drawing/2014/main"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a16:creationId xmlns:a16="http://schemas.microsoft.com/office/drawing/2014/main"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a16:creationId xmlns:a16="http://schemas.microsoft.com/office/drawing/2014/main"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a16:creationId xmlns:a16="http://schemas.microsoft.com/office/drawing/2014/main"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a16:creationId xmlns:a16="http://schemas.microsoft.com/office/drawing/2014/main"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a16:creationId xmlns:a16="http://schemas.microsoft.com/office/drawing/2014/main"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a16:creationId xmlns:a16="http://schemas.microsoft.com/office/drawing/2014/main"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a16:creationId xmlns:a16="http://schemas.microsoft.com/office/drawing/2014/main"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a16:creationId xmlns:a16="http://schemas.microsoft.com/office/drawing/2014/main"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a16:creationId xmlns:a16="http://schemas.microsoft.com/office/drawing/2014/main"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a16:creationId xmlns:a16="http://schemas.microsoft.com/office/drawing/2014/main"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a16:creationId xmlns:a16="http://schemas.microsoft.com/office/drawing/2014/main"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a16:creationId xmlns:a16="http://schemas.microsoft.com/office/drawing/2014/main"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3502687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a16:creationId xmlns:a16="http://schemas.microsoft.com/office/drawing/2014/main"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a16:creationId xmlns:a16="http://schemas.microsoft.com/office/drawing/2014/main"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a16:creationId xmlns:a16="http://schemas.microsoft.com/office/drawing/2014/main"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a16:creationId xmlns:a16="http://schemas.microsoft.com/office/drawing/2014/main"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a16:creationId xmlns:a16="http://schemas.microsoft.com/office/drawing/2014/main"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a16:creationId xmlns:a16="http://schemas.microsoft.com/office/drawing/2014/main"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a16:creationId xmlns:a16="http://schemas.microsoft.com/office/drawing/2014/main"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a16:creationId xmlns:a16="http://schemas.microsoft.com/office/drawing/2014/main"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a16:creationId xmlns:a16="http://schemas.microsoft.com/office/drawing/2014/main"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a16:creationId xmlns:a16="http://schemas.microsoft.com/office/drawing/2014/main"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a16:creationId xmlns:a16="http://schemas.microsoft.com/office/drawing/2014/main"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a16:creationId xmlns:a16="http://schemas.microsoft.com/office/drawing/2014/main"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a16:creationId xmlns:a16="http://schemas.microsoft.com/office/drawing/2014/main"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a16:creationId xmlns:a16="http://schemas.microsoft.com/office/drawing/2014/main"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a16:creationId xmlns:a16="http://schemas.microsoft.com/office/drawing/2014/main"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a16:creationId xmlns:a16="http://schemas.microsoft.com/office/drawing/2014/main"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a16:creationId xmlns:a16="http://schemas.microsoft.com/office/drawing/2014/main"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a16:creationId xmlns:a16="http://schemas.microsoft.com/office/drawing/2014/main"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a16:creationId xmlns:a16="http://schemas.microsoft.com/office/drawing/2014/main"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a16:creationId xmlns:a16="http://schemas.microsoft.com/office/drawing/2014/main"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a16:creationId xmlns:a16="http://schemas.microsoft.com/office/drawing/2014/main"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a16:creationId xmlns:a16="http://schemas.microsoft.com/office/drawing/2014/main"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a16:creationId xmlns:a16="http://schemas.microsoft.com/office/drawing/2014/main"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a16:creationId xmlns:a16="http://schemas.microsoft.com/office/drawing/2014/main"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a16:creationId xmlns:a16="http://schemas.microsoft.com/office/drawing/2014/main"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a16:creationId xmlns:a16="http://schemas.microsoft.com/office/drawing/2014/main"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a16:creationId xmlns:a16="http://schemas.microsoft.com/office/drawing/2014/main"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a16:creationId xmlns:a16="http://schemas.microsoft.com/office/drawing/2014/main"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49842078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a16:creationId xmlns:a16="http://schemas.microsoft.com/office/drawing/2014/main"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a16:creationId xmlns:a16="http://schemas.microsoft.com/office/drawing/2014/main"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a16:creationId xmlns:a16="http://schemas.microsoft.com/office/drawing/2014/main"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a16:creationId xmlns:a16="http://schemas.microsoft.com/office/drawing/2014/main"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a16:creationId xmlns:a16="http://schemas.microsoft.com/office/drawing/2014/main"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a16:creationId xmlns:a16="http://schemas.microsoft.com/office/drawing/2014/main"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a16:creationId xmlns:a16="http://schemas.microsoft.com/office/drawing/2014/main"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a16:creationId xmlns:a16="http://schemas.microsoft.com/office/drawing/2014/main"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a16:creationId xmlns:a16="http://schemas.microsoft.com/office/drawing/2014/main"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a16:creationId xmlns:a16="http://schemas.microsoft.com/office/drawing/2014/main"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a16:creationId xmlns:a16="http://schemas.microsoft.com/office/drawing/2014/main"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a16:creationId xmlns:a16="http://schemas.microsoft.com/office/drawing/2014/main"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a16:creationId xmlns:a16="http://schemas.microsoft.com/office/drawing/2014/main"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a16:creationId xmlns:a16="http://schemas.microsoft.com/office/drawing/2014/main"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a16:creationId xmlns:a16="http://schemas.microsoft.com/office/drawing/2014/main"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a16:creationId xmlns:a16="http://schemas.microsoft.com/office/drawing/2014/main"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a16:creationId xmlns:a16="http://schemas.microsoft.com/office/drawing/2014/main"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a16:creationId xmlns:a16="http://schemas.microsoft.com/office/drawing/2014/main"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a16:creationId xmlns:a16="http://schemas.microsoft.com/office/drawing/2014/main"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a16:creationId xmlns:a16="http://schemas.microsoft.com/office/drawing/2014/main"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a16:creationId xmlns:a16="http://schemas.microsoft.com/office/drawing/2014/main"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a16:creationId xmlns:a16="http://schemas.microsoft.com/office/drawing/2014/main"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a16:creationId xmlns:a16="http://schemas.microsoft.com/office/drawing/2014/main"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a16:creationId xmlns:a16="http://schemas.microsoft.com/office/drawing/2014/main"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a16:creationId xmlns:a16="http://schemas.microsoft.com/office/drawing/2014/main"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a16:creationId xmlns:a16="http://schemas.microsoft.com/office/drawing/2014/main"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677853666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a16:creationId xmlns:a16="http://schemas.microsoft.com/office/drawing/2014/main"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a16:creationId xmlns:a16="http://schemas.microsoft.com/office/drawing/2014/main"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a16:creationId xmlns:a16="http://schemas.microsoft.com/office/drawing/2014/main"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a16:creationId xmlns:a16="http://schemas.microsoft.com/office/drawing/2014/main"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a16:creationId xmlns:a16="http://schemas.microsoft.com/office/drawing/2014/main"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a16:creationId xmlns:a16="http://schemas.microsoft.com/office/drawing/2014/main"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a16:creationId xmlns:a16="http://schemas.microsoft.com/office/drawing/2014/main"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a16:creationId xmlns:a16="http://schemas.microsoft.com/office/drawing/2014/main"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a16:creationId xmlns:a16="http://schemas.microsoft.com/office/drawing/2014/main"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a16:creationId xmlns:a16="http://schemas.microsoft.com/office/drawing/2014/main"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a16:creationId xmlns:a16="http://schemas.microsoft.com/office/drawing/2014/main"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a16:creationId xmlns:a16="http://schemas.microsoft.com/office/drawing/2014/main"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a16:creationId xmlns:a16="http://schemas.microsoft.com/office/drawing/2014/main"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a16:creationId xmlns:a16="http://schemas.microsoft.com/office/drawing/2014/main"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a16:creationId xmlns:a16="http://schemas.microsoft.com/office/drawing/2014/main"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a16:creationId xmlns:a16="http://schemas.microsoft.com/office/drawing/2014/main"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a16:creationId xmlns:a16="http://schemas.microsoft.com/office/drawing/2014/main"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a16:creationId xmlns:a16="http://schemas.microsoft.com/office/drawing/2014/main"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a16:creationId xmlns:a16="http://schemas.microsoft.com/office/drawing/2014/main"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a16:creationId xmlns:a16="http://schemas.microsoft.com/office/drawing/2014/main"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a16:creationId xmlns:a16="http://schemas.microsoft.com/office/drawing/2014/main"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a16:creationId xmlns:a16="http://schemas.microsoft.com/office/drawing/2014/main"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a16:creationId xmlns:a16="http://schemas.microsoft.com/office/drawing/2014/main"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a16:creationId xmlns:a16="http://schemas.microsoft.com/office/drawing/2014/main"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a16:creationId xmlns:a16="http://schemas.microsoft.com/office/drawing/2014/main"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a16:creationId xmlns:a16="http://schemas.microsoft.com/office/drawing/2014/main"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a16:creationId xmlns:a16="http://schemas.microsoft.com/office/drawing/2014/main"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a16:creationId xmlns:a16="http://schemas.microsoft.com/office/drawing/2014/main"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a16:creationId xmlns:a16="http://schemas.microsoft.com/office/drawing/2014/main"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a16:creationId xmlns:a16="http://schemas.microsoft.com/office/drawing/2014/main"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a16:creationId xmlns:a16="http://schemas.microsoft.com/office/drawing/2014/main"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a16:creationId xmlns:a16="http://schemas.microsoft.com/office/drawing/2014/main"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a16:creationId xmlns:a16="http://schemas.microsoft.com/office/drawing/2014/main"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a16:creationId xmlns:a16="http://schemas.microsoft.com/office/drawing/2014/main"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a16:creationId xmlns:a16="http://schemas.microsoft.com/office/drawing/2014/main"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a16:creationId xmlns:a16="http://schemas.microsoft.com/office/drawing/2014/main"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a16:creationId xmlns:a16="http://schemas.microsoft.com/office/drawing/2014/main"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a16:creationId xmlns:a16="http://schemas.microsoft.com/office/drawing/2014/main"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92420842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a16:creationId xmlns:a16="http://schemas.microsoft.com/office/drawing/2014/main"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a16:creationId xmlns:a16="http://schemas.microsoft.com/office/drawing/2014/main"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a16:creationId xmlns:a16="http://schemas.microsoft.com/office/drawing/2014/main"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a16:creationId xmlns:a16="http://schemas.microsoft.com/office/drawing/2014/main"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a16:creationId xmlns:a16="http://schemas.microsoft.com/office/drawing/2014/main"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a16:creationId xmlns:a16="http://schemas.microsoft.com/office/drawing/2014/main"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a16:creationId xmlns:a16="http://schemas.microsoft.com/office/drawing/2014/main"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a16:creationId xmlns:a16="http://schemas.microsoft.com/office/drawing/2014/main"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a16:creationId xmlns:a16="http://schemas.microsoft.com/office/drawing/2014/main"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a16:creationId xmlns:a16="http://schemas.microsoft.com/office/drawing/2014/main"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a16:creationId xmlns:a16="http://schemas.microsoft.com/office/drawing/2014/main"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a16:creationId xmlns:a16="http://schemas.microsoft.com/office/drawing/2014/main"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a16:creationId xmlns:a16="http://schemas.microsoft.com/office/drawing/2014/main"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a16:creationId xmlns:a16="http://schemas.microsoft.com/office/drawing/2014/main"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a16:creationId xmlns:a16="http://schemas.microsoft.com/office/drawing/2014/main"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a16:creationId xmlns:a16="http://schemas.microsoft.com/office/drawing/2014/main"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a16:creationId xmlns:a16="http://schemas.microsoft.com/office/drawing/2014/main"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a16:creationId xmlns:a16="http://schemas.microsoft.com/office/drawing/2014/main"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a16:creationId xmlns:a16="http://schemas.microsoft.com/office/drawing/2014/main"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a16:creationId xmlns:a16="http://schemas.microsoft.com/office/drawing/2014/main"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a16:creationId xmlns:a16="http://schemas.microsoft.com/office/drawing/2014/main"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a16:creationId xmlns:a16="http://schemas.microsoft.com/office/drawing/2014/main"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a16:creationId xmlns:a16="http://schemas.microsoft.com/office/drawing/2014/main"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a16:creationId xmlns:a16="http://schemas.microsoft.com/office/drawing/2014/main"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a16:creationId xmlns:a16="http://schemas.microsoft.com/office/drawing/2014/main"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244340405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a16:creationId xmlns:a16="http://schemas.microsoft.com/office/drawing/2014/main"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a16:creationId xmlns:a16="http://schemas.microsoft.com/office/drawing/2014/main"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a16:creationId xmlns:a16="http://schemas.microsoft.com/office/drawing/2014/main"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a16:creationId xmlns:a16="http://schemas.microsoft.com/office/drawing/2014/main"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a16:creationId xmlns:a16="http://schemas.microsoft.com/office/drawing/2014/main"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a16:creationId xmlns:a16="http://schemas.microsoft.com/office/drawing/2014/main"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a16:creationId xmlns:a16="http://schemas.microsoft.com/office/drawing/2014/main"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a16:creationId xmlns:a16="http://schemas.microsoft.com/office/drawing/2014/main"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asvg:svgBlip xmlns:asvg="http://schemas.microsoft.com/office/drawing/2016/SVG/main"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a16:creationId xmlns:a16="http://schemas.microsoft.com/office/drawing/2014/main"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a16:creationId xmlns:a16="http://schemas.microsoft.com/office/drawing/2014/main"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a16:creationId xmlns:a16="http://schemas.microsoft.com/office/drawing/2014/main"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a16:creationId xmlns:a16="http://schemas.microsoft.com/office/drawing/2014/main"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a16:creationId xmlns:a16="http://schemas.microsoft.com/office/drawing/2014/main"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a16:creationId xmlns:a16="http://schemas.microsoft.com/office/drawing/2014/main"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a16:creationId xmlns:a16="http://schemas.microsoft.com/office/drawing/2014/main"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a16:creationId xmlns:a16="http://schemas.microsoft.com/office/drawing/2014/main"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a16:creationId xmlns:a16="http://schemas.microsoft.com/office/drawing/2014/main"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a16:creationId xmlns:a16="http://schemas.microsoft.com/office/drawing/2014/main"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a16:creationId xmlns:a16="http://schemas.microsoft.com/office/drawing/2014/main"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a16:creationId xmlns:a16="http://schemas.microsoft.com/office/drawing/2014/main"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a16:creationId xmlns:a16="http://schemas.microsoft.com/office/drawing/2014/main"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a16:creationId xmlns:a16="http://schemas.microsoft.com/office/drawing/2014/main"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a16:creationId xmlns:a16="http://schemas.microsoft.com/office/drawing/2014/main"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a16:creationId xmlns:a16="http://schemas.microsoft.com/office/drawing/2014/main"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a16:creationId xmlns:a16="http://schemas.microsoft.com/office/drawing/2014/main"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a16:creationId xmlns:a16="http://schemas.microsoft.com/office/drawing/2014/main"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a16:creationId xmlns:a16="http://schemas.microsoft.com/office/drawing/2014/main"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a16:creationId xmlns:a16="http://schemas.microsoft.com/office/drawing/2014/main"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a16:creationId xmlns:a16="http://schemas.microsoft.com/office/drawing/2014/main"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a16:creationId xmlns:a16="http://schemas.microsoft.com/office/drawing/2014/main"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a16:creationId xmlns:a16="http://schemas.microsoft.com/office/drawing/2014/main"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a16:creationId xmlns:a16="http://schemas.microsoft.com/office/drawing/2014/main"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a16:creationId xmlns:a16="http://schemas.microsoft.com/office/drawing/2014/main"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a16:creationId xmlns:a16="http://schemas.microsoft.com/office/drawing/2014/main"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a16:creationId xmlns:a16="http://schemas.microsoft.com/office/drawing/2014/main"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a16:creationId xmlns:a16="http://schemas.microsoft.com/office/drawing/2014/main"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a16:creationId xmlns:a16="http://schemas.microsoft.com/office/drawing/2014/main"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a16:creationId xmlns:a16="http://schemas.microsoft.com/office/drawing/2014/main"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a16:creationId xmlns:a16="http://schemas.microsoft.com/office/drawing/2014/main"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a16:creationId xmlns:a16="http://schemas.microsoft.com/office/drawing/2014/main"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a16:creationId xmlns:a16="http://schemas.microsoft.com/office/drawing/2014/main"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a16:creationId xmlns:a16="http://schemas.microsoft.com/office/drawing/2014/main"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a16:creationId xmlns:a16="http://schemas.microsoft.com/office/drawing/2014/main"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a16:creationId xmlns:a16="http://schemas.microsoft.com/office/drawing/2014/main"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a16:creationId xmlns:a16="http://schemas.microsoft.com/office/drawing/2014/main"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a16:creationId xmlns:a16="http://schemas.microsoft.com/office/drawing/2014/main"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a16:creationId xmlns:a16="http://schemas.microsoft.com/office/drawing/2014/main"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a16:creationId xmlns:a16="http://schemas.microsoft.com/office/drawing/2014/main"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a16:creationId xmlns:a16="http://schemas.microsoft.com/office/drawing/2014/main"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a16:creationId xmlns:a16="http://schemas.microsoft.com/office/drawing/2014/main"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a16:creationId xmlns:a16="http://schemas.microsoft.com/office/drawing/2014/main"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a16:creationId xmlns:a16="http://schemas.microsoft.com/office/drawing/2014/main"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a16:creationId xmlns:a16="http://schemas.microsoft.com/office/drawing/2014/main"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a16:creationId xmlns:a16="http://schemas.microsoft.com/office/drawing/2014/main"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a16:creationId xmlns:a16="http://schemas.microsoft.com/office/drawing/2014/main"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a16:creationId xmlns:a16="http://schemas.microsoft.com/office/drawing/2014/main"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a16:creationId xmlns:a16="http://schemas.microsoft.com/office/drawing/2014/main"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a16:creationId xmlns:a16="http://schemas.microsoft.com/office/drawing/2014/main"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a16:creationId xmlns:a16="http://schemas.microsoft.com/office/drawing/2014/main"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a16:creationId xmlns:a16="http://schemas.microsoft.com/office/drawing/2014/main"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a16:creationId xmlns:a16="http://schemas.microsoft.com/office/drawing/2014/main"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a16:creationId xmlns:a16="http://schemas.microsoft.com/office/drawing/2014/main"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a16:creationId xmlns:a16="http://schemas.microsoft.com/office/drawing/2014/main"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a16:creationId xmlns:a16="http://schemas.microsoft.com/office/drawing/2014/main"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a16:creationId xmlns:a16="http://schemas.microsoft.com/office/drawing/2014/main"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a16:creationId xmlns:a16="http://schemas.microsoft.com/office/drawing/2014/main"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a16:creationId xmlns:a16="http://schemas.microsoft.com/office/drawing/2014/main"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a16:creationId xmlns:a16="http://schemas.microsoft.com/office/drawing/2014/main"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a16:creationId xmlns:a16="http://schemas.microsoft.com/office/drawing/2014/main"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a16:creationId xmlns:a16="http://schemas.microsoft.com/office/drawing/2014/main"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a16:creationId xmlns:a16="http://schemas.microsoft.com/office/drawing/2014/main"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a16:creationId xmlns:a16="http://schemas.microsoft.com/office/drawing/2014/main"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a16:creationId xmlns:a16="http://schemas.microsoft.com/office/drawing/2014/main"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a16:creationId xmlns:a16="http://schemas.microsoft.com/office/drawing/2014/main"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a16:creationId xmlns:a16="http://schemas.microsoft.com/office/drawing/2014/main"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a16:creationId xmlns:a16="http://schemas.microsoft.com/office/drawing/2014/main"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a16:creationId xmlns:a16="http://schemas.microsoft.com/office/drawing/2014/main"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a16:creationId xmlns:a16="http://schemas.microsoft.com/office/drawing/2014/main"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a16:creationId xmlns:a16="http://schemas.microsoft.com/office/drawing/2014/main"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a16:creationId xmlns:a16="http://schemas.microsoft.com/office/drawing/2014/main"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a16:creationId xmlns:a16="http://schemas.microsoft.com/office/drawing/2014/main"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a16:creationId xmlns:a16="http://schemas.microsoft.com/office/drawing/2014/main"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a16:creationId xmlns:a16="http://schemas.microsoft.com/office/drawing/2014/main"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a16:creationId xmlns:a16="http://schemas.microsoft.com/office/drawing/2014/main"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a16:creationId xmlns:a16="http://schemas.microsoft.com/office/drawing/2014/main"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a16:creationId xmlns:a16="http://schemas.microsoft.com/office/drawing/2014/main"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a16:creationId xmlns:a16="http://schemas.microsoft.com/office/drawing/2014/main"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a16:creationId xmlns:a16="http://schemas.microsoft.com/office/drawing/2014/main"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a16:creationId xmlns:a16="http://schemas.microsoft.com/office/drawing/2014/main"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a16:creationId xmlns:a16="http://schemas.microsoft.com/office/drawing/2014/main"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a16:creationId xmlns:a16="http://schemas.microsoft.com/office/drawing/2014/main"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a16:creationId xmlns:a16="http://schemas.microsoft.com/office/drawing/2014/main"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a16:creationId xmlns:a16="http://schemas.microsoft.com/office/drawing/2014/main"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a16:creationId xmlns:a16="http://schemas.microsoft.com/office/drawing/2014/main"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a16:creationId xmlns:a16="http://schemas.microsoft.com/office/drawing/2014/main"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a16:creationId xmlns:a16="http://schemas.microsoft.com/office/drawing/2014/main"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78378889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a16:creationId xmlns:a16="http://schemas.microsoft.com/office/drawing/2014/main"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a16:creationId xmlns:a16="http://schemas.microsoft.com/office/drawing/2014/main"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a16:creationId xmlns:a16="http://schemas.microsoft.com/office/drawing/2014/main"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a16:creationId xmlns:a16="http://schemas.microsoft.com/office/drawing/2014/main"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a16:creationId xmlns:a16="http://schemas.microsoft.com/office/drawing/2014/main"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a16:creationId xmlns:a16="http://schemas.microsoft.com/office/drawing/2014/main"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a16:creationId xmlns:a16="http://schemas.microsoft.com/office/drawing/2014/main"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a16:creationId xmlns:a16="http://schemas.microsoft.com/office/drawing/2014/main"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a16:creationId xmlns:a16="http://schemas.microsoft.com/office/drawing/2014/main"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a16:creationId xmlns:a16="http://schemas.microsoft.com/office/drawing/2014/main"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a16:creationId xmlns:a16="http://schemas.microsoft.com/office/drawing/2014/main"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a16:creationId xmlns:a16="http://schemas.microsoft.com/office/drawing/2014/main"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a16:creationId xmlns:a16="http://schemas.microsoft.com/office/drawing/2014/main"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a16:creationId xmlns:a16="http://schemas.microsoft.com/office/drawing/2014/main"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a16:creationId xmlns:a16="http://schemas.microsoft.com/office/drawing/2014/main"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a16:creationId xmlns:a16="http://schemas.microsoft.com/office/drawing/2014/main"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a16:creationId xmlns:a16="http://schemas.microsoft.com/office/drawing/2014/main"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a16:creationId xmlns:a16="http://schemas.microsoft.com/office/drawing/2014/main"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a16:creationId xmlns:a16="http://schemas.microsoft.com/office/drawing/2014/main"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a16:creationId xmlns:a16="http://schemas.microsoft.com/office/drawing/2014/main"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a16:creationId xmlns:a16="http://schemas.microsoft.com/office/drawing/2014/main"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a16:creationId xmlns:a16="http://schemas.microsoft.com/office/drawing/2014/main"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a16:creationId xmlns:a16="http://schemas.microsoft.com/office/drawing/2014/main"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a16:creationId xmlns:a16="http://schemas.microsoft.com/office/drawing/2014/main"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a16:creationId xmlns:a16="http://schemas.microsoft.com/office/drawing/2014/main"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4149455853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a16:creationId xmlns:a16="http://schemas.microsoft.com/office/drawing/2014/main"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a16:creationId xmlns:a16="http://schemas.microsoft.com/office/drawing/2014/main"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a16:creationId xmlns:a16="http://schemas.microsoft.com/office/drawing/2014/main"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a16:creationId xmlns:a16="http://schemas.microsoft.com/office/drawing/2014/main"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a16:creationId xmlns:a16="http://schemas.microsoft.com/office/drawing/2014/main"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a16:creationId xmlns:a16="http://schemas.microsoft.com/office/drawing/2014/main"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a16:creationId xmlns:a16="http://schemas.microsoft.com/office/drawing/2014/main"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a16:creationId xmlns:a16="http://schemas.microsoft.com/office/drawing/2014/main"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a16:creationId xmlns:a16="http://schemas.microsoft.com/office/drawing/2014/main"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a16:creationId xmlns:a16="http://schemas.microsoft.com/office/drawing/2014/main"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a16:creationId xmlns:a16="http://schemas.microsoft.com/office/drawing/2014/main"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a16:creationId xmlns:a16="http://schemas.microsoft.com/office/drawing/2014/main"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a16:creationId xmlns:a16="http://schemas.microsoft.com/office/drawing/2014/main"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a16:creationId xmlns:a16="http://schemas.microsoft.com/office/drawing/2014/main"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a16:creationId xmlns:a16="http://schemas.microsoft.com/office/drawing/2014/main"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a16:creationId xmlns:a16="http://schemas.microsoft.com/office/drawing/2014/main"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a16:creationId xmlns:a16="http://schemas.microsoft.com/office/drawing/2014/main"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a16:creationId xmlns:a16="http://schemas.microsoft.com/office/drawing/2014/main"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a16:creationId xmlns:a16="http://schemas.microsoft.com/office/drawing/2014/main"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a16:creationId xmlns:a16="http://schemas.microsoft.com/office/drawing/2014/main"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a16:creationId xmlns:a16="http://schemas.microsoft.com/office/drawing/2014/main"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a16:creationId xmlns:a16="http://schemas.microsoft.com/office/drawing/2014/main"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a16:creationId xmlns:a16="http://schemas.microsoft.com/office/drawing/2014/main"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a16:creationId xmlns:a16="http://schemas.microsoft.com/office/drawing/2014/main"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a16:creationId xmlns:a16="http://schemas.microsoft.com/office/drawing/2014/main"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a16:creationId xmlns:a16="http://schemas.microsoft.com/office/drawing/2014/main"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a16:creationId xmlns:a16="http://schemas.microsoft.com/office/drawing/2014/main"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a16:creationId xmlns:a16="http://schemas.microsoft.com/office/drawing/2014/main"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a16:creationId xmlns:a16="http://schemas.microsoft.com/office/drawing/2014/main"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a16:creationId xmlns:a16="http://schemas.microsoft.com/office/drawing/2014/main"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a16:creationId xmlns:a16="http://schemas.microsoft.com/office/drawing/2014/main"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a16:creationId xmlns:a16="http://schemas.microsoft.com/office/drawing/2014/main"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a16:creationId xmlns:a16="http://schemas.microsoft.com/office/drawing/2014/main"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a16:creationId xmlns:a16="http://schemas.microsoft.com/office/drawing/2014/main"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a16:creationId xmlns:a16="http://schemas.microsoft.com/office/drawing/2014/main"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a16:creationId xmlns:a16="http://schemas.microsoft.com/office/drawing/2014/main"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a16:creationId xmlns:a16="http://schemas.microsoft.com/office/drawing/2014/main"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a16:creationId xmlns:a16="http://schemas.microsoft.com/office/drawing/2014/main"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a16:creationId xmlns:a16="http://schemas.microsoft.com/office/drawing/2014/main"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a16:creationId xmlns:a16="http://schemas.microsoft.com/office/drawing/2014/main"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a16:creationId xmlns:a16="http://schemas.microsoft.com/office/drawing/2014/main"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a16:creationId xmlns:a16="http://schemas.microsoft.com/office/drawing/2014/main"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a16:creationId xmlns:a16="http://schemas.microsoft.com/office/drawing/2014/main"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a16:creationId xmlns:a16="http://schemas.microsoft.com/office/drawing/2014/main"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a16:creationId xmlns:a16="http://schemas.microsoft.com/office/drawing/2014/main"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a16:creationId xmlns:a16="http://schemas.microsoft.com/office/drawing/2014/main"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a16:creationId xmlns:a16="http://schemas.microsoft.com/office/drawing/2014/main"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a16:creationId xmlns:a16="http://schemas.microsoft.com/office/drawing/2014/main"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a16:creationId xmlns:a16="http://schemas.microsoft.com/office/drawing/2014/main"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a16:creationId xmlns:a16="http://schemas.microsoft.com/office/drawing/2014/main"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a16:creationId xmlns:a16="http://schemas.microsoft.com/office/drawing/2014/main"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a16:creationId xmlns:a16="http://schemas.microsoft.com/office/drawing/2014/main"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a16:creationId xmlns:a16="http://schemas.microsoft.com/office/drawing/2014/main"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a16:creationId xmlns:a16="http://schemas.microsoft.com/office/drawing/2014/main"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a16:creationId xmlns:a16="http://schemas.microsoft.com/office/drawing/2014/main"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a16:creationId xmlns:a16="http://schemas.microsoft.com/office/drawing/2014/main"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a16:creationId xmlns:a16="http://schemas.microsoft.com/office/drawing/2014/main"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a16:creationId xmlns:a16="http://schemas.microsoft.com/office/drawing/2014/main"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a16:creationId xmlns:a16="http://schemas.microsoft.com/office/drawing/2014/main"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a16:creationId xmlns:a16="http://schemas.microsoft.com/office/drawing/2014/main"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a16:creationId xmlns:a16="http://schemas.microsoft.com/office/drawing/2014/main"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a16:creationId xmlns:a16="http://schemas.microsoft.com/office/drawing/2014/main"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a16:creationId xmlns:a16="http://schemas.microsoft.com/office/drawing/2014/main"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a16:creationId xmlns:a16="http://schemas.microsoft.com/office/drawing/2014/main"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a16:creationId xmlns:a16="http://schemas.microsoft.com/office/drawing/2014/main"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a16:creationId xmlns:a16="http://schemas.microsoft.com/office/drawing/2014/main"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a16:creationId xmlns:a16="http://schemas.microsoft.com/office/drawing/2014/main"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a16:creationId xmlns:a16="http://schemas.microsoft.com/office/drawing/2014/main"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a16:creationId xmlns:a16="http://schemas.microsoft.com/office/drawing/2014/main"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a16:creationId xmlns:a16="http://schemas.microsoft.com/office/drawing/2014/main"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a16:creationId xmlns:a16="http://schemas.microsoft.com/office/drawing/2014/main"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a16:creationId xmlns:a16="http://schemas.microsoft.com/office/drawing/2014/main"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a16:creationId xmlns:a16="http://schemas.microsoft.com/office/drawing/2014/main"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a16:creationId xmlns:a16="http://schemas.microsoft.com/office/drawing/2014/main"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a16:creationId xmlns:a16="http://schemas.microsoft.com/office/drawing/2014/main"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a16:creationId xmlns:a16="http://schemas.microsoft.com/office/drawing/2014/main"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865696929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a16:creationId xmlns:a16="http://schemas.microsoft.com/office/drawing/2014/main"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a16:creationId xmlns:a16="http://schemas.microsoft.com/office/drawing/2014/main"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a16:creationId xmlns:a16="http://schemas.microsoft.com/office/drawing/2014/main"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a16:creationId xmlns:a16="http://schemas.microsoft.com/office/drawing/2014/main"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a16:creationId xmlns:a16="http://schemas.microsoft.com/office/drawing/2014/main"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a16:creationId xmlns:a16="http://schemas.microsoft.com/office/drawing/2014/main"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a16:creationId xmlns:a16="http://schemas.microsoft.com/office/drawing/2014/main"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a16:creationId xmlns:a16="http://schemas.microsoft.com/office/drawing/2014/main"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a16:creationId xmlns:a16="http://schemas.microsoft.com/office/drawing/2014/main"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a16:creationId xmlns:a16="http://schemas.microsoft.com/office/drawing/2014/main"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a16:creationId xmlns:a16="http://schemas.microsoft.com/office/drawing/2014/main"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a16:creationId xmlns:a16="http://schemas.microsoft.com/office/drawing/2014/main"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a16:creationId xmlns:a16="http://schemas.microsoft.com/office/drawing/2014/main"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a16:creationId xmlns:a16="http://schemas.microsoft.com/office/drawing/2014/main"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a16:creationId xmlns:a16="http://schemas.microsoft.com/office/drawing/2014/main"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a16:creationId xmlns:a16="http://schemas.microsoft.com/office/drawing/2014/main"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ask:lineSketchStyleProps xmlns:ask="http://schemas.microsoft.com/office/drawing/2018/sketchyshapes"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a16:creationId xmlns:a16="http://schemas.microsoft.com/office/drawing/2014/main"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a16:creationId xmlns:a16="http://schemas.microsoft.com/office/drawing/2014/main"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a16:creationId xmlns:a16="http://schemas.microsoft.com/office/drawing/2014/main"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a16:creationId xmlns:a16="http://schemas.microsoft.com/office/drawing/2014/main"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a16:creationId xmlns:a16="http://schemas.microsoft.com/office/drawing/2014/main"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a16:creationId xmlns:a16="http://schemas.microsoft.com/office/drawing/2014/main"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a16:creationId xmlns:a16="http://schemas.microsoft.com/office/drawing/2014/main"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a16:creationId xmlns:a16="http://schemas.microsoft.com/office/drawing/2014/main"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a16:creationId xmlns:a16="http://schemas.microsoft.com/office/drawing/2014/main"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a16:creationId xmlns:a16="http://schemas.microsoft.com/office/drawing/2014/main"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a16:creationId xmlns:a16="http://schemas.microsoft.com/office/drawing/2014/main"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a16:creationId xmlns:a16="http://schemas.microsoft.com/office/drawing/2014/main"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a16:creationId xmlns:a16="http://schemas.microsoft.com/office/drawing/2014/main"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a16:creationId xmlns:a16="http://schemas.microsoft.com/office/drawing/2014/main"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a16:creationId xmlns:a16="http://schemas.microsoft.com/office/drawing/2014/main"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a16:creationId xmlns:a16="http://schemas.microsoft.com/office/drawing/2014/main"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a16:creationId xmlns:a16="http://schemas.microsoft.com/office/drawing/2014/main"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a16:creationId xmlns:a16="http://schemas.microsoft.com/office/drawing/2014/main"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a16:creationId xmlns:a16="http://schemas.microsoft.com/office/drawing/2014/main"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a16:creationId xmlns:a16="http://schemas.microsoft.com/office/drawing/2014/main"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a16:creationId xmlns:a16="http://schemas.microsoft.com/office/drawing/2014/main"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a16:creationId xmlns:a16="http://schemas.microsoft.com/office/drawing/2014/main"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a16:creationId xmlns:a16="http://schemas.microsoft.com/office/drawing/2014/main"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a16:creationId xmlns:a16="http://schemas.microsoft.com/office/drawing/2014/main"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5845200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a16:creationId xmlns:a16="http://schemas.microsoft.com/office/drawing/2014/main"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a16:creationId xmlns:a16="http://schemas.microsoft.com/office/drawing/2014/main"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a16:creationId xmlns:a16="http://schemas.microsoft.com/office/drawing/2014/main"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a16:creationId xmlns:a16="http://schemas.microsoft.com/office/drawing/2014/main"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a16:creationId xmlns:a16="http://schemas.microsoft.com/office/drawing/2014/main"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a16:creationId xmlns:a16="http://schemas.microsoft.com/office/drawing/2014/main"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a16:creationId xmlns:a16="http://schemas.microsoft.com/office/drawing/2014/main"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a16:creationId xmlns:a16="http://schemas.microsoft.com/office/drawing/2014/main"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a16:creationId xmlns:a16="http://schemas.microsoft.com/office/drawing/2014/main"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a16:creationId xmlns:a16="http://schemas.microsoft.com/office/drawing/2014/main"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a16:creationId xmlns:a16="http://schemas.microsoft.com/office/drawing/2014/main"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a16:creationId xmlns:a16="http://schemas.microsoft.com/office/drawing/2014/main"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a16:creationId xmlns:a16="http://schemas.microsoft.com/office/drawing/2014/main"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a16:creationId xmlns:a16="http://schemas.microsoft.com/office/drawing/2014/main"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a16:creationId xmlns:a16="http://schemas.microsoft.com/office/drawing/2014/main"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a16:creationId xmlns:a16="http://schemas.microsoft.com/office/drawing/2014/main"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a16:creationId xmlns:a16="http://schemas.microsoft.com/office/drawing/2014/main"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a16:creationId xmlns:a16="http://schemas.microsoft.com/office/drawing/2014/main"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a16:creationId xmlns:a16="http://schemas.microsoft.com/office/drawing/2014/main"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a16:creationId xmlns:a16="http://schemas.microsoft.com/office/drawing/2014/main"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a16:creationId xmlns:a16="http://schemas.microsoft.com/office/drawing/2014/main"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a16:creationId xmlns:a16="http://schemas.microsoft.com/office/drawing/2014/main"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a16:creationId xmlns:a16="http://schemas.microsoft.com/office/drawing/2014/main"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a16:creationId xmlns:a16="http://schemas.microsoft.com/office/drawing/2014/main"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a16:creationId xmlns:a16="http://schemas.microsoft.com/office/drawing/2014/main"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a16:creationId xmlns:a16="http://schemas.microsoft.com/office/drawing/2014/main"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a16:creationId xmlns:a16="http://schemas.microsoft.com/office/drawing/2014/main"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a16:creationId xmlns:a16="http://schemas.microsoft.com/office/drawing/2014/main"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a16:creationId xmlns:a16="http://schemas.microsoft.com/office/drawing/2014/main"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a16:creationId xmlns:a16="http://schemas.microsoft.com/office/drawing/2014/main"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a16:creationId xmlns:a16="http://schemas.microsoft.com/office/drawing/2014/main"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a16:creationId xmlns:a16="http://schemas.microsoft.com/office/drawing/2014/main"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a16:creationId xmlns:a16="http://schemas.microsoft.com/office/drawing/2014/main"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a16:creationId xmlns:a16="http://schemas.microsoft.com/office/drawing/2014/main"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a16:creationId xmlns:a16="http://schemas.microsoft.com/office/drawing/2014/main"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a16:creationId xmlns:a16="http://schemas.microsoft.com/office/drawing/2014/main"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a16:creationId xmlns:a16="http://schemas.microsoft.com/office/drawing/2014/main"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a16:creationId xmlns:a16="http://schemas.microsoft.com/office/drawing/2014/main"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a16:creationId xmlns:a16="http://schemas.microsoft.com/office/drawing/2014/main"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a16:creationId xmlns:a16="http://schemas.microsoft.com/office/drawing/2014/main"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0635392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a16:creationId xmlns:a16="http://schemas.microsoft.com/office/drawing/2014/main"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a16:creationId xmlns:a16="http://schemas.microsoft.com/office/drawing/2014/main"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a16:creationId xmlns:a16="http://schemas.microsoft.com/office/drawing/2014/main"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a16:creationId xmlns:a16="http://schemas.microsoft.com/office/drawing/2014/main"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a16:creationId xmlns:a16="http://schemas.microsoft.com/office/drawing/2014/main"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a16:creationId xmlns:a16="http://schemas.microsoft.com/office/drawing/2014/main"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a16:creationId xmlns:a16="http://schemas.microsoft.com/office/drawing/2014/main"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a16:creationId xmlns:a16="http://schemas.microsoft.com/office/drawing/2014/main"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a16:creationId xmlns:a16="http://schemas.microsoft.com/office/drawing/2014/main"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a16:creationId xmlns:a16="http://schemas.microsoft.com/office/drawing/2014/main"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a16:creationId xmlns:a16="http://schemas.microsoft.com/office/drawing/2014/main"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a16:creationId xmlns:a16="http://schemas.microsoft.com/office/drawing/2014/main"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a16:creationId xmlns:a16="http://schemas.microsoft.com/office/drawing/2014/main"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a16:creationId xmlns:a16="http://schemas.microsoft.com/office/drawing/2014/main"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a16:creationId xmlns:a16="http://schemas.microsoft.com/office/drawing/2014/main"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a16:creationId xmlns:a16="http://schemas.microsoft.com/office/drawing/2014/main"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a16:creationId xmlns:a16="http://schemas.microsoft.com/office/drawing/2014/main"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a16:creationId xmlns:a16="http://schemas.microsoft.com/office/drawing/2014/main"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a16:creationId xmlns:a16="http://schemas.microsoft.com/office/drawing/2014/main"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a16:creationId xmlns:a16="http://schemas.microsoft.com/office/drawing/2014/main"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a16:creationId xmlns:a16="http://schemas.microsoft.com/office/drawing/2014/main"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a16:creationId xmlns:a16="http://schemas.microsoft.com/office/drawing/2014/main"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a16:creationId xmlns:a16="http://schemas.microsoft.com/office/drawing/2014/main"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a16:creationId xmlns:a16="http://schemas.microsoft.com/office/drawing/2014/main"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a16:creationId xmlns:a16="http://schemas.microsoft.com/office/drawing/2014/main"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a16:creationId xmlns:a16="http://schemas.microsoft.com/office/drawing/2014/main"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a16:creationId xmlns:a16="http://schemas.microsoft.com/office/drawing/2014/main"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a16:creationId xmlns:a16="http://schemas.microsoft.com/office/drawing/2014/main"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a16:creationId xmlns:a16="http://schemas.microsoft.com/office/drawing/2014/main"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a16:creationId xmlns:a16="http://schemas.microsoft.com/office/drawing/2014/main"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a16:creationId xmlns:a16="http://schemas.microsoft.com/office/drawing/2014/main"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a16:creationId xmlns:a16="http://schemas.microsoft.com/office/drawing/2014/main"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a16:creationId xmlns:a16="http://schemas.microsoft.com/office/drawing/2014/main"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a16:creationId xmlns:a16="http://schemas.microsoft.com/office/drawing/2014/main"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a16:creationId xmlns:a16="http://schemas.microsoft.com/office/drawing/2014/main"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a16:creationId xmlns:a16="http://schemas.microsoft.com/office/drawing/2014/main"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a16:creationId xmlns:a16="http://schemas.microsoft.com/office/drawing/2014/main"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a16:creationId xmlns:a16="http://schemas.microsoft.com/office/drawing/2014/main"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a16:creationId xmlns:a16="http://schemas.microsoft.com/office/drawing/2014/main"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a16:creationId xmlns:a16="http://schemas.microsoft.com/office/drawing/2014/main"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42366994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a16:creationId xmlns:a16="http://schemas.microsoft.com/office/drawing/2014/main"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a16:creationId xmlns:a16="http://schemas.microsoft.com/office/drawing/2014/main"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a16:creationId xmlns:a16="http://schemas.microsoft.com/office/drawing/2014/main"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a16:creationId xmlns:a16="http://schemas.microsoft.com/office/drawing/2014/main"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a16:creationId xmlns:a16="http://schemas.microsoft.com/office/drawing/2014/main"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a16:creationId xmlns:a16="http://schemas.microsoft.com/office/drawing/2014/main"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a16:creationId xmlns:a16="http://schemas.microsoft.com/office/drawing/2014/main"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a16:creationId xmlns:a16="http://schemas.microsoft.com/office/drawing/2014/main"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a16:creationId xmlns:a16="http://schemas.microsoft.com/office/drawing/2014/main"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a16:creationId xmlns:a16="http://schemas.microsoft.com/office/drawing/2014/main"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a16:creationId xmlns:a16="http://schemas.microsoft.com/office/drawing/2014/main"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a16:creationId xmlns:a16="http://schemas.microsoft.com/office/drawing/2014/main"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a16:creationId xmlns:a16="http://schemas.microsoft.com/office/drawing/2014/main"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a16:creationId xmlns:a16="http://schemas.microsoft.com/office/drawing/2014/main"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a16:creationId xmlns:a16="http://schemas.microsoft.com/office/drawing/2014/main"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a16:creationId xmlns:a16="http://schemas.microsoft.com/office/drawing/2014/main"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a16:creationId xmlns:a16="http://schemas.microsoft.com/office/drawing/2014/main"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a16:creationId xmlns:a16="http://schemas.microsoft.com/office/drawing/2014/main"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a16:creationId xmlns:a16="http://schemas.microsoft.com/office/drawing/2014/main"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a16:creationId xmlns:a16="http://schemas.microsoft.com/office/drawing/2014/main"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a16:creationId xmlns:a16="http://schemas.microsoft.com/office/drawing/2014/main"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a16:creationId xmlns:a16="http://schemas.microsoft.com/office/drawing/2014/main"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a16:creationId xmlns:a16="http://schemas.microsoft.com/office/drawing/2014/main"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a16:creationId xmlns:a16="http://schemas.microsoft.com/office/drawing/2014/main"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a16:creationId xmlns:a16="http://schemas.microsoft.com/office/drawing/2014/main"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24734598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a16:creationId xmlns:a16="http://schemas.microsoft.com/office/drawing/2014/main"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a16:creationId xmlns:a16="http://schemas.microsoft.com/office/drawing/2014/main"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a16:creationId xmlns:a16="http://schemas.microsoft.com/office/drawing/2014/main"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a16:creationId xmlns:a16="http://schemas.microsoft.com/office/drawing/2014/main"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a16:creationId xmlns:a16="http://schemas.microsoft.com/office/drawing/2014/main"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a16:creationId xmlns:a16="http://schemas.microsoft.com/office/drawing/2014/main"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a16:creationId xmlns:a16="http://schemas.microsoft.com/office/drawing/2014/main"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a16:creationId xmlns:a16="http://schemas.microsoft.com/office/drawing/2014/main"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a16:creationId xmlns:a16="http://schemas.microsoft.com/office/drawing/2014/main"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a16:creationId xmlns:a16="http://schemas.microsoft.com/office/drawing/2014/main"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a16:creationId xmlns:a16="http://schemas.microsoft.com/office/drawing/2014/main"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a16:creationId xmlns:a16="http://schemas.microsoft.com/office/drawing/2014/main"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a16:creationId xmlns:a16="http://schemas.microsoft.com/office/drawing/2014/main"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a16:creationId xmlns:a16="http://schemas.microsoft.com/office/drawing/2014/main"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a16:creationId xmlns:a16="http://schemas.microsoft.com/office/drawing/2014/main"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c:chart xmlns:c="http://schemas.openxmlformats.org/drawingml/2006/chart" xmlns:r="http://schemas.openxmlformats.org/officeDocument/2006/relationships"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a16:creationId xmlns:a16="http://schemas.microsoft.com/office/drawing/2014/main"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a16:creationId xmlns:a16="http://schemas.microsoft.com/office/drawing/2014/main"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a16:creationId xmlns:a16="http://schemas.microsoft.com/office/drawing/2014/main"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a16:creationId xmlns:a16="http://schemas.microsoft.com/office/drawing/2014/main"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a16:creationId xmlns:a16="http://schemas.microsoft.com/office/drawing/2014/main"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a16:creationId xmlns:a16="http://schemas.microsoft.com/office/drawing/2014/main"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c:chart xmlns:c="http://schemas.openxmlformats.org/drawingml/2006/chart" xmlns:r="http://schemas.openxmlformats.org/officeDocument/2006/relationships"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a16:creationId xmlns:a16="http://schemas.microsoft.com/office/drawing/2014/main"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a16:creationId xmlns:a16="http://schemas.microsoft.com/office/drawing/2014/main"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a16:creationId xmlns:a16="http://schemas.microsoft.com/office/drawing/2014/main"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a16:creationId xmlns:a16="http://schemas.microsoft.com/office/drawing/2014/main"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a16:creationId xmlns:a16="http://schemas.microsoft.com/office/drawing/2014/main"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a16:creationId xmlns:a16="http://schemas.microsoft.com/office/drawing/2014/main"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c:chart xmlns:c="http://schemas.openxmlformats.org/drawingml/2006/chart" xmlns:r="http://schemas.openxmlformats.org/officeDocument/2006/relationships"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a16:creationId xmlns:a16="http://schemas.microsoft.com/office/drawing/2014/main"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a16:creationId xmlns:a16="http://schemas.microsoft.com/office/drawing/2014/main"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a16:creationId xmlns:a16="http://schemas.microsoft.com/office/drawing/2014/main"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a16:creationId xmlns:a16="http://schemas.microsoft.com/office/drawing/2014/main"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a16:creationId xmlns:a16="http://schemas.microsoft.com/office/drawing/2014/main"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a16:creationId xmlns:a16="http://schemas.microsoft.com/office/drawing/2014/main"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a16:creationId xmlns:a16="http://schemas.microsoft.com/office/drawing/2014/main"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a16:creationId xmlns:a16="http://schemas.microsoft.com/office/drawing/2014/main"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a16:creationId xmlns:a16="http://schemas.microsoft.com/office/drawing/2014/main"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a16:creationId xmlns:a16="http://schemas.microsoft.com/office/drawing/2014/main"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a16:creationId xmlns:a16="http://schemas.microsoft.com/office/drawing/2014/main"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a16:creationId xmlns:a16="http://schemas.microsoft.com/office/drawing/2014/main"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a16:creationId xmlns:a16="http://schemas.microsoft.com/office/drawing/2014/main"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a16:creationId xmlns:a16="http://schemas.microsoft.com/office/drawing/2014/main"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a16:creationId xmlns:a16="http://schemas.microsoft.com/office/drawing/2014/main"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a16:creationId xmlns:a16="http://schemas.microsoft.com/office/drawing/2014/main"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a16:creationId xmlns:a16="http://schemas.microsoft.com/office/drawing/2014/main"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a16:creationId xmlns:a16="http://schemas.microsoft.com/office/drawing/2014/main"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a16:creationId xmlns:a16="http://schemas.microsoft.com/office/drawing/2014/main"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a16:creationId xmlns:a16="http://schemas.microsoft.com/office/drawing/2014/main"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a16:creationId xmlns:a16="http://schemas.microsoft.com/office/drawing/2014/main"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a16:creationId xmlns:a16="http://schemas.microsoft.com/office/drawing/2014/main"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a16:creationId xmlns:a16="http://schemas.microsoft.com/office/drawing/2014/main"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a16:creationId xmlns:a16="http://schemas.microsoft.com/office/drawing/2014/main"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a16:creationId xmlns:a16="http://schemas.microsoft.com/office/drawing/2014/main"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a16:creationId xmlns:a16="http://schemas.microsoft.com/office/drawing/2014/main"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a16:creationId xmlns:a16="http://schemas.microsoft.com/office/drawing/2014/main"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a16:creationId xmlns:a16="http://schemas.microsoft.com/office/drawing/2014/main"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a16:creationId xmlns:a16="http://schemas.microsoft.com/office/drawing/2014/main"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a16:creationId xmlns:a16="http://schemas.microsoft.com/office/drawing/2014/main"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a16:creationId xmlns:a16="http://schemas.microsoft.com/office/drawing/2014/main"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a16:creationId xmlns:a16="http://schemas.microsoft.com/office/drawing/2014/main"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a16:creationId xmlns:a16="http://schemas.microsoft.com/office/drawing/2014/main"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a16:creationId xmlns:a16="http://schemas.microsoft.com/office/drawing/2014/main"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a16:creationId xmlns:a16="http://schemas.microsoft.com/office/drawing/2014/main"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a16:creationId xmlns:a16="http://schemas.microsoft.com/office/drawing/2014/main"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a16:creationId xmlns:a16="http://schemas.microsoft.com/office/drawing/2014/main"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a16:creationId xmlns:a16="http://schemas.microsoft.com/office/drawing/2014/main"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a16:creationId xmlns:a16="http://schemas.microsoft.com/office/drawing/2014/main"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a16:creationId xmlns:a16="http://schemas.microsoft.com/office/drawing/2014/main"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a16:creationId xmlns:a16="http://schemas.microsoft.com/office/drawing/2014/main"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a16:creationId xmlns:a16="http://schemas.microsoft.com/office/drawing/2014/main"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a16:creationId xmlns:a16="http://schemas.microsoft.com/office/drawing/2014/main"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a16:creationId xmlns:a16="http://schemas.microsoft.com/office/drawing/2014/main"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a16:creationId xmlns:a16="http://schemas.microsoft.com/office/drawing/2014/main"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a16:creationId xmlns:a16="http://schemas.microsoft.com/office/drawing/2014/main"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a16:creationId xmlns:a16="http://schemas.microsoft.com/office/drawing/2014/main"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a16:creationId xmlns:a16="http://schemas.microsoft.com/office/drawing/2014/main"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a16:creationId xmlns:a16="http://schemas.microsoft.com/office/drawing/2014/main"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a16:creationId xmlns:a16="http://schemas.microsoft.com/office/drawing/2014/main"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a16:creationId xmlns:a16="http://schemas.microsoft.com/office/drawing/2014/main"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a16:creationId xmlns:a16="http://schemas.microsoft.com/office/drawing/2014/main"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a16:creationId xmlns:a16="http://schemas.microsoft.com/office/drawing/2014/main"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a16:creationId xmlns:a16="http://schemas.microsoft.com/office/drawing/2014/main"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a16:creationId xmlns:a16="http://schemas.microsoft.com/office/drawing/2014/main"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a16:creationId xmlns:a16="http://schemas.microsoft.com/office/drawing/2014/main"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a16:creationId xmlns:a16="http://schemas.microsoft.com/office/drawing/2014/main"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a16:creationId xmlns:a16="http://schemas.microsoft.com/office/drawing/2014/main"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a16:creationId xmlns:a16="http://schemas.microsoft.com/office/drawing/2014/main"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a16:creationId xmlns:a16="http://schemas.microsoft.com/office/drawing/2014/main"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a16:creationId xmlns:a16="http://schemas.microsoft.com/office/drawing/2014/main"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a16:creationId xmlns:a16="http://schemas.microsoft.com/office/drawing/2014/main"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a16:creationId xmlns:a16="http://schemas.microsoft.com/office/drawing/2014/main"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a16:creationId xmlns:a16="http://schemas.microsoft.com/office/drawing/2014/main"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a16:creationId xmlns:a16="http://schemas.microsoft.com/office/drawing/2014/main"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a16:creationId xmlns:a16="http://schemas.microsoft.com/office/drawing/2014/main"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a16:creationId xmlns:a16="http://schemas.microsoft.com/office/drawing/2014/main"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a16:creationId xmlns:a16="http://schemas.microsoft.com/office/drawing/2014/main"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a16:creationId xmlns:a16="http://schemas.microsoft.com/office/drawing/2014/main"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a16:creationId xmlns:a16="http://schemas.microsoft.com/office/drawing/2014/main"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a16:creationId xmlns:a16="http://schemas.microsoft.com/office/drawing/2014/main"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a16:creationId xmlns:a16="http://schemas.microsoft.com/office/drawing/2014/main"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a16:creationId xmlns:a16="http://schemas.microsoft.com/office/drawing/2014/main"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a16:creationId xmlns:a16="http://schemas.microsoft.com/office/drawing/2014/main"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a16:creationId xmlns:a16="http://schemas.microsoft.com/office/drawing/2014/main"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a16:creationId xmlns:a16="http://schemas.microsoft.com/office/drawing/2014/main"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a16:creationId xmlns:a16="http://schemas.microsoft.com/office/drawing/2014/main"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a16:creationId xmlns:a16="http://schemas.microsoft.com/office/drawing/2014/main"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a16:creationId xmlns:a16="http://schemas.microsoft.com/office/drawing/2014/main"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a16:creationId xmlns:a16="http://schemas.microsoft.com/office/drawing/2014/main"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a16:creationId xmlns:a16="http://schemas.microsoft.com/office/drawing/2014/main"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a16:creationId xmlns:a16="http://schemas.microsoft.com/office/drawing/2014/main"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a16:creationId xmlns:a16="http://schemas.microsoft.com/office/drawing/2014/main"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a16:creationId xmlns:a16="http://schemas.microsoft.com/office/drawing/2014/main"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a16:creationId xmlns:a16="http://schemas.microsoft.com/office/drawing/2014/main"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a16:creationId xmlns:a16="http://schemas.microsoft.com/office/drawing/2014/main"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a16:creationId xmlns:a16="http://schemas.microsoft.com/office/drawing/2014/main"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a16:creationId xmlns:a16="http://schemas.microsoft.com/office/drawing/2014/main"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a16:creationId xmlns:a16="http://schemas.microsoft.com/office/drawing/2014/main"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a16:creationId xmlns:a16="http://schemas.microsoft.com/office/drawing/2014/main"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a16:creationId xmlns:a16="http://schemas.microsoft.com/office/drawing/2014/main"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a16:creationId xmlns:a16="http://schemas.microsoft.com/office/drawing/2014/main"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a16:creationId xmlns:a16="http://schemas.microsoft.com/office/drawing/2014/main"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a16:creationId xmlns:a16="http://schemas.microsoft.com/office/drawing/2014/main"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a16:creationId xmlns:a16="http://schemas.microsoft.com/office/drawing/2014/main"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a16:creationId xmlns:a16="http://schemas.microsoft.com/office/drawing/2014/main"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a16:creationId xmlns:a16="http://schemas.microsoft.com/office/drawing/2014/main"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a16:creationId xmlns:a16="http://schemas.microsoft.com/office/drawing/2014/main"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a16:creationId xmlns:a16="http://schemas.microsoft.com/office/drawing/2014/main"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a16:creationId xmlns:a16="http://schemas.microsoft.com/office/drawing/2014/main"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a16:creationId xmlns:a16="http://schemas.microsoft.com/office/drawing/2014/main"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a16:creationId xmlns:a16="http://schemas.microsoft.com/office/drawing/2014/main"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a16:creationId xmlns:a16="http://schemas.microsoft.com/office/drawing/2014/main"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a16:creationId xmlns:a16="http://schemas.microsoft.com/office/drawing/2014/main"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a16:creationId xmlns:a16="http://schemas.microsoft.com/office/drawing/2014/main"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a16:creationId xmlns:a16="http://schemas.microsoft.com/office/drawing/2014/main"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a16:creationId xmlns:a16="http://schemas.microsoft.com/office/drawing/2014/main"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a16:creationId xmlns:a16="http://schemas.microsoft.com/office/drawing/2014/main"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a16:creationId xmlns:a16="http://schemas.microsoft.com/office/drawing/2014/main"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a16:creationId xmlns:a16="http://schemas.microsoft.com/office/drawing/2014/main"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a16:creationId xmlns:a16="http://schemas.microsoft.com/office/drawing/2014/main"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a16:creationId xmlns:a16="http://schemas.microsoft.com/office/drawing/2014/main"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a16:creationId xmlns:a16="http://schemas.microsoft.com/office/drawing/2014/main"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a16:creationId xmlns:a16="http://schemas.microsoft.com/office/drawing/2014/main"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a16:creationId xmlns:a16="http://schemas.microsoft.com/office/drawing/2014/main"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a16:creationId xmlns:a16="http://schemas.microsoft.com/office/drawing/2014/main"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a16:creationId xmlns:a16="http://schemas.microsoft.com/office/drawing/2014/main"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a16:creationId xmlns:a16="http://schemas.microsoft.com/office/drawing/2014/main"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a16:creationId xmlns:a16="http://schemas.microsoft.com/office/drawing/2014/main"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a16:creationId xmlns:a16="http://schemas.microsoft.com/office/drawing/2014/main"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a16:creationId xmlns:a16="http://schemas.microsoft.com/office/drawing/2014/main"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a16:creationId xmlns:a16="http://schemas.microsoft.com/office/drawing/2014/main"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a16:creationId xmlns:a16="http://schemas.microsoft.com/office/drawing/2014/main"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2271409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a16:creationId xmlns:a16="http://schemas.microsoft.com/office/drawing/2014/main"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a16:creationId xmlns:a16="http://schemas.microsoft.com/office/drawing/2014/main"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a16:creationId xmlns:a16="http://schemas.microsoft.com/office/drawing/2014/main"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a16:creationId xmlns:a16="http://schemas.microsoft.com/office/drawing/2014/main"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a16:creationId xmlns:a16="http://schemas.microsoft.com/office/drawing/2014/main"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a16:creationId xmlns:a16="http://schemas.microsoft.com/office/drawing/2014/main"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a16:creationId xmlns:a16="http://schemas.microsoft.com/office/drawing/2014/main"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a16:creationId xmlns:a16="http://schemas.microsoft.com/office/drawing/2014/main"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a16:creationId xmlns:a16="http://schemas.microsoft.com/office/drawing/2014/main"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a16:creationId xmlns:a16="http://schemas.microsoft.com/office/drawing/2014/main"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a16:creationId xmlns:a16="http://schemas.microsoft.com/office/drawing/2014/main"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a16:creationId xmlns:a16="http://schemas.microsoft.com/office/drawing/2014/main"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a16:creationId xmlns:a16="http://schemas.microsoft.com/office/drawing/2014/main"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a16:creationId xmlns:a16="http://schemas.microsoft.com/office/drawing/2014/main"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a16:creationId xmlns:a16="http://schemas.microsoft.com/office/drawing/2014/main"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a16:creationId xmlns:a16="http://schemas.microsoft.com/office/drawing/2014/main"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a16:creationId xmlns:a16="http://schemas.microsoft.com/office/drawing/2014/main"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a16:creationId xmlns:a16="http://schemas.microsoft.com/office/drawing/2014/main"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a16:creationId xmlns:a16="http://schemas.microsoft.com/office/drawing/2014/main"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a16:creationId xmlns:a16="http://schemas.microsoft.com/office/drawing/2014/main"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a16:creationId xmlns:a16="http://schemas.microsoft.com/office/drawing/2014/main"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a16:creationId xmlns:a16="http://schemas.microsoft.com/office/drawing/2014/main"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a16:creationId xmlns:a16="http://schemas.microsoft.com/office/drawing/2014/main"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a16:creationId xmlns:a16="http://schemas.microsoft.com/office/drawing/2014/main"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a16:creationId xmlns:a16="http://schemas.microsoft.com/office/drawing/2014/main"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a16:creationId xmlns:a16="http://schemas.microsoft.com/office/drawing/2014/main"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a16:creationId xmlns:a16="http://schemas.microsoft.com/office/drawing/2014/main"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a16:creationId xmlns:a16="http://schemas.microsoft.com/office/drawing/2014/main"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a16:creationId xmlns:a16="http://schemas.microsoft.com/office/drawing/2014/main"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a16:creationId xmlns:a16="http://schemas.microsoft.com/office/drawing/2014/main"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a16:creationId xmlns:a16="http://schemas.microsoft.com/office/drawing/2014/main"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a16:creationId xmlns:a16="http://schemas.microsoft.com/office/drawing/2014/main"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a16:creationId xmlns:a16="http://schemas.microsoft.com/office/drawing/2014/main"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a16:creationId xmlns:a16="http://schemas.microsoft.com/office/drawing/2014/main"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a16:creationId xmlns:a16="http://schemas.microsoft.com/office/drawing/2014/main"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a16:creationId xmlns:a16="http://schemas.microsoft.com/office/drawing/2014/main"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a16:creationId xmlns:a16="http://schemas.microsoft.com/office/drawing/2014/main"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a16:creationId xmlns:a16="http://schemas.microsoft.com/office/drawing/2014/main"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a16:creationId xmlns:a16="http://schemas.microsoft.com/office/drawing/2014/main"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a16:creationId xmlns:a16="http://schemas.microsoft.com/office/drawing/2014/main"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a16:creationId xmlns:a16="http://schemas.microsoft.com/office/drawing/2014/main"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a16:creationId xmlns:a16="http://schemas.microsoft.com/office/drawing/2014/main"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a16:creationId xmlns:a16="http://schemas.microsoft.com/office/drawing/2014/main"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a16:creationId xmlns:a16="http://schemas.microsoft.com/office/drawing/2014/main"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a16:creationId xmlns:a16="http://schemas.microsoft.com/office/drawing/2014/main"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a16:creationId xmlns:a16="http://schemas.microsoft.com/office/drawing/2014/main"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a16:creationId xmlns:a16="http://schemas.microsoft.com/office/drawing/2014/main"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a16:creationId xmlns:a16="http://schemas.microsoft.com/office/drawing/2014/main"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a16:creationId xmlns:a16="http://schemas.microsoft.com/office/drawing/2014/main"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a16:creationId xmlns:a16="http://schemas.microsoft.com/office/drawing/2014/main"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a16:creationId xmlns:a16="http://schemas.microsoft.com/office/drawing/2014/main"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a16:creationId xmlns:a16="http://schemas.microsoft.com/office/drawing/2014/main"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a16:creationId xmlns:a16="http://schemas.microsoft.com/office/drawing/2014/main"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p14:creationId xmlns:p14="http://schemas.microsoft.com/office/powerpoint/2010/main" val="926159788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a16:creationId xmlns:a16="http://schemas.microsoft.com/office/drawing/2014/main"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a16:creationId xmlns:a16="http://schemas.microsoft.com/office/drawing/2014/main"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a16:creationId xmlns:a16="http://schemas.microsoft.com/office/drawing/2014/main"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a16:creationId xmlns:a16="http://schemas.microsoft.com/office/drawing/2014/main"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a16:creationId xmlns:a16="http://schemas.microsoft.com/office/drawing/2014/main"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a16:creationId xmlns:a16="http://schemas.microsoft.com/office/drawing/2014/main"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a16:creationId xmlns:a16="http://schemas.microsoft.com/office/drawing/2014/main"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a16:creationId xmlns:a16="http://schemas.microsoft.com/office/drawing/2014/main"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a16:creationId xmlns:a16="http://schemas.microsoft.com/office/drawing/2014/main"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a16:creationId xmlns:a16="http://schemas.microsoft.com/office/drawing/2014/main"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a16:creationId xmlns:a16="http://schemas.microsoft.com/office/drawing/2014/main"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a16:creationId xmlns:a16="http://schemas.microsoft.com/office/drawing/2014/main"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a16:creationId xmlns:a16="http://schemas.microsoft.com/office/drawing/2014/main"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a16:creationId xmlns:a16="http://schemas.microsoft.com/office/drawing/2014/main"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a16:creationId xmlns:a16="http://schemas.microsoft.com/office/drawing/2014/main"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a16:creationId xmlns:a16="http://schemas.microsoft.com/office/drawing/2014/main"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a16:creationId xmlns:a16="http://schemas.microsoft.com/office/drawing/2014/main"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a16:creationId xmlns:a16="http://schemas.microsoft.com/office/drawing/2014/main"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a16:creationId xmlns:a16="http://schemas.microsoft.com/office/drawing/2014/main"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a16:creationId xmlns:a16="http://schemas.microsoft.com/office/drawing/2014/main"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a16:creationId xmlns:a16="http://schemas.microsoft.com/office/drawing/2014/main"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a16:creationId xmlns:a16="http://schemas.microsoft.com/office/drawing/2014/main"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a16:creationId xmlns:a16="http://schemas.microsoft.com/office/drawing/2014/main"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a16:creationId xmlns:a16="http://schemas.microsoft.com/office/drawing/2014/main"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a16:creationId xmlns:a16="http://schemas.microsoft.com/office/drawing/2014/main"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a16:creationId xmlns:a16="http://schemas.microsoft.com/office/drawing/2014/main"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a16:creationId xmlns:a16="http://schemas.microsoft.com/office/drawing/2014/main"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a16:creationId xmlns:a16="http://schemas.microsoft.com/office/drawing/2014/main"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a16:creationId xmlns:a16="http://schemas.microsoft.com/office/drawing/2014/main"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a16:creationId xmlns:a16="http://schemas.microsoft.com/office/drawing/2014/main"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a16:creationId xmlns:a16="http://schemas.microsoft.com/office/drawing/2014/main"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a16:creationId xmlns:a16="http://schemas.microsoft.com/office/drawing/2014/main"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a16:creationId xmlns:a16="http://schemas.microsoft.com/office/drawing/2014/main"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a16:creationId xmlns:a16="http://schemas.microsoft.com/office/drawing/2014/main"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a16:creationId xmlns:a16="http://schemas.microsoft.com/office/drawing/2014/main"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a16:creationId xmlns:a16="http://schemas.microsoft.com/office/drawing/2014/main"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a16:creationId xmlns:a16="http://schemas.microsoft.com/office/drawing/2014/main"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a16:creationId xmlns:a16="http://schemas.microsoft.com/office/drawing/2014/main"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a16:creationId xmlns:a16="http://schemas.microsoft.com/office/drawing/2014/main"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a16:creationId xmlns:a16="http://schemas.microsoft.com/office/drawing/2014/main"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a16:creationId xmlns:a16="http://schemas.microsoft.com/office/drawing/2014/main"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a16:creationId xmlns:a16="http://schemas.microsoft.com/office/drawing/2014/main"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a16:creationId xmlns:a16="http://schemas.microsoft.com/office/drawing/2014/main"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a16:creationId xmlns:a16="http://schemas.microsoft.com/office/drawing/2014/main"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a16:creationId xmlns:a16="http://schemas.microsoft.com/office/drawing/2014/main"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a16:creationId xmlns:a16="http://schemas.microsoft.com/office/drawing/2014/main"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a16:creationId xmlns:a16="http://schemas.microsoft.com/office/drawing/2014/main"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a16:creationId xmlns:a16="http://schemas.microsoft.com/office/drawing/2014/main"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a16:creationId xmlns:a16="http://schemas.microsoft.com/office/drawing/2014/main"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a16:creationId xmlns:a16="http://schemas.microsoft.com/office/drawing/2014/main"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a16:creationId xmlns:a16="http://schemas.microsoft.com/office/drawing/2014/main"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a16:creationId xmlns:a16="http://schemas.microsoft.com/office/drawing/2014/main"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a16:creationId xmlns:a16="http://schemas.microsoft.com/office/drawing/2014/main"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a16:creationId xmlns:a16="http://schemas.microsoft.com/office/drawing/2014/main"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a16:creationId xmlns:a16="http://schemas.microsoft.com/office/drawing/2014/main"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a16:creationId xmlns:a16="http://schemas.microsoft.com/office/drawing/2014/main"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a16:creationId xmlns:a16="http://schemas.microsoft.com/office/drawing/2014/main"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a16:creationId xmlns:a16="http://schemas.microsoft.com/office/drawing/2014/main"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a16:creationId xmlns:a16="http://schemas.microsoft.com/office/drawing/2014/main"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a16:creationId xmlns:a16="http://schemas.microsoft.com/office/drawing/2014/main"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a16:creationId xmlns:a16="http://schemas.microsoft.com/office/drawing/2014/main"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a16:creationId xmlns:a16="http://schemas.microsoft.com/office/drawing/2014/main"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a16:creationId xmlns:a16="http://schemas.microsoft.com/office/drawing/2014/main"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a16:creationId xmlns:a16="http://schemas.microsoft.com/office/drawing/2014/main"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a16:creationId xmlns:a16="http://schemas.microsoft.com/office/drawing/2014/main"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a16:creationId xmlns:a16="http://schemas.microsoft.com/office/drawing/2014/main"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a16:creationId xmlns:a16="http://schemas.microsoft.com/office/drawing/2014/main"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a16:creationId xmlns:a16="http://schemas.microsoft.com/office/drawing/2014/main"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a16:creationId xmlns:a16="http://schemas.microsoft.com/office/drawing/2014/main"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a16:creationId xmlns:a16="http://schemas.microsoft.com/office/drawing/2014/main"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a16:creationId xmlns:a16="http://schemas.microsoft.com/office/drawing/2014/main"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a16:creationId xmlns:a16="http://schemas.microsoft.com/office/drawing/2014/main"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a16:creationId xmlns:a16="http://schemas.microsoft.com/office/drawing/2014/main"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a16:creationId xmlns:a16="http://schemas.microsoft.com/office/drawing/2014/main"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a16:creationId xmlns:a16="http://schemas.microsoft.com/office/drawing/2014/main"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a16:creationId xmlns:a16="http://schemas.microsoft.com/office/drawing/2014/main"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a16:creationId xmlns:a16="http://schemas.microsoft.com/office/drawing/2014/main"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a16:creationId xmlns:a16="http://schemas.microsoft.com/office/drawing/2014/main"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a16:creationId xmlns:a16="http://schemas.microsoft.com/office/drawing/2014/main"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a16:creationId xmlns:a16="http://schemas.microsoft.com/office/drawing/2014/main"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a16:creationId xmlns:a16="http://schemas.microsoft.com/office/drawing/2014/main"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a16:creationId xmlns:a16="http://schemas.microsoft.com/office/drawing/2014/main"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a16:creationId xmlns:a16="http://schemas.microsoft.com/office/drawing/2014/main"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a16:creationId xmlns:a16="http://schemas.microsoft.com/office/drawing/2014/main"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a16:creationId xmlns:a16="http://schemas.microsoft.com/office/drawing/2014/main"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a16:creationId xmlns:a16="http://schemas.microsoft.com/office/drawing/2014/main"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a16:creationId xmlns:a16="http://schemas.microsoft.com/office/drawing/2014/main"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a16:creationId xmlns:a16="http://schemas.microsoft.com/office/drawing/2014/main"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a16:creationId xmlns:a16="http://schemas.microsoft.com/office/drawing/2014/main"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a16:creationId xmlns:a16="http://schemas.microsoft.com/office/drawing/2014/main"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a16:creationId xmlns:a16="http://schemas.microsoft.com/office/drawing/2014/main"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a16:creationId xmlns:a16="http://schemas.microsoft.com/office/drawing/2014/main"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a16:creationId xmlns:a16="http://schemas.microsoft.com/office/drawing/2014/main"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a16:creationId xmlns:a16="http://schemas.microsoft.com/office/drawing/2014/main"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a16:creationId xmlns:a16="http://schemas.microsoft.com/office/drawing/2014/main"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a16:creationId xmlns:a16="http://schemas.microsoft.com/office/drawing/2014/main"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a16:creationId xmlns:a16="http://schemas.microsoft.com/office/drawing/2014/main"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a16:creationId xmlns:a16="http://schemas.microsoft.com/office/drawing/2014/main"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a16:creationId xmlns:a16="http://schemas.microsoft.com/office/drawing/2014/main"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a16:creationId xmlns:a16="http://schemas.microsoft.com/office/drawing/2014/main"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a16:creationId xmlns:a16="http://schemas.microsoft.com/office/drawing/2014/main"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a16:creationId xmlns:a16="http://schemas.microsoft.com/office/drawing/2014/main"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a16:creationId xmlns:a16="http://schemas.microsoft.com/office/drawing/2014/main"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a16:creationId xmlns:a16="http://schemas.microsoft.com/office/drawing/2014/main"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a16:creationId xmlns:a16="http://schemas.microsoft.com/office/drawing/2014/main"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a16:creationId xmlns:a16="http://schemas.microsoft.com/office/drawing/2014/main"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a16:creationId xmlns:a16="http://schemas.microsoft.com/office/drawing/2014/main"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a16:creationId xmlns:a16="http://schemas.microsoft.com/office/drawing/2014/main"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a16:creationId xmlns:a16="http://schemas.microsoft.com/office/drawing/2014/main"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a16:creationId xmlns:a16="http://schemas.microsoft.com/office/drawing/2014/main"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a16:creationId xmlns:a16="http://schemas.microsoft.com/office/drawing/2014/main"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a16:creationId xmlns:a16="http://schemas.microsoft.com/office/drawing/2014/main"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a16:creationId xmlns:a16="http://schemas.microsoft.com/office/drawing/2014/main"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a16:creationId xmlns:a16="http://schemas.microsoft.com/office/drawing/2014/main"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a16:creationId xmlns:a16="http://schemas.microsoft.com/office/drawing/2014/main"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a16:creationId xmlns:a16="http://schemas.microsoft.com/office/drawing/2014/main"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a16:creationId xmlns:a16="http://schemas.microsoft.com/office/drawing/2014/main"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a16:creationId xmlns:a16="http://schemas.microsoft.com/office/drawing/2014/main"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a16:creationId xmlns:a16="http://schemas.microsoft.com/office/drawing/2014/main"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a16:creationId xmlns:a16="http://schemas.microsoft.com/office/drawing/2014/main"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a16:creationId xmlns:a16="http://schemas.microsoft.com/office/drawing/2014/main"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a16:creationId xmlns:a16="http://schemas.microsoft.com/office/drawing/2014/main"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a16:creationId xmlns:a16="http://schemas.microsoft.com/office/drawing/2014/main"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a16:creationId xmlns:a16="http://schemas.microsoft.com/office/drawing/2014/main"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a16:creationId xmlns:a16="http://schemas.microsoft.com/office/drawing/2014/main"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a16:creationId xmlns:a16="http://schemas.microsoft.com/office/drawing/2014/main"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a16:creationId xmlns:a16="http://schemas.microsoft.com/office/drawing/2014/main"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a16:creationId xmlns:a16="http://schemas.microsoft.com/office/drawing/2014/main"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a16:creationId xmlns:a16="http://schemas.microsoft.com/office/drawing/2014/main"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a16:creationId xmlns:a16="http://schemas.microsoft.com/office/drawing/2014/main"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a16:creationId xmlns:a16="http://schemas.microsoft.com/office/drawing/2014/main"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a16:creationId xmlns:a16="http://schemas.microsoft.com/office/drawing/2014/main"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a16:creationId xmlns:a16="http://schemas.microsoft.com/office/drawing/2014/main"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a16:creationId xmlns:a16="http://schemas.microsoft.com/office/drawing/2014/main"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a16:creationId xmlns:a16="http://schemas.microsoft.com/office/drawing/2014/main"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a16:creationId xmlns:a16="http://schemas.microsoft.com/office/drawing/2014/main"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a16:creationId xmlns:a16="http://schemas.microsoft.com/office/drawing/2014/main"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a16:creationId xmlns:a16="http://schemas.microsoft.com/office/drawing/2014/main"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a16:creationId xmlns:a16="http://schemas.microsoft.com/office/drawing/2014/main"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a16:creationId xmlns:a16="http://schemas.microsoft.com/office/drawing/2014/main"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a16:creationId xmlns:a16="http://schemas.microsoft.com/office/drawing/2014/main"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a16:creationId xmlns:a16="http://schemas.microsoft.com/office/drawing/2014/main"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a16:creationId xmlns:a16="http://schemas.microsoft.com/office/drawing/2014/main"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a16:creationId xmlns:a16="http://schemas.microsoft.com/office/drawing/2014/main"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a16:creationId xmlns:a16="http://schemas.microsoft.com/office/drawing/2014/main"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a16:creationId xmlns:a16="http://schemas.microsoft.com/office/drawing/2014/main"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a16:creationId xmlns:a16="http://schemas.microsoft.com/office/drawing/2014/main"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a16:creationId xmlns:a16="http://schemas.microsoft.com/office/drawing/2014/main"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a16:creationId xmlns:a16="http://schemas.microsoft.com/office/drawing/2014/main"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a16:creationId xmlns:a16="http://schemas.microsoft.com/office/drawing/2014/main"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a16:creationId xmlns:a16="http://schemas.microsoft.com/office/drawing/2014/main"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a16:creationId xmlns:a16="http://schemas.microsoft.com/office/drawing/2014/main"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a16:creationId xmlns:a16="http://schemas.microsoft.com/office/drawing/2014/main"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a16:creationId xmlns:a16="http://schemas.microsoft.com/office/drawing/2014/main"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a16:creationId xmlns:a16="http://schemas.microsoft.com/office/drawing/2014/main"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a16:creationId xmlns:a16="http://schemas.microsoft.com/office/drawing/2014/main"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a16:creationId xmlns:a16="http://schemas.microsoft.com/office/drawing/2014/main"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a16:creationId xmlns:a16="http://schemas.microsoft.com/office/drawing/2014/main"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a16:creationId xmlns:a16="http://schemas.microsoft.com/office/drawing/2014/main"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a16:creationId xmlns:a16="http://schemas.microsoft.com/office/drawing/2014/main"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a16:creationId xmlns:a16="http://schemas.microsoft.com/office/drawing/2014/main"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a16:creationId xmlns:a16="http://schemas.microsoft.com/office/drawing/2014/main"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a16:creationId xmlns:a16="http://schemas.microsoft.com/office/drawing/2014/main"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a16:creationId xmlns:a16="http://schemas.microsoft.com/office/drawing/2014/main"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a16:creationId xmlns:a16="http://schemas.microsoft.com/office/drawing/2014/main"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a16:creationId xmlns:a16="http://schemas.microsoft.com/office/drawing/2014/main"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a16:creationId xmlns:a16="http://schemas.microsoft.com/office/drawing/2014/main"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a16:creationId xmlns:a16="http://schemas.microsoft.com/office/drawing/2014/main"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a16:creationId xmlns:a16="http://schemas.microsoft.com/office/drawing/2014/main"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a16:creationId xmlns:a16="http://schemas.microsoft.com/office/drawing/2014/main"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a16:creationId xmlns:a16="http://schemas.microsoft.com/office/drawing/2014/main"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a16:creationId xmlns:a16="http://schemas.microsoft.com/office/drawing/2014/main"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a16:creationId xmlns:a16="http://schemas.microsoft.com/office/drawing/2014/main"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a16:creationId xmlns:a16="http://schemas.microsoft.com/office/drawing/2014/main"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a16:creationId xmlns:a16="http://schemas.microsoft.com/office/drawing/2014/main"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a16:creationId xmlns:a16="http://schemas.microsoft.com/office/drawing/2014/main"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a16:creationId xmlns:a16="http://schemas.microsoft.com/office/drawing/2014/main"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a16:creationId xmlns:a16="http://schemas.microsoft.com/office/drawing/2014/main"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a16:creationId xmlns:a16="http://schemas.microsoft.com/office/drawing/2014/main"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a16:creationId xmlns:a16="http://schemas.microsoft.com/office/drawing/2014/main"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a16:creationId xmlns:a16="http://schemas.microsoft.com/office/drawing/2014/main"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a16:creationId xmlns:a16="http://schemas.microsoft.com/office/drawing/2014/main"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a16:creationId xmlns:a16="http://schemas.microsoft.com/office/drawing/2014/main"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a16:creationId xmlns:a16="http://schemas.microsoft.com/office/drawing/2014/main"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a16:creationId xmlns:a16="http://schemas.microsoft.com/office/drawing/2014/main"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a16:creationId xmlns:a16="http://schemas.microsoft.com/office/drawing/2014/main"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a16:creationId xmlns:a16="http://schemas.microsoft.com/office/drawing/2014/main"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a16:creationId xmlns:a16="http://schemas.microsoft.com/office/drawing/2014/main"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a16:creationId xmlns:a16="http://schemas.microsoft.com/office/drawing/2014/main"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a16:creationId xmlns:a16="http://schemas.microsoft.com/office/drawing/2014/main"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a16:creationId xmlns:a16="http://schemas.microsoft.com/office/drawing/2014/main"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a16:creationId xmlns:a16="http://schemas.microsoft.com/office/drawing/2014/main"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a16:creationId xmlns:a16="http://schemas.microsoft.com/office/drawing/2014/main"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a16:creationId xmlns:a16="http://schemas.microsoft.com/office/drawing/2014/main"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a16:creationId xmlns:a16="http://schemas.microsoft.com/office/drawing/2014/main"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a16:creationId xmlns:a16="http://schemas.microsoft.com/office/drawing/2014/main"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a16:creationId xmlns:a16="http://schemas.microsoft.com/office/drawing/2014/main"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a16:creationId xmlns:a16="http://schemas.microsoft.com/office/drawing/2014/main"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a16:creationId xmlns:a16="http://schemas.microsoft.com/office/drawing/2014/main"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a16:creationId xmlns:a16="http://schemas.microsoft.com/office/drawing/2014/main"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a16:creationId xmlns:a16="http://schemas.microsoft.com/office/drawing/2014/main"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a16:creationId xmlns:a16="http://schemas.microsoft.com/office/drawing/2014/main"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a16:creationId xmlns:a16="http://schemas.microsoft.com/office/drawing/2014/main"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a16:creationId xmlns:a16="http://schemas.microsoft.com/office/drawing/2014/main"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a16:creationId xmlns:a16="http://schemas.microsoft.com/office/drawing/2014/main"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a16:creationId xmlns:a16="http://schemas.microsoft.com/office/drawing/2014/main"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a16:creationId xmlns:a16="http://schemas.microsoft.com/office/drawing/2014/main"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a16:creationId xmlns:a16="http://schemas.microsoft.com/office/drawing/2014/main"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a16:creationId xmlns:a16="http://schemas.microsoft.com/office/drawing/2014/main"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a16:creationId xmlns:a16="http://schemas.microsoft.com/office/drawing/2014/main"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a16:creationId xmlns:a16="http://schemas.microsoft.com/office/drawing/2014/main"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a16:creationId xmlns:a16="http://schemas.microsoft.com/office/drawing/2014/main"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a16:creationId xmlns:a16="http://schemas.microsoft.com/office/drawing/2014/main"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a16:creationId xmlns:a16="http://schemas.microsoft.com/office/drawing/2014/main"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a16:creationId xmlns:a16="http://schemas.microsoft.com/office/drawing/2014/main"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a16:creationId xmlns:a16="http://schemas.microsoft.com/office/drawing/2014/main"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a16:creationId xmlns:a16="http://schemas.microsoft.com/office/drawing/2014/main"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a16:creationId xmlns:a16="http://schemas.microsoft.com/office/drawing/2014/main"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a16:creationId xmlns:a16="http://schemas.microsoft.com/office/drawing/2014/main"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a16:creationId xmlns:a16="http://schemas.microsoft.com/office/drawing/2014/main"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a16:creationId xmlns:a16="http://schemas.microsoft.com/office/drawing/2014/main"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a16:creationId xmlns:a16="http://schemas.microsoft.com/office/drawing/2014/main"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a16:creationId xmlns:a16="http://schemas.microsoft.com/office/drawing/2014/main"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a16:creationId xmlns:a16="http://schemas.microsoft.com/office/drawing/2014/main"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a16:creationId xmlns:a16="http://schemas.microsoft.com/office/drawing/2014/main"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a16:creationId xmlns:a16="http://schemas.microsoft.com/office/drawing/2014/main"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a16:creationId xmlns:a16="http://schemas.microsoft.com/office/drawing/2014/main"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a16:creationId xmlns:a16="http://schemas.microsoft.com/office/drawing/2014/main"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a16:creationId xmlns:a16="http://schemas.microsoft.com/office/drawing/2014/main"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a16:creationId xmlns:a16="http://schemas.microsoft.com/office/drawing/2014/main"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a16:creationId xmlns:a16="http://schemas.microsoft.com/office/drawing/2014/main"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a16:creationId xmlns:a16="http://schemas.microsoft.com/office/drawing/2014/main"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a16:creationId xmlns:a16="http://schemas.microsoft.com/office/drawing/2014/main"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a16:creationId xmlns:a16="http://schemas.microsoft.com/office/drawing/2014/main"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a16:creationId xmlns:a16="http://schemas.microsoft.com/office/drawing/2014/main"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a16:creationId xmlns:a16="http://schemas.microsoft.com/office/drawing/2014/main"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a16:creationId xmlns:a16="http://schemas.microsoft.com/office/drawing/2014/main"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a16:creationId xmlns:a16="http://schemas.microsoft.com/office/drawing/2014/main"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a16:creationId xmlns:a16="http://schemas.microsoft.com/office/drawing/2014/main"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a16:creationId xmlns:a16="http://schemas.microsoft.com/office/drawing/2014/main"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a16:creationId xmlns:a16="http://schemas.microsoft.com/office/drawing/2014/main"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a16:creationId xmlns:a16="http://schemas.microsoft.com/office/drawing/2014/main"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a16:creationId xmlns:a16="http://schemas.microsoft.com/office/drawing/2014/main"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a16:creationId xmlns:a16="http://schemas.microsoft.com/office/drawing/2014/main"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a16:creationId xmlns:a16="http://schemas.microsoft.com/office/drawing/2014/main"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a16:creationId xmlns:a16="http://schemas.microsoft.com/office/drawing/2014/main"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a16:creationId xmlns:a16="http://schemas.microsoft.com/office/drawing/2014/main"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a16:creationId xmlns:a16="http://schemas.microsoft.com/office/drawing/2014/main"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a16:creationId xmlns:a16="http://schemas.microsoft.com/office/drawing/2014/main"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a16:creationId xmlns:a16="http://schemas.microsoft.com/office/drawing/2014/main"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a16:creationId xmlns:a16="http://schemas.microsoft.com/office/drawing/2014/main"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a16:creationId xmlns:a16="http://schemas.microsoft.com/office/drawing/2014/main"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a16:creationId xmlns:a16="http://schemas.microsoft.com/office/drawing/2014/main"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a16:creationId xmlns:a16="http://schemas.microsoft.com/office/drawing/2014/main"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a16:creationId xmlns:a16="http://schemas.microsoft.com/office/drawing/2014/main"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a16:creationId xmlns:a16="http://schemas.microsoft.com/office/drawing/2014/main"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a16:creationId xmlns:a16="http://schemas.microsoft.com/office/drawing/2014/main"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a16:creationId xmlns:a16="http://schemas.microsoft.com/office/drawing/2014/main"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a16:creationId xmlns:a16="http://schemas.microsoft.com/office/drawing/2014/main"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a16:creationId xmlns:a16="http://schemas.microsoft.com/office/drawing/2014/main"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a16:creationId xmlns:a16="http://schemas.microsoft.com/office/drawing/2014/main"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a16:creationId xmlns:a16="http://schemas.microsoft.com/office/drawing/2014/main"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a16:creationId xmlns:a16="http://schemas.microsoft.com/office/drawing/2014/main"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a16:creationId xmlns:a16="http://schemas.microsoft.com/office/drawing/2014/main"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a16:creationId xmlns:a16="http://schemas.microsoft.com/office/drawing/2014/main"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a16:creationId xmlns:a16="http://schemas.microsoft.com/office/drawing/2014/main"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a16:creationId xmlns:a16="http://schemas.microsoft.com/office/drawing/2014/main"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a16:creationId xmlns:a16="http://schemas.microsoft.com/office/drawing/2014/main"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a16:creationId xmlns:a16="http://schemas.microsoft.com/office/drawing/2014/main"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a16:creationId xmlns:a16="http://schemas.microsoft.com/office/drawing/2014/main"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a16:creationId xmlns:a16="http://schemas.microsoft.com/office/drawing/2014/main"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a16:creationId xmlns:a16="http://schemas.microsoft.com/office/drawing/2014/main"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a16:creationId xmlns:a16="http://schemas.microsoft.com/office/drawing/2014/main"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a16:creationId xmlns:a16="http://schemas.microsoft.com/office/drawing/2014/main"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a16:creationId xmlns:a16="http://schemas.microsoft.com/office/drawing/2014/main"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a16:creationId xmlns:a16="http://schemas.microsoft.com/office/drawing/2014/main"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a16:creationId xmlns:a16="http://schemas.microsoft.com/office/drawing/2014/main"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a16:creationId xmlns:a16="http://schemas.microsoft.com/office/drawing/2014/main"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a16:creationId xmlns:a16="http://schemas.microsoft.com/office/drawing/2014/main"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a16:creationId xmlns:a16="http://schemas.microsoft.com/office/drawing/2014/main"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a16:creationId xmlns:a16="http://schemas.microsoft.com/office/drawing/2014/main"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a16:creationId xmlns:a16="http://schemas.microsoft.com/office/drawing/2014/main"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a16:creationId xmlns:a16="http://schemas.microsoft.com/office/drawing/2014/main"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a16:creationId xmlns:a16="http://schemas.microsoft.com/office/drawing/2014/main"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a16:creationId xmlns:a16="http://schemas.microsoft.com/office/drawing/2014/main"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a16:creationId xmlns:a16="http://schemas.microsoft.com/office/drawing/2014/main"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a16:creationId xmlns:a16="http://schemas.microsoft.com/office/drawing/2014/main"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a16:creationId xmlns:a16="http://schemas.microsoft.com/office/drawing/2014/main"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98238856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a16:creationId xmlns:a16="http://schemas.microsoft.com/office/drawing/2014/main"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a16:creationId xmlns:a16="http://schemas.microsoft.com/office/drawing/2014/main"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a16:creationId xmlns:a16="http://schemas.microsoft.com/office/drawing/2014/main"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a16:creationId xmlns:a16="http://schemas.microsoft.com/office/drawing/2014/main"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a16:creationId xmlns:a16="http://schemas.microsoft.com/office/drawing/2014/main"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a16:creationId xmlns:a16="http://schemas.microsoft.com/office/drawing/2014/main"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a16:creationId xmlns:a16="http://schemas.microsoft.com/office/drawing/2014/main"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a16:creationId xmlns:a16="http://schemas.microsoft.com/office/drawing/2014/main"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a16:creationId xmlns:a16="http://schemas.microsoft.com/office/drawing/2014/main"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a16:creationId xmlns:a16="http://schemas.microsoft.com/office/drawing/2014/main"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a16:creationId xmlns:a16="http://schemas.microsoft.com/office/drawing/2014/main"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a16:creationId xmlns:a16="http://schemas.microsoft.com/office/drawing/2014/main"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a16:creationId xmlns:a16="http://schemas.microsoft.com/office/drawing/2014/main"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a16:creationId xmlns:a16="http://schemas.microsoft.com/office/drawing/2014/main"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a16:creationId xmlns:a16="http://schemas.microsoft.com/office/drawing/2014/main"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a16:creationId xmlns:a16="http://schemas.microsoft.com/office/drawing/2014/main"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a16:creationId xmlns:a16="http://schemas.microsoft.com/office/drawing/2014/main"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a16:creationId xmlns:a16="http://schemas.microsoft.com/office/drawing/2014/main"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a16:creationId xmlns:a16="http://schemas.microsoft.com/office/drawing/2014/main"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a16:creationId xmlns:a16="http://schemas.microsoft.com/office/drawing/2014/main"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a16:creationId xmlns:a16="http://schemas.microsoft.com/office/drawing/2014/main"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a16:creationId xmlns:a16="http://schemas.microsoft.com/office/drawing/2014/main"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a16:creationId xmlns:a16="http://schemas.microsoft.com/office/drawing/2014/main"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a16:creationId xmlns:a16="http://schemas.microsoft.com/office/drawing/2014/main"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a16:creationId xmlns:a16="http://schemas.microsoft.com/office/drawing/2014/main"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a16:creationId xmlns:a16="http://schemas.microsoft.com/office/drawing/2014/main"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a16:creationId xmlns:a16="http://schemas.microsoft.com/office/drawing/2014/main"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a16:creationId xmlns:a16="http://schemas.microsoft.com/office/drawing/2014/main"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a16:creationId xmlns:a16="http://schemas.microsoft.com/office/drawing/2014/main"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a16:creationId xmlns:a16="http://schemas.microsoft.com/office/drawing/2014/main"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a16:creationId xmlns:a16="http://schemas.microsoft.com/office/drawing/2014/main"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a16:creationId xmlns:a16="http://schemas.microsoft.com/office/drawing/2014/main"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a16:creationId xmlns:a16="http://schemas.microsoft.com/office/drawing/2014/main"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a16:creationId xmlns:a16="http://schemas.microsoft.com/office/drawing/2014/main"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a16:creationId xmlns:a16="http://schemas.microsoft.com/office/drawing/2014/main"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a16:creationId xmlns:a16="http://schemas.microsoft.com/office/drawing/2014/main"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a16:creationId xmlns:a16="http://schemas.microsoft.com/office/drawing/2014/main"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a16:creationId xmlns:a16="http://schemas.microsoft.com/office/drawing/2014/main"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a16:creationId xmlns:a16="http://schemas.microsoft.com/office/drawing/2014/main"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a16:creationId xmlns:a16="http://schemas.microsoft.com/office/drawing/2014/main"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a16:creationId xmlns:a16="http://schemas.microsoft.com/office/drawing/2014/main"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a16:creationId xmlns:a16="http://schemas.microsoft.com/office/drawing/2014/main"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a16:creationId xmlns:a16="http://schemas.microsoft.com/office/drawing/2014/main"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a16:creationId xmlns:a16="http://schemas.microsoft.com/office/drawing/2014/main"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a16:creationId xmlns:a16="http://schemas.microsoft.com/office/drawing/2014/main"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a16:creationId xmlns:a16="http://schemas.microsoft.com/office/drawing/2014/main"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a16:creationId xmlns:a16="http://schemas.microsoft.com/office/drawing/2014/main"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a16:creationId xmlns:a16="http://schemas.microsoft.com/office/drawing/2014/main"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a16:creationId xmlns:a16="http://schemas.microsoft.com/office/drawing/2014/main"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a16:creationId xmlns:a16="http://schemas.microsoft.com/office/drawing/2014/main"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a16:creationId xmlns:a16="http://schemas.microsoft.com/office/drawing/2014/main"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a16:creationId xmlns:a16="http://schemas.microsoft.com/office/drawing/2014/main"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a16:creationId xmlns:a16="http://schemas.microsoft.com/office/drawing/2014/main"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a16:creationId xmlns:a16="http://schemas.microsoft.com/office/drawing/2014/main"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a16:creationId xmlns:a16="http://schemas.microsoft.com/office/drawing/2014/main"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a16:creationId xmlns:a16="http://schemas.microsoft.com/office/drawing/2014/main"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a16:creationId xmlns:a16="http://schemas.microsoft.com/office/drawing/2014/main"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a16:creationId xmlns:a16="http://schemas.microsoft.com/office/drawing/2014/main"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a16:creationId xmlns:a16="http://schemas.microsoft.com/office/drawing/2014/main"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a16:creationId xmlns:a16="http://schemas.microsoft.com/office/drawing/2014/main"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a16:creationId xmlns:a16="http://schemas.microsoft.com/office/drawing/2014/main"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a16:creationId xmlns:a16="http://schemas.microsoft.com/office/drawing/2014/main"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a16:creationId xmlns:a16="http://schemas.microsoft.com/office/drawing/2014/main"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a16:creationId xmlns:a16="http://schemas.microsoft.com/office/drawing/2014/main"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a16:creationId xmlns:a16="http://schemas.microsoft.com/office/drawing/2014/main"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a16:creationId xmlns:a16="http://schemas.microsoft.com/office/drawing/2014/main"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a16:creationId xmlns:a16="http://schemas.microsoft.com/office/drawing/2014/main"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a16:creationId xmlns:a16="http://schemas.microsoft.com/office/drawing/2014/main"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a16:creationId xmlns:a16="http://schemas.microsoft.com/office/drawing/2014/main"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a16:creationId xmlns:a16="http://schemas.microsoft.com/office/drawing/2014/main"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a16:creationId xmlns:a16="http://schemas.microsoft.com/office/drawing/2014/main"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a16:creationId xmlns:a16="http://schemas.microsoft.com/office/drawing/2014/main"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a16:creationId xmlns:a16="http://schemas.microsoft.com/office/drawing/2014/main"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a16:creationId xmlns:a16="http://schemas.microsoft.com/office/drawing/2014/main"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a16:creationId xmlns:a16="http://schemas.microsoft.com/office/drawing/2014/main"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a16:creationId xmlns:a16="http://schemas.microsoft.com/office/drawing/2014/main"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a16:creationId xmlns:a16="http://schemas.microsoft.com/office/drawing/2014/main"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a16:creationId xmlns:a16="http://schemas.microsoft.com/office/drawing/2014/main"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a16:creationId xmlns:a16="http://schemas.microsoft.com/office/drawing/2014/main"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a16:creationId xmlns:a16="http://schemas.microsoft.com/office/drawing/2014/main"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a16:creationId xmlns:a16="http://schemas.microsoft.com/office/drawing/2014/main"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a16:creationId xmlns:a16="http://schemas.microsoft.com/office/drawing/2014/main"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a16:creationId xmlns:a16="http://schemas.microsoft.com/office/drawing/2014/main"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a16:creationId xmlns:a16="http://schemas.microsoft.com/office/drawing/2014/main"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a16:creationId xmlns:a16="http://schemas.microsoft.com/office/drawing/2014/main"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a16:creationId xmlns:a16="http://schemas.microsoft.com/office/drawing/2014/main"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a16:creationId xmlns:a16="http://schemas.microsoft.com/office/drawing/2014/main"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a16:creationId xmlns:a16="http://schemas.microsoft.com/office/drawing/2014/main"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a16:creationId xmlns:a16="http://schemas.microsoft.com/office/drawing/2014/main"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a16:creationId xmlns:a16="http://schemas.microsoft.com/office/drawing/2014/main"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a16:creationId xmlns:a16="http://schemas.microsoft.com/office/drawing/2014/main"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a16:creationId xmlns:a16="http://schemas.microsoft.com/office/drawing/2014/main"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a16:creationId xmlns:a16="http://schemas.microsoft.com/office/drawing/2014/main"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a16:creationId xmlns:a16="http://schemas.microsoft.com/office/drawing/2014/main"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a16:creationId xmlns:a16="http://schemas.microsoft.com/office/drawing/2014/main"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a16:creationId xmlns:a16="http://schemas.microsoft.com/office/drawing/2014/main"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a16:creationId xmlns:a16="http://schemas.microsoft.com/office/drawing/2014/main"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a16:creationId xmlns:a16="http://schemas.microsoft.com/office/drawing/2014/main"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a16:creationId xmlns:a16="http://schemas.microsoft.com/office/drawing/2014/main"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a16:creationId xmlns:a16="http://schemas.microsoft.com/office/drawing/2014/main"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a16:creationId xmlns:a16="http://schemas.microsoft.com/office/drawing/2014/main"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a16:creationId xmlns:a16="http://schemas.microsoft.com/office/drawing/2014/main"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a16:creationId xmlns:a16="http://schemas.microsoft.com/office/drawing/2014/main"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a16:creationId xmlns:a16="http://schemas.microsoft.com/office/drawing/2014/main"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a16:creationId xmlns:a16="http://schemas.microsoft.com/office/drawing/2014/main"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a16:creationId xmlns:a16="http://schemas.microsoft.com/office/drawing/2014/main"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a16:creationId xmlns:a16="http://schemas.microsoft.com/office/drawing/2014/main"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a16:creationId xmlns:a16="http://schemas.microsoft.com/office/drawing/2014/main"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a16:creationId xmlns:a16="http://schemas.microsoft.com/office/drawing/2014/main"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a16:creationId xmlns:a16="http://schemas.microsoft.com/office/drawing/2014/main"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a16:creationId xmlns:a16="http://schemas.microsoft.com/office/drawing/2014/main"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a16:creationId xmlns:a16="http://schemas.microsoft.com/office/drawing/2014/main"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a16:creationId xmlns:a16="http://schemas.microsoft.com/office/drawing/2014/main"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a16:creationId xmlns:a16="http://schemas.microsoft.com/office/drawing/2014/main"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a16:creationId xmlns:a16="http://schemas.microsoft.com/office/drawing/2014/main"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a16:creationId xmlns:a16="http://schemas.microsoft.com/office/drawing/2014/main"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a16:creationId xmlns:a16="http://schemas.microsoft.com/office/drawing/2014/main"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a16:creationId xmlns:a16="http://schemas.microsoft.com/office/drawing/2014/main"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a16:creationId xmlns:a16="http://schemas.microsoft.com/office/drawing/2014/main"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a16:creationId xmlns:a16="http://schemas.microsoft.com/office/drawing/2014/main"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a16:creationId xmlns:a16="http://schemas.microsoft.com/office/drawing/2014/main"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a16:creationId xmlns:a16="http://schemas.microsoft.com/office/drawing/2014/main"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a16:creationId xmlns:a16="http://schemas.microsoft.com/office/drawing/2014/main"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a16:creationId xmlns:a16="http://schemas.microsoft.com/office/drawing/2014/main"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a16:creationId xmlns:a16="http://schemas.microsoft.com/office/drawing/2014/main"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a16:creationId xmlns:a16="http://schemas.microsoft.com/office/drawing/2014/main"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a16:creationId xmlns:a16="http://schemas.microsoft.com/office/drawing/2014/main"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a16:creationId xmlns:a16="http://schemas.microsoft.com/office/drawing/2014/main"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a16:creationId xmlns:a16="http://schemas.microsoft.com/office/drawing/2014/main"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a16:creationId xmlns:a16="http://schemas.microsoft.com/office/drawing/2014/main"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a16:creationId xmlns:a16="http://schemas.microsoft.com/office/drawing/2014/main"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a16:creationId xmlns:a16="http://schemas.microsoft.com/office/drawing/2014/main"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a16:creationId xmlns:a16="http://schemas.microsoft.com/office/drawing/2014/main"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a16:creationId xmlns:a16="http://schemas.microsoft.com/office/drawing/2014/main"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a16:creationId xmlns:a16="http://schemas.microsoft.com/office/drawing/2014/main"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a16:creationId xmlns:a16="http://schemas.microsoft.com/office/drawing/2014/main"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a16:creationId xmlns:a16="http://schemas.microsoft.com/office/drawing/2014/main"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a16:creationId xmlns:a16="http://schemas.microsoft.com/office/drawing/2014/main"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a16:creationId xmlns:a16="http://schemas.microsoft.com/office/drawing/2014/main"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a16:creationId xmlns:a16="http://schemas.microsoft.com/office/drawing/2014/main"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a16:creationId xmlns:a16="http://schemas.microsoft.com/office/drawing/2014/main"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a16:creationId xmlns:a16="http://schemas.microsoft.com/office/drawing/2014/main"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a16:creationId xmlns:a16="http://schemas.microsoft.com/office/drawing/2014/main"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a16:creationId xmlns:a16="http://schemas.microsoft.com/office/drawing/2014/main"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a16:creationId xmlns:a16="http://schemas.microsoft.com/office/drawing/2014/main"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a16:creationId xmlns:a16="http://schemas.microsoft.com/office/drawing/2014/main"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a16:creationId xmlns:a16="http://schemas.microsoft.com/office/drawing/2014/main"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a16:creationId xmlns:a16="http://schemas.microsoft.com/office/drawing/2014/main"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a16:creationId xmlns:a16="http://schemas.microsoft.com/office/drawing/2014/main"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a16:creationId xmlns:a16="http://schemas.microsoft.com/office/drawing/2014/main"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a16:creationId xmlns:a16="http://schemas.microsoft.com/office/drawing/2014/main"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a16:creationId xmlns:a16="http://schemas.microsoft.com/office/drawing/2014/main"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a16:creationId xmlns:a16="http://schemas.microsoft.com/office/drawing/2014/main"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a16:creationId xmlns:a16="http://schemas.microsoft.com/office/drawing/2014/main"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a16:creationId xmlns:a16="http://schemas.microsoft.com/office/drawing/2014/main"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a16:creationId xmlns:a16="http://schemas.microsoft.com/office/drawing/2014/main"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a16:creationId xmlns:a16="http://schemas.microsoft.com/office/drawing/2014/main"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a16:creationId xmlns:a16="http://schemas.microsoft.com/office/drawing/2014/main"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a16:creationId xmlns:a16="http://schemas.microsoft.com/office/drawing/2014/main"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a16:creationId xmlns:a16="http://schemas.microsoft.com/office/drawing/2014/main"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a16:creationId xmlns:a16="http://schemas.microsoft.com/office/drawing/2014/main"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a16:creationId xmlns:a16="http://schemas.microsoft.com/office/drawing/2014/main"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a16:creationId xmlns:a16="http://schemas.microsoft.com/office/drawing/2014/main"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a16:creationId xmlns:a16="http://schemas.microsoft.com/office/drawing/2014/main"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a16:creationId xmlns:a16="http://schemas.microsoft.com/office/drawing/2014/main"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a16:creationId xmlns:a16="http://schemas.microsoft.com/office/drawing/2014/main"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a16:creationId xmlns:a16="http://schemas.microsoft.com/office/drawing/2014/main"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a16:creationId xmlns:a16="http://schemas.microsoft.com/office/drawing/2014/main"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a16:creationId xmlns:a16="http://schemas.microsoft.com/office/drawing/2014/main"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a16:creationId xmlns:a16="http://schemas.microsoft.com/office/drawing/2014/main"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a16:creationId xmlns:a16="http://schemas.microsoft.com/office/drawing/2014/main"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a16:creationId xmlns:a16="http://schemas.microsoft.com/office/drawing/2014/main"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a16:creationId xmlns:a16="http://schemas.microsoft.com/office/drawing/2014/main"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a16:creationId xmlns:a16="http://schemas.microsoft.com/office/drawing/2014/main"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a16:creationId xmlns:a16="http://schemas.microsoft.com/office/drawing/2014/main"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a16:creationId xmlns:a16="http://schemas.microsoft.com/office/drawing/2014/main"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a16:creationId xmlns:a16="http://schemas.microsoft.com/office/drawing/2014/main"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32802311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a16:creationId xmlns:a16="http://schemas.microsoft.com/office/drawing/2014/main"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a16:creationId xmlns:a16="http://schemas.microsoft.com/office/drawing/2014/main"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a16:creationId xmlns:a16="http://schemas.microsoft.com/office/drawing/2014/main"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a16:creationId xmlns:a16="http://schemas.microsoft.com/office/drawing/2014/main"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a16:creationId xmlns:a16="http://schemas.microsoft.com/office/drawing/2014/main"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a16:creationId xmlns:a16="http://schemas.microsoft.com/office/drawing/2014/main"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a16:creationId xmlns:a16="http://schemas.microsoft.com/office/drawing/2014/main"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a16:creationId xmlns:a16="http://schemas.microsoft.com/office/drawing/2014/main"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a16:creationId xmlns:a16="http://schemas.microsoft.com/office/drawing/2014/main"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a16:creationId xmlns:a16="http://schemas.microsoft.com/office/drawing/2014/main"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a16:creationId xmlns:a16="http://schemas.microsoft.com/office/drawing/2014/main"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a16:creationId xmlns:a16="http://schemas.microsoft.com/office/drawing/2014/main"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a16:creationId xmlns:a16="http://schemas.microsoft.com/office/drawing/2014/main"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a16:creationId xmlns:a16="http://schemas.microsoft.com/office/drawing/2014/main"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a16:creationId xmlns:a16="http://schemas.microsoft.com/office/drawing/2014/main"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a16:creationId xmlns:a16="http://schemas.microsoft.com/office/drawing/2014/main"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a16:creationId xmlns:a16="http://schemas.microsoft.com/office/drawing/2014/main"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a16:creationId xmlns:a16="http://schemas.microsoft.com/office/drawing/2014/main"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a16:creationId xmlns:a16="http://schemas.microsoft.com/office/drawing/2014/main"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a16:creationId xmlns:a16="http://schemas.microsoft.com/office/drawing/2014/main"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a16:creationId xmlns:a16="http://schemas.microsoft.com/office/drawing/2014/main"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a16:creationId xmlns:a16="http://schemas.microsoft.com/office/drawing/2014/main"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a16:creationId xmlns:a16="http://schemas.microsoft.com/office/drawing/2014/main"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a16:creationId xmlns:a16="http://schemas.microsoft.com/office/drawing/2014/main"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a16:creationId xmlns:a16="http://schemas.microsoft.com/office/drawing/2014/main"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a16:creationId xmlns:a16="http://schemas.microsoft.com/office/drawing/2014/main"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a16:creationId xmlns:a16="http://schemas.microsoft.com/office/drawing/2014/main"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a16:creationId xmlns:a16="http://schemas.microsoft.com/office/drawing/2014/main"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a16:creationId xmlns:a16="http://schemas.microsoft.com/office/drawing/2014/main"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a16:creationId xmlns:a16="http://schemas.microsoft.com/office/drawing/2014/main"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a16:creationId xmlns:a16="http://schemas.microsoft.com/office/drawing/2014/main"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a16:creationId xmlns:a16="http://schemas.microsoft.com/office/drawing/2014/main"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a16:creationId xmlns:a16="http://schemas.microsoft.com/office/drawing/2014/main"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a16:creationId xmlns:a16="http://schemas.microsoft.com/office/drawing/2014/main"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a16:creationId xmlns:a16="http://schemas.microsoft.com/office/drawing/2014/main"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a16:creationId xmlns:a16="http://schemas.microsoft.com/office/drawing/2014/main"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a16:creationId xmlns:a16="http://schemas.microsoft.com/office/drawing/2014/main"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a16:creationId xmlns:a16="http://schemas.microsoft.com/office/drawing/2014/main"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a16:creationId xmlns:a16="http://schemas.microsoft.com/office/drawing/2014/main"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a16:creationId xmlns:a16="http://schemas.microsoft.com/office/drawing/2014/main"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a16:creationId xmlns:a16="http://schemas.microsoft.com/office/drawing/2014/main"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a16:creationId xmlns:a16="http://schemas.microsoft.com/office/drawing/2014/main"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a16:creationId xmlns:a16="http://schemas.microsoft.com/office/drawing/2014/main"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a16:creationId xmlns:a16="http://schemas.microsoft.com/office/drawing/2014/main"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a16:creationId xmlns:a16="http://schemas.microsoft.com/office/drawing/2014/main"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a16:creationId xmlns:a16="http://schemas.microsoft.com/office/drawing/2014/main"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a16:creationId xmlns:a16="http://schemas.microsoft.com/office/drawing/2014/main"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a16:creationId xmlns:a16="http://schemas.microsoft.com/office/drawing/2014/main"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a16:creationId xmlns:a16="http://schemas.microsoft.com/office/drawing/2014/main"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a16:creationId xmlns:a16="http://schemas.microsoft.com/office/drawing/2014/main"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a16:creationId xmlns:a16="http://schemas.microsoft.com/office/drawing/2014/main"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a16:creationId xmlns:a16="http://schemas.microsoft.com/office/drawing/2014/main"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a16:creationId xmlns:a16="http://schemas.microsoft.com/office/drawing/2014/main"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a16:creationId xmlns:a16="http://schemas.microsoft.com/office/drawing/2014/main"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a16:creationId xmlns:a16="http://schemas.microsoft.com/office/drawing/2014/main"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a16:creationId xmlns:a16="http://schemas.microsoft.com/office/drawing/2014/main"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a16:creationId xmlns:a16="http://schemas.microsoft.com/office/drawing/2014/main"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a16:creationId xmlns:a16="http://schemas.microsoft.com/office/drawing/2014/main"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a16:creationId xmlns:a16="http://schemas.microsoft.com/office/drawing/2014/main"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a16:creationId xmlns:a16="http://schemas.microsoft.com/office/drawing/2014/main"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a16:creationId xmlns:a16="http://schemas.microsoft.com/office/drawing/2014/main"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a16:creationId xmlns:a16="http://schemas.microsoft.com/office/drawing/2014/main"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a16:creationId xmlns:a16="http://schemas.microsoft.com/office/drawing/2014/main"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a16:creationId xmlns:a16="http://schemas.microsoft.com/office/drawing/2014/main"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a16:creationId xmlns:a16="http://schemas.microsoft.com/office/drawing/2014/main"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a16:creationId xmlns:a16="http://schemas.microsoft.com/office/drawing/2014/main"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a16:creationId xmlns:a16="http://schemas.microsoft.com/office/drawing/2014/main"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a16:creationId xmlns:a16="http://schemas.microsoft.com/office/drawing/2014/main"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a16:creationId xmlns:a16="http://schemas.microsoft.com/office/drawing/2014/main"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a16:creationId xmlns:a16="http://schemas.microsoft.com/office/drawing/2014/main"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a16:creationId xmlns:a16="http://schemas.microsoft.com/office/drawing/2014/main"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a16:creationId xmlns:a16="http://schemas.microsoft.com/office/drawing/2014/main"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a16:creationId xmlns:a16="http://schemas.microsoft.com/office/drawing/2014/main"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a16:creationId xmlns:a16="http://schemas.microsoft.com/office/drawing/2014/main"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a16:creationId xmlns:a16="http://schemas.microsoft.com/office/drawing/2014/main"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a16:creationId xmlns:a16="http://schemas.microsoft.com/office/drawing/2014/main"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a16:creationId xmlns:a16="http://schemas.microsoft.com/office/drawing/2014/main"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a16:creationId xmlns:a16="http://schemas.microsoft.com/office/drawing/2014/main"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a16:creationId xmlns:a16="http://schemas.microsoft.com/office/drawing/2014/main"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a16:creationId xmlns:a16="http://schemas.microsoft.com/office/drawing/2014/main"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a16:creationId xmlns:a16="http://schemas.microsoft.com/office/drawing/2014/main"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a16:creationId xmlns:a16="http://schemas.microsoft.com/office/drawing/2014/main"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a16:creationId xmlns:a16="http://schemas.microsoft.com/office/drawing/2014/main"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a16:creationId xmlns:a16="http://schemas.microsoft.com/office/drawing/2014/main"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a16:creationId xmlns:a16="http://schemas.microsoft.com/office/drawing/2014/main"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a16:creationId xmlns:a16="http://schemas.microsoft.com/office/drawing/2014/main"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a16:creationId xmlns:a16="http://schemas.microsoft.com/office/drawing/2014/main"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a16:creationId xmlns:a16="http://schemas.microsoft.com/office/drawing/2014/main"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a16:creationId xmlns:a16="http://schemas.microsoft.com/office/drawing/2014/main"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a16:creationId xmlns:a16="http://schemas.microsoft.com/office/drawing/2014/main"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a16:creationId xmlns:a16="http://schemas.microsoft.com/office/drawing/2014/main"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a16:creationId xmlns:a16="http://schemas.microsoft.com/office/drawing/2014/main"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a16:creationId xmlns:a16="http://schemas.microsoft.com/office/drawing/2014/main"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a16:creationId xmlns:a16="http://schemas.microsoft.com/office/drawing/2014/main"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a16:creationId xmlns:a16="http://schemas.microsoft.com/office/drawing/2014/main"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a16:creationId xmlns:a16="http://schemas.microsoft.com/office/drawing/2014/main"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a16:creationId xmlns:a16="http://schemas.microsoft.com/office/drawing/2014/main"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a16:creationId xmlns:a16="http://schemas.microsoft.com/office/drawing/2014/main"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a16:creationId xmlns:a16="http://schemas.microsoft.com/office/drawing/2014/main"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a16:creationId xmlns:a16="http://schemas.microsoft.com/office/drawing/2014/main"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a16:creationId xmlns:a16="http://schemas.microsoft.com/office/drawing/2014/main"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a16:creationId xmlns:a16="http://schemas.microsoft.com/office/drawing/2014/main"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a16:creationId xmlns:a16="http://schemas.microsoft.com/office/drawing/2014/main"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a16:creationId xmlns:a16="http://schemas.microsoft.com/office/drawing/2014/main"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a16:creationId xmlns:a16="http://schemas.microsoft.com/office/drawing/2014/main"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a16:creationId xmlns:a16="http://schemas.microsoft.com/office/drawing/2014/main"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a16:creationId xmlns:a16="http://schemas.microsoft.com/office/drawing/2014/main"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a16:creationId xmlns:a16="http://schemas.microsoft.com/office/drawing/2014/main"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a16:creationId xmlns:a16="http://schemas.microsoft.com/office/drawing/2014/main"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a16:creationId xmlns:a16="http://schemas.microsoft.com/office/drawing/2014/main"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a16:creationId xmlns:a16="http://schemas.microsoft.com/office/drawing/2014/main"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a16:creationId xmlns:a16="http://schemas.microsoft.com/office/drawing/2014/main"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a16:creationId xmlns:a16="http://schemas.microsoft.com/office/drawing/2014/main"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a16:creationId xmlns:a16="http://schemas.microsoft.com/office/drawing/2014/main"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a16:creationId xmlns:a16="http://schemas.microsoft.com/office/drawing/2014/main"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a16:creationId xmlns:a16="http://schemas.microsoft.com/office/drawing/2014/main"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a16:creationId xmlns:a16="http://schemas.microsoft.com/office/drawing/2014/main"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a16:creationId xmlns:a16="http://schemas.microsoft.com/office/drawing/2014/main"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6750426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a16:creationId xmlns:a16="http://schemas.microsoft.com/office/drawing/2014/main"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a16:creationId xmlns:a16="http://schemas.microsoft.com/office/drawing/2014/main"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a16:creationId xmlns:a16="http://schemas.microsoft.com/office/drawing/2014/main"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a16:creationId xmlns:a16="http://schemas.microsoft.com/office/drawing/2014/main"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a16:creationId xmlns:a16="http://schemas.microsoft.com/office/drawing/2014/main"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a16:creationId xmlns:a16="http://schemas.microsoft.com/office/drawing/2014/main"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a16:creationId xmlns:a16="http://schemas.microsoft.com/office/drawing/2014/main"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a16:creationId xmlns:a16="http://schemas.microsoft.com/office/drawing/2014/main"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a16:creationId xmlns:a16="http://schemas.microsoft.com/office/drawing/2014/main"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a16:creationId xmlns:a16="http://schemas.microsoft.com/office/drawing/2014/main"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a16:creationId xmlns:a16="http://schemas.microsoft.com/office/drawing/2014/main"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a16:creationId xmlns:a16="http://schemas.microsoft.com/office/drawing/2014/main"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a16:creationId xmlns:a16="http://schemas.microsoft.com/office/drawing/2014/main"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5714634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a16:creationId xmlns:a16="http://schemas.microsoft.com/office/drawing/2014/main"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a16:creationId xmlns:a16="http://schemas.microsoft.com/office/drawing/2014/main"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a16:creationId xmlns:a16="http://schemas.microsoft.com/office/drawing/2014/main"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a16:creationId xmlns:a16="http://schemas.microsoft.com/office/drawing/2014/main"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49675137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a16:creationId xmlns:a16="http://schemas.microsoft.com/office/drawing/2014/main"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a16:creationId xmlns:a16="http://schemas.microsoft.com/office/drawing/2014/main"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a16:creationId xmlns:a16="http://schemas.microsoft.com/office/drawing/2014/main"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a16:creationId xmlns:a16="http://schemas.microsoft.com/office/drawing/2014/main"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a16:creationId xmlns:a16="http://schemas.microsoft.com/office/drawing/2014/main"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a16:creationId xmlns:a16="http://schemas.microsoft.com/office/drawing/2014/main"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a16:creationId xmlns:a16="http://schemas.microsoft.com/office/drawing/2014/main"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a16:creationId xmlns:a16="http://schemas.microsoft.com/office/drawing/2014/main"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a16:creationId xmlns:a16="http://schemas.microsoft.com/office/drawing/2014/main"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a16:creationId xmlns:a16="http://schemas.microsoft.com/office/drawing/2014/main"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a16:creationId xmlns:a16="http://schemas.microsoft.com/office/drawing/2014/main"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a16:creationId xmlns:a16="http://schemas.microsoft.com/office/drawing/2014/main"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a16:creationId xmlns:a16="http://schemas.microsoft.com/office/drawing/2014/main"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a16:creationId xmlns:a16="http://schemas.microsoft.com/office/drawing/2014/main"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a16:creationId xmlns:a16="http://schemas.microsoft.com/office/drawing/2014/main"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a16:creationId xmlns:a16="http://schemas.microsoft.com/office/drawing/2014/main"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a16:creationId xmlns:a16="http://schemas.microsoft.com/office/drawing/2014/main"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a16:creationId xmlns:a16="http://schemas.microsoft.com/office/drawing/2014/main"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67412861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a16:creationId xmlns:a16="http://schemas.microsoft.com/office/drawing/2014/main"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a16:creationId xmlns:a16="http://schemas.microsoft.com/office/drawing/2014/main"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a16:creationId xmlns:a16="http://schemas.microsoft.com/office/drawing/2014/main"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a16:creationId xmlns:a16="http://schemas.microsoft.com/office/drawing/2014/main"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a16:creationId xmlns:a16="http://schemas.microsoft.com/office/drawing/2014/main"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a16:creationId xmlns:a16="http://schemas.microsoft.com/office/drawing/2014/main"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a16:creationId xmlns:a16="http://schemas.microsoft.com/office/drawing/2014/main"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a16:creationId xmlns:a16="http://schemas.microsoft.com/office/drawing/2014/main"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a16:creationId xmlns:a16="http://schemas.microsoft.com/office/drawing/2014/main"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a16:creationId xmlns:a16="http://schemas.microsoft.com/office/drawing/2014/main"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a16:creationId xmlns:a16="http://schemas.microsoft.com/office/drawing/2014/main"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735514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a16:creationId xmlns:a16="http://schemas.microsoft.com/office/drawing/2014/main"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a16:creationId xmlns:a16="http://schemas.microsoft.com/office/drawing/2014/main"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a16:creationId xmlns:a16="http://schemas.microsoft.com/office/drawing/2014/main"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a16:creationId xmlns:a16="http://schemas.microsoft.com/office/drawing/2014/main"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a16:creationId xmlns:a16="http://schemas.microsoft.com/office/drawing/2014/main"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a16:creationId xmlns:a16="http://schemas.microsoft.com/office/drawing/2014/main"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a16:creationId xmlns:a16="http://schemas.microsoft.com/office/drawing/2014/main"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a16:creationId xmlns:a16="http://schemas.microsoft.com/office/drawing/2014/main"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a16:creationId xmlns:a16="http://schemas.microsoft.com/office/drawing/2014/main"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a16:creationId xmlns:a16="http://schemas.microsoft.com/office/drawing/2014/main"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a16:creationId xmlns:a16="http://schemas.microsoft.com/office/drawing/2014/main"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a16:creationId xmlns:a16="http://schemas.microsoft.com/office/drawing/2014/main"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a16:creationId xmlns:a16="http://schemas.microsoft.com/office/drawing/2014/main"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78382672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a16:creationId xmlns:a16="http://schemas.microsoft.com/office/drawing/2014/main"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a16:creationId xmlns:a16="http://schemas.microsoft.com/office/drawing/2014/main"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a16:creationId xmlns:a16="http://schemas.microsoft.com/office/drawing/2014/main"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a16:creationId xmlns:a16="http://schemas.microsoft.com/office/drawing/2014/main"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a16:creationId xmlns:a16="http://schemas.microsoft.com/office/drawing/2014/main"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a16:creationId xmlns:a16="http://schemas.microsoft.com/office/drawing/2014/main"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a16:creationId xmlns:a16="http://schemas.microsoft.com/office/drawing/2014/main"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a16:creationId xmlns:a16="http://schemas.microsoft.com/office/drawing/2014/main"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a16:creationId xmlns:a16="http://schemas.microsoft.com/office/drawing/2014/main"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a16:creationId xmlns:a16="http://schemas.microsoft.com/office/drawing/2014/main"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a16:creationId xmlns:a16="http://schemas.microsoft.com/office/drawing/2014/main"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a16:creationId xmlns:a16="http://schemas.microsoft.com/office/drawing/2014/main"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a16:creationId xmlns:a16="http://schemas.microsoft.com/office/drawing/2014/main"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a16:creationId xmlns:a16="http://schemas.microsoft.com/office/drawing/2014/main"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a16:creationId xmlns:a16="http://schemas.microsoft.com/office/drawing/2014/main"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a16:creationId xmlns:a16="http://schemas.microsoft.com/office/drawing/2014/main"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a16:creationId xmlns:a16="http://schemas.microsoft.com/office/drawing/2014/main"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a16:creationId xmlns:a16="http://schemas.microsoft.com/office/drawing/2014/main"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a16:creationId xmlns:a16="http://schemas.microsoft.com/office/drawing/2014/main"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a16:creationId xmlns:a16="http://schemas.microsoft.com/office/drawing/2014/main"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a16:creationId xmlns:a16="http://schemas.microsoft.com/office/drawing/2014/main"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a16:creationId xmlns:a16="http://schemas.microsoft.com/office/drawing/2014/main"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a16:creationId xmlns:a16="http://schemas.microsoft.com/office/drawing/2014/main"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a16:creationId xmlns:a16="http://schemas.microsoft.com/office/drawing/2014/main"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a16:creationId xmlns:a16="http://schemas.microsoft.com/office/drawing/2014/main"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a16:creationId xmlns:a16="http://schemas.microsoft.com/office/drawing/2014/main"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a16:creationId xmlns:a16="http://schemas.microsoft.com/office/drawing/2014/main"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a16:creationId xmlns:a16="http://schemas.microsoft.com/office/drawing/2014/main"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a16:creationId xmlns:a16="http://schemas.microsoft.com/office/drawing/2014/main"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94553663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a16:creationId xmlns:a16="http://schemas.microsoft.com/office/drawing/2014/main"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a16:creationId xmlns:a16="http://schemas.microsoft.com/office/drawing/2014/main"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a16:creationId xmlns:a16="http://schemas.microsoft.com/office/drawing/2014/main"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a16:creationId xmlns:a16="http://schemas.microsoft.com/office/drawing/2014/main"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a16:creationId xmlns:a16="http://schemas.microsoft.com/office/drawing/2014/main"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a16:creationId xmlns:a16="http://schemas.microsoft.com/office/drawing/2014/main"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a16:creationId xmlns:a16="http://schemas.microsoft.com/office/drawing/2014/main"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a16:creationId xmlns:a16="http://schemas.microsoft.com/office/drawing/2014/main"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a16:creationId xmlns:a16="http://schemas.microsoft.com/office/drawing/2014/main"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a16:creationId xmlns:a16="http://schemas.microsoft.com/office/drawing/2014/main"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a16:creationId xmlns:a16="http://schemas.microsoft.com/office/drawing/2014/main"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a16:creationId xmlns:a16="http://schemas.microsoft.com/office/drawing/2014/main"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a16:creationId xmlns:a16="http://schemas.microsoft.com/office/drawing/2014/main"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a16:creationId xmlns:a16="http://schemas.microsoft.com/office/drawing/2014/main"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a16:creationId xmlns:a16="http://schemas.microsoft.com/office/drawing/2014/main"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a16:creationId xmlns:a16="http://schemas.microsoft.com/office/drawing/2014/main"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a16:creationId xmlns:a16="http://schemas.microsoft.com/office/drawing/2014/main"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a16:creationId xmlns:a16="http://schemas.microsoft.com/office/drawing/2014/main"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a16:creationId xmlns:a16="http://schemas.microsoft.com/office/drawing/2014/main"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a16:creationId xmlns:a16="http://schemas.microsoft.com/office/drawing/2014/main"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a16:creationId xmlns:a16="http://schemas.microsoft.com/office/drawing/2014/main"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a16:creationId xmlns:a16="http://schemas.microsoft.com/office/drawing/2014/main"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a16:creationId xmlns:a16="http://schemas.microsoft.com/office/drawing/2014/main"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a16:creationId xmlns:a16="http://schemas.microsoft.com/office/drawing/2014/main"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a16:creationId xmlns:a16="http://schemas.microsoft.com/office/drawing/2014/main"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a16:creationId xmlns:a16="http://schemas.microsoft.com/office/drawing/2014/main"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a16:creationId xmlns:a16="http://schemas.microsoft.com/office/drawing/2014/main"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a16:creationId xmlns:a16="http://schemas.microsoft.com/office/drawing/2014/main"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a16:creationId xmlns:a16="http://schemas.microsoft.com/office/drawing/2014/main"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a16:creationId xmlns:a16="http://schemas.microsoft.com/office/drawing/2014/main"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a16:creationId xmlns:a16="http://schemas.microsoft.com/office/drawing/2014/main"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08886449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a16:creationId xmlns:a16="http://schemas.microsoft.com/office/drawing/2014/main"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a16:creationId xmlns:a16="http://schemas.microsoft.com/office/drawing/2014/main"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a16:creationId xmlns:a16="http://schemas.microsoft.com/office/drawing/2014/main"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a16:creationId xmlns:a16="http://schemas.microsoft.com/office/drawing/2014/main"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a16:creationId xmlns:a16="http://schemas.microsoft.com/office/drawing/2014/main"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a16:creationId xmlns:a16="http://schemas.microsoft.com/office/drawing/2014/main"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a16:creationId xmlns:a16="http://schemas.microsoft.com/office/drawing/2014/main"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a16:creationId xmlns:a16="http://schemas.microsoft.com/office/drawing/2014/main"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a16:creationId xmlns:a16="http://schemas.microsoft.com/office/drawing/2014/main"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a16:creationId xmlns:a16="http://schemas.microsoft.com/office/drawing/2014/main"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a16:creationId xmlns:a16="http://schemas.microsoft.com/office/drawing/2014/main"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a16:creationId xmlns:a16="http://schemas.microsoft.com/office/drawing/2014/main"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a16:creationId xmlns:a16="http://schemas.microsoft.com/office/drawing/2014/main"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a16:creationId xmlns:a16="http://schemas.microsoft.com/office/drawing/2014/main"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a16:creationId xmlns:a16="http://schemas.microsoft.com/office/drawing/2014/main"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a16:creationId xmlns:a16="http://schemas.microsoft.com/office/drawing/2014/main"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a16:creationId xmlns:a16="http://schemas.microsoft.com/office/drawing/2014/main"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a16:creationId xmlns:a16="http://schemas.microsoft.com/office/drawing/2014/main"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a16:creationId xmlns:a16="http://schemas.microsoft.com/office/drawing/2014/main"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a16:creationId xmlns:a16="http://schemas.microsoft.com/office/drawing/2014/main"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a16:creationId xmlns:a16="http://schemas.microsoft.com/office/drawing/2014/main"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a16:creationId xmlns:a16="http://schemas.microsoft.com/office/drawing/2014/main"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a16:creationId xmlns:a16="http://schemas.microsoft.com/office/drawing/2014/main"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a16:creationId xmlns:a16="http://schemas.microsoft.com/office/drawing/2014/main"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a16:creationId xmlns:a16="http://schemas.microsoft.com/office/drawing/2014/main"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a16:creationId xmlns:a16="http://schemas.microsoft.com/office/drawing/2014/main"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a16:creationId xmlns:a16="http://schemas.microsoft.com/office/drawing/2014/main"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a16:creationId xmlns:a16="http://schemas.microsoft.com/office/drawing/2014/main"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a16:creationId xmlns:a16="http://schemas.microsoft.com/office/drawing/2014/main"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a16:creationId xmlns:a16="http://schemas.microsoft.com/office/drawing/2014/main"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a16:creationId xmlns:a16="http://schemas.microsoft.com/office/drawing/2014/main"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a16:creationId xmlns:a16="http://schemas.microsoft.com/office/drawing/2014/main"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a16:creationId xmlns:a16="http://schemas.microsoft.com/office/drawing/2014/main"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a16:creationId xmlns:a16="http://schemas.microsoft.com/office/drawing/2014/main"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a16:creationId xmlns:a16="http://schemas.microsoft.com/office/drawing/2014/main"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a16:creationId xmlns:a16="http://schemas.microsoft.com/office/drawing/2014/main"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a16:creationId xmlns:a16="http://schemas.microsoft.com/office/drawing/2014/main"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a16:creationId xmlns:a16="http://schemas.microsoft.com/office/drawing/2014/main"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a16:creationId xmlns:a16="http://schemas.microsoft.com/office/drawing/2014/main"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2290697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a16:creationId xmlns:a16="http://schemas.microsoft.com/office/drawing/2014/main"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a16:creationId xmlns:a16="http://schemas.microsoft.com/office/drawing/2014/main"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a16:creationId xmlns:a16="http://schemas.microsoft.com/office/drawing/2014/main"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a16:creationId xmlns:a16="http://schemas.microsoft.com/office/drawing/2014/main"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a16:creationId xmlns:a16="http://schemas.microsoft.com/office/drawing/2014/main"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a16:creationId xmlns:a16="http://schemas.microsoft.com/office/drawing/2014/main"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a16:creationId xmlns:a16="http://schemas.microsoft.com/office/drawing/2014/main"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a16:creationId xmlns:a16="http://schemas.microsoft.com/office/drawing/2014/main"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a16:creationId xmlns:a16="http://schemas.microsoft.com/office/drawing/2014/main"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a16:creationId xmlns:a16="http://schemas.microsoft.com/office/drawing/2014/main"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a16:creationId xmlns:a16="http://schemas.microsoft.com/office/drawing/2014/main"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a16:creationId xmlns:a16="http://schemas.microsoft.com/office/drawing/2014/main"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a16:creationId xmlns:a16="http://schemas.microsoft.com/office/drawing/2014/main"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a16:creationId xmlns:a16="http://schemas.microsoft.com/office/drawing/2014/main"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a16:creationId xmlns:a16="http://schemas.microsoft.com/office/drawing/2014/main"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a16:creationId xmlns:a16="http://schemas.microsoft.com/office/drawing/2014/main"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a16:creationId xmlns:a16="http://schemas.microsoft.com/office/drawing/2014/main"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a16:creationId xmlns:a16="http://schemas.microsoft.com/office/drawing/2014/main"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a16:creationId xmlns:a16="http://schemas.microsoft.com/office/drawing/2014/main"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a16:creationId xmlns:a16="http://schemas.microsoft.com/office/drawing/2014/main"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a16:creationId xmlns:a16="http://schemas.microsoft.com/office/drawing/2014/main"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a16:creationId xmlns:a16="http://schemas.microsoft.com/office/drawing/2014/main"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a16:creationId xmlns:a16="http://schemas.microsoft.com/office/drawing/2014/main"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a16:creationId xmlns:a16="http://schemas.microsoft.com/office/drawing/2014/main"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a16:creationId xmlns:a16="http://schemas.microsoft.com/office/drawing/2014/main"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a16:creationId xmlns:a16="http://schemas.microsoft.com/office/drawing/2014/main"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a16:creationId xmlns:a16="http://schemas.microsoft.com/office/drawing/2014/main"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a16:creationId xmlns:a16="http://schemas.microsoft.com/office/drawing/2014/main"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a16:creationId xmlns:a16="http://schemas.microsoft.com/office/drawing/2014/main"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a16:creationId xmlns:a16="http://schemas.microsoft.com/office/drawing/2014/main"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a16:creationId xmlns:a16="http://schemas.microsoft.com/office/drawing/2014/main"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a16:creationId xmlns:a16="http://schemas.microsoft.com/office/drawing/2014/main"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a16:creationId xmlns:a16="http://schemas.microsoft.com/office/drawing/2014/main"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a16:creationId xmlns:a16="http://schemas.microsoft.com/office/drawing/2014/main"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a16:creationId xmlns:a16="http://schemas.microsoft.com/office/drawing/2014/main"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a16:creationId xmlns:a16="http://schemas.microsoft.com/office/drawing/2014/main"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a16:creationId xmlns:a16="http://schemas.microsoft.com/office/drawing/2014/main"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a16:creationId xmlns:a16="http://schemas.microsoft.com/office/drawing/2014/main"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a16:creationId xmlns:a16="http://schemas.microsoft.com/office/drawing/2014/main"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a16:creationId xmlns:a16="http://schemas.microsoft.com/office/drawing/2014/main"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a16:creationId xmlns:a16="http://schemas.microsoft.com/office/drawing/2014/main"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a16:creationId xmlns:a16="http://schemas.microsoft.com/office/drawing/2014/main"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a16:creationId xmlns:a16="http://schemas.microsoft.com/office/drawing/2014/main"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a16:creationId xmlns:a16="http://schemas.microsoft.com/office/drawing/2014/main"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a16:creationId xmlns:a16="http://schemas.microsoft.com/office/drawing/2014/main"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a16:creationId xmlns:a16="http://schemas.microsoft.com/office/drawing/2014/main"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a16:creationId xmlns:a16="http://schemas.microsoft.com/office/drawing/2014/main"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a16:creationId xmlns:a16="http://schemas.microsoft.com/office/drawing/2014/main"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a16:creationId xmlns:a16="http://schemas.microsoft.com/office/drawing/2014/main"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a16:creationId xmlns:a16="http://schemas.microsoft.com/office/drawing/2014/main"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a16:creationId xmlns:a16="http://schemas.microsoft.com/office/drawing/2014/main"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a16:creationId xmlns:a16="http://schemas.microsoft.com/office/drawing/2014/main"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a16:creationId xmlns:a16="http://schemas.microsoft.com/office/drawing/2014/main"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9923217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a16:creationId xmlns:a16="http://schemas.microsoft.com/office/drawing/2014/main"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a16:creationId xmlns:a16="http://schemas.microsoft.com/office/drawing/2014/main"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a16:creationId xmlns:a16="http://schemas.microsoft.com/office/drawing/2014/main"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a16:creationId xmlns:a16="http://schemas.microsoft.com/office/drawing/2014/main"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a16:creationId xmlns:a16="http://schemas.microsoft.com/office/drawing/2014/main"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a16:creationId xmlns:a16="http://schemas.microsoft.com/office/drawing/2014/main"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a16:creationId xmlns:a16="http://schemas.microsoft.com/office/drawing/2014/main"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a16:creationId xmlns:a16="http://schemas.microsoft.com/office/drawing/2014/main"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a16:creationId xmlns:a16="http://schemas.microsoft.com/office/drawing/2014/main"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a16:creationId xmlns:a16="http://schemas.microsoft.com/office/drawing/2014/main"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a16:creationId xmlns:a16="http://schemas.microsoft.com/office/drawing/2014/main"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a16:creationId xmlns:a16="http://schemas.microsoft.com/office/drawing/2014/main"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a16:creationId xmlns:a16="http://schemas.microsoft.com/office/drawing/2014/main"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a16:creationId xmlns:a16="http://schemas.microsoft.com/office/drawing/2014/main"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a16:creationId xmlns:a16="http://schemas.microsoft.com/office/drawing/2014/main"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a16:creationId xmlns:a16="http://schemas.microsoft.com/office/drawing/2014/main"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a16:creationId xmlns:a16="http://schemas.microsoft.com/office/drawing/2014/main"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a16:creationId xmlns:a16="http://schemas.microsoft.com/office/drawing/2014/main"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a16:creationId xmlns:a16="http://schemas.microsoft.com/office/drawing/2014/main"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a16:creationId xmlns:a16="http://schemas.microsoft.com/office/drawing/2014/main"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a16:creationId xmlns:a16="http://schemas.microsoft.com/office/drawing/2014/main"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a16:creationId xmlns:a16="http://schemas.microsoft.com/office/drawing/2014/main"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a16:creationId xmlns:a16="http://schemas.microsoft.com/office/drawing/2014/main"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a16:creationId xmlns:a16="http://schemas.microsoft.com/office/drawing/2014/main"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a16:creationId xmlns:a16="http://schemas.microsoft.com/office/drawing/2014/main"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a16:creationId xmlns:a16="http://schemas.microsoft.com/office/drawing/2014/main"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a16:creationId xmlns:a16="http://schemas.microsoft.com/office/drawing/2014/main"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a16:creationId xmlns:a16="http://schemas.microsoft.com/office/drawing/2014/main"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a16:creationId xmlns:a16="http://schemas.microsoft.com/office/drawing/2014/main"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a16:creationId xmlns:a16="http://schemas.microsoft.com/office/drawing/2014/main"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a16:creationId xmlns:a16="http://schemas.microsoft.com/office/drawing/2014/main"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a16:creationId xmlns:a16="http://schemas.microsoft.com/office/drawing/2014/main"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a16:creationId xmlns:a16="http://schemas.microsoft.com/office/drawing/2014/main"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a16:creationId xmlns:a16="http://schemas.microsoft.com/office/drawing/2014/main"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a16:creationId xmlns:a16="http://schemas.microsoft.com/office/drawing/2014/main"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a16:creationId xmlns:a16="http://schemas.microsoft.com/office/drawing/2014/main"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a16:creationId xmlns:a16="http://schemas.microsoft.com/office/drawing/2014/main"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a16:creationId xmlns:a16="http://schemas.microsoft.com/office/drawing/2014/main"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a16:creationId xmlns:a16="http://schemas.microsoft.com/office/drawing/2014/main"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a16:creationId xmlns:a16="http://schemas.microsoft.com/office/drawing/2014/main"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a16:creationId xmlns:a16="http://schemas.microsoft.com/office/drawing/2014/main"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a16:creationId xmlns:a16="http://schemas.microsoft.com/office/drawing/2014/main"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a16:creationId xmlns:a16="http://schemas.microsoft.com/office/drawing/2014/main"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a16:creationId xmlns:a16="http://schemas.microsoft.com/office/drawing/2014/main"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a16:creationId xmlns:a16="http://schemas.microsoft.com/office/drawing/2014/main"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a16:creationId xmlns:a16="http://schemas.microsoft.com/office/drawing/2014/main"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a16:creationId xmlns:a16="http://schemas.microsoft.com/office/drawing/2014/main"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a16:creationId xmlns:a16="http://schemas.microsoft.com/office/drawing/2014/main"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a16:creationId xmlns:a16="http://schemas.microsoft.com/office/drawing/2014/main"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a16:creationId xmlns:a16="http://schemas.microsoft.com/office/drawing/2014/main"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a16:creationId xmlns:a16="http://schemas.microsoft.com/office/drawing/2014/main"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a16:creationId xmlns:a16="http://schemas.microsoft.com/office/drawing/2014/main"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a16:creationId xmlns:a16="http://schemas.microsoft.com/office/drawing/2014/main"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a16:creationId xmlns:a16="http://schemas.microsoft.com/office/drawing/2014/main"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a16:creationId xmlns:a16="http://schemas.microsoft.com/office/drawing/2014/main"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a16:creationId xmlns:a16="http://schemas.microsoft.com/office/drawing/2014/main"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a16:creationId xmlns:a16="http://schemas.microsoft.com/office/drawing/2014/main"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a16:creationId xmlns:a16="http://schemas.microsoft.com/office/drawing/2014/main"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a16:creationId xmlns:a16="http://schemas.microsoft.com/office/drawing/2014/main"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a16:creationId xmlns:a16="http://schemas.microsoft.com/office/drawing/2014/main"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a16:creationId xmlns:a16="http://schemas.microsoft.com/office/drawing/2014/main"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a16:creationId xmlns:a16="http://schemas.microsoft.com/office/drawing/2014/main"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a16:creationId xmlns:a16="http://schemas.microsoft.com/office/drawing/2014/main"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a16:creationId xmlns:a16="http://schemas.microsoft.com/office/drawing/2014/main"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a16:creationId xmlns:a16="http://schemas.microsoft.com/office/drawing/2014/main"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a16:creationId xmlns:a16="http://schemas.microsoft.com/office/drawing/2014/main"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a16:creationId xmlns:a16="http://schemas.microsoft.com/office/drawing/2014/main"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a16:creationId xmlns:a16="http://schemas.microsoft.com/office/drawing/2014/main"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a16:creationId xmlns:a16="http://schemas.microsoft.com/office/drawing/2014/main"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a16:creationId xmlns:a16="http://schemas.microsoft.com/office/drawing/2014/main"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a16:creationId xmlns:a16="http://schemas.microsoft.com/office/drawing/2014/main"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a16:creationId xmlns:a16="http://schemas.microsoft.com/office/drawing/2014/main"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a16:creationId xmlns:a16="http://schemas.microsoft.com/office/drawing/2014/main"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a16:creationId xmlns:a16="http://schemas.microsoft.com/office/drawing/2014/main"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a16:creationId xmlns:a16="http://schemas.microsoft.com/office/drawing/2014/main"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a16:creationId xmlns:a16="http://schemas.microsoft.com/office/drawing/2014/main"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a16:creationId xmlns:a16="http://schemas.microsoft.com/office/drawing/2014/main"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a16:creationId xmlns:a16="http://schemas.microsoft.com/office/drawing/2014/main"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a16:creationId xmlns:a16="http://schemas.microsoft.com/office/drawing/2014/main"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a16:creationId xmlns:a16="http://schemas.microsoft.com/office/drawing/2014/main"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a16:creationId xmlns:a16="http://schemas.microsoft.com/office/drawing/2014/main"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a16:creationId xmlns:a16="http://schemas.microsoft.com/office/drawing/2014/main"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a16:creationId xmlns:a16="http://schemas.microsoft.com/office/drawing/2014/main"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a16:creationId xmlns:a16="http://schemas.microsoft.com/office/drawing/2014/main"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a16:creationId xmlns:a16="http://schemas.microsoft.com/office/drawing/2014/main"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a16:creationId xmlns:a16="http://schemas.microsoft.com/office/drawing/2014/main"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a16:creationId xmlns:a16="http://schemas.microsoft.com/office/drawing/2014/main"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a16:creationId xmlns:a16="http://schemas.microsoft.com/office/drawing/2014/main"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a16:creationId xmlns:a16="http://schemas.microsoft.com/office/drawing/2014/main"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a16:creationId xmlns:a16="http://schemas.microsoft.com/office/drawing/2014/main"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a16:creationId xmlns:a16="http://schemas.microsoft.com/office/drawing/2014/main"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a16:creationId xmlns:a16="http://schemas.microsoft.com/office/drawing/2014/main"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a16:creationId xmlns:a16="http://schemas.microsoft.com/office/drawing/2014/main"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a16:creationId xmlns:a16="http://schemas.microsoft.com/office/drawing/2014/main"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a16:creationId xmlns:a16="http://schemas.microsoft.com/office/drawing/2014/main"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a16:creationId xmlns:a16="http://schemas.microsoft.com/office/drawing/2014/main"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a16:creationId xmlns:a16="http://schemas.microsoft.com/office/drawing/2014/main"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a16:creationId xmlns:a16="http://schemas.microsoft.com/office/drawing/2014/main"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a16:creationId xmlns:a16="http://schemas.microsoft.com/office/drawing/2014/main"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679315531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a16:creationId xmlns:a16="http://schemas.microsoft.com/office/drawing/2014/main"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a16:creationId xmlns:a16="http://schemas.microsoft.com/office/drawing/2014/main"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a16:creationId xmlns:a16="http://schemas.microsoft.com/office/drawing/2014/main"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a16:creationId xmlns:a16="http://schemas.microsoft.com/office/drawing/2014/main"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a16:creationId xmlns:a16="http://schemas.microsoft.com/office/drawing/2014/main"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a16:creationId xmlns:a16="http://schemas.microsoft.com/office/drawing/2014/main"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a16:creationId xmlns:a16="http://schemas.microsoft.com/office/drawing/2014/main"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a16:creationId xmlns:a16="http://schemas.microsoft.com/office/drawing/2014/main"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a16:creationId xmlns:a16="http://schemas.microsoft.com/office/drawing/2014/main"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a16:creationId xmlns:a16="http://schemas.microsoft.com/office/drawing/2014/main"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a16:creationId xmlns:a16="http://schemas.microsoft.com/office/drawing/2014/main"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a16:creationId xmlns:a16="http://schemas.microsoft.com/office/drawing/2014/main"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a16:creationId xmlns:a16="http://schemas.microsoft.com/office/drawing/2014/main"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a16:creationId xmlns:a16="http://schemas.microsoft.com/office/drawing/2014/main"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a16:creationId xmlns:a16="http://schemas.microsoft.com/office/drawing/2014/main"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a16:creationId xmlns:a16="http://schemas.microsoft.com/office/drawing/2014/main"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a16:creationId xmlns:a16="http://schemas.microsoft.com/office/drawing/2014/main"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a16:creationId xmlns:a16="http://schemas.microsoft.com/office/drawing/2014/main"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a16:creationId xmlns:a16="http://schemas.microsoft.com/office/drawing/2014/main"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a16:creationId xmlns:a16="http://schemas.microsoft.com/office/drawing/2014/main"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a16:creationId xmlns:a16="http://schemas.microsoft.com/office/drawing/2014/main"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a16:creationId xmlns:a16="http://schemas.microsoft.com/office/drawing/2014/main"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a16:creationId xmlns:a16="http://schemas.microsoft.com/office/drawing/2014/main"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a16:creationId xmlns:a16="http://schemas.microsoft.com/office/drawing/2014/main"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a16:creationId xmlns:a16="http://schemas.microsoft.com/office/drawing/2014/main"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a16:creationId xmlns:a16="http://schemas.microsoft.com/office/drawing/2014/main"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a16:creationId xmlns:a16="http://schemas.microsoft.com/office/drawing/2014/main"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a16:creationId xmlns:a16="http://schemas.microsoft.com/office/drawing/2014/main"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a16:creationId xmlns:a16="http://schemas.microsoft.com/office/drawing/2014/main"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a16:creationId xmlns:a16="http://schemas.microsoft.com/office/drawing/2014/main"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a16:creationId xmlns:a16="http://schemas.microsoft.com/office/drawing/2014/main"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a16:creationId xmlns:a16="http://schemas.microsoft.com/office/drawing/2014/main"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a16:creationId xmlns:a16="http://schemas.microsoft.com/office/drawing/2014/main"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a16:creationId xmlns:a16="http://schemas.microsoft.com/office/drawing/2014/main"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a16:creationId xmlns:a16="http://schemas.microsoft.com/office/drawing/2014/main"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a16:creationId xmlns:a16="http://schemas.microsoft.com/office/drawing/2014/main"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a16:creationId xmlns:a16="http://schemas.microsoft.com/office/drawing/2014/main"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a16:creationId xmlns:a16="http://schemas.microsoft.com/office/drawing/2014/main"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a16:creationId xmlns:a16="http://schemas.microsoft.com/office/drawing/2014/main"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a16:creationId xmlns:a16="http://schemas.microsoft.com/office/drawing/2014/main"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a16:creationId xmlns:a16="http://schemas.microsoft.com/office/drawing/2014/main"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a16:creationId xmlns:a16="http://schemas.microsoft.com/office/drawing/2014/main"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a16:creationId xmlns:a16="http://schemas.microsoft.com/office/drawing/2014/main"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a16:creationId xmlns:a16="http://schemas.microsoft.com/office/drawing/2014/main"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a16:creationId xmlns:a16="http://schemas.microsoft.com/office/drawing/2014/main"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a16:creationId xmlns:a16="http://schemas.microsoft.com/office/drawing/2014/main"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a16:creationId xmlns:a16="http://schemas.microsoft.com/office/drawing/2014/main"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a16:creationId xmlns:a16="http://schemas.microsoft.com/office/drawing/2014/main"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a16:creationId xmlns:a16="http://schemas.microsoft.com/office/drawing/2014/main"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a16:creationId xmlns:a16="http://schemas.microsoft.com/office/drawing/2014/main"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a16:creationId xmlns:a16="http://schemas.microsoft.com/office/drawing/2014/main"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a16:creationId xmlns:a16="http://schemas.microsoft.com/office/drawing/2014/main"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a16:creationId xmlns:a16="http://schemas.microsoft.com/office/drawing/2014/main"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a16:creationId xmlns:a16="http://schemas.microsoft.com/office/drawing/2014/main"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a16:creationId xmlns:a16="http://schemas.microsoft.com/office/drawing/2014/main"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a16:creationId xmlns:a16="http://schemas.microsoft.com/office/drawing/2014/main"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a16:creationId xmlns:a16="http://schemas.microsoft.com/office/drawing/2014/main"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a16:creationId xmlns:a16="http://schemas.microsoft.com/office/drawing/2014/main"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a16:creationId xmlns:a16="http://schemas.microsoft.com/office/drawing/2014/main"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a16:creationId xmlns:a16="http://schemas.microsoft.com/office/drawing/2014/main"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a16:creationId xmlns:a16="http://schemas.microsoft.com/office/drawing/2014/main"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a16:creationId xmlns:a16="http://schemas.microsoft.com/office/drawing/2014/main"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a16:creationId xmlns:a16="http://schemas.microsoft.com/office/drawing/2014/main"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a16:creationId xmlns:a16="http://schemas.microsoft.com/office/drawing/2014/main"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a16:creationId xmlns:a16="http://schemas.microsoft.com/office/drawing/2014/main"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a16:creationId xmlns:a16="http://schemas.microsoft.com/office/drawing/2014/main"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a16:creationId xmlns:a16="http://schemas.microsoft.com/office/drawing/2014/main"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a16:creationId xmlns:a16="http://schemas.microsoft.com/office/drawing/2014/main"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a16:creationId xmlns:a16="http://schemas.microsoft.com/office/drawing/2014/main"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a16:creationId xmlns:a16="http://schemas.microsoft.com/office/drawing/2014/main"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a16:creationId xmlns:a16="http://schemas.microsoft.com/office/drawing/2014/main"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a16:creationId xmlns:a16="http://schemas.microsoft.com/office/drawing/2014/main"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a16:creationId xmlns:a16="http://schemas.microsoft.com/office/drawing/2014/main"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a16:creationId xmlns:a16="http://schemas.microsoft.com/office/drawing/2014/main"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a16:creationId xmlns:a16="http://schemas.microsoft.com/office/drawing/2014/main"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a16:creationId xmlns:a16="http://schemas.microsoft.com/office/drawing/2014/main"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a16:creationId xmlns:a16="http://schemas.microsoft.com/office/drawing/2014/main"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a16:creationId xmlns:a16="http://schemas.microsoft.com/office/drawing/2014/main"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a16:creationId xmlns:a16="http://schemas.microsoft.com/office/drawing/2014/main"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a16:creationId xmlns:a16="http://schemas.microsoft.com/office/drawing/2014/main"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a16:creationId xmlns:a16="http://schemas.microsoft.com/office/drawing/2014/main"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a16:creationId xmlns:a16="http://schemas.microsoft.com/office/drawing/2014/main"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a16:creationId xmlns:a16="http://schemas.microsoft.com/office/drawing/2014/main"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a16:creationId xmlns:a16="http://schemas.microsoft.com/office/drawing/2014/main"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a16:creationId xmlns:a16="http://schemas.microsoft.com/office/drawing/2014/main"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a16:creationId xmlns:a16="http://schemas.microsoft.com/office/drawing/2014/main"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a16:creationId xmlns:a16="http://schemas.microsoft.com/office/drawing/2014/main"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a16:creationId xmlns:a16="http://schemas.microsoft.com/office/drawing/2014/main"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a16:creationId xmlns:a16="http://schemas.microsoft.com/office/drawing/2014/main"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a16:creationId xmlns:a16="http://schemas.microsoft.com/office/drawing/2014/main"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a16:creationId xmlns:a16="http://schemas.microsoft.com/office/drawing/2014/main"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a16:creationId xmlns:a16="http://schemas.microsoft.com/office/drawing/2014/main"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a16:creationId xmlns:a16="http://schemas.microsoft.com/office/drawing/2014/main"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a16:creationId xmlns:a16="http://schemas.microsoft.com/office/drawing/2014/main"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a16:creationId xmlns:a16="http://schemas.microsoft.com/office/drawing/2014/main"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a16:creationId xmlns:a16="http://schemas.microsoft.com/office/drawing/2014/main"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a16:creationId xmlns:a16="http://schemas.microsoft.com/office/drawing/2014/main"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a16:creationId xmlns:a16="http://schemas.microsoft.com/office/drawing/2014/main"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a16:creationId xmlns:a16="http://schemas.microsoft.com/office/drawing/2014/main"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a16:creationId xmlns:a16="http://schemas.microsoft.com/office/drawing/2014/main"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a16:creationId xmlns:a16="http://schemas.microsoft.com/office/drawing/2014/main"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a16:creationId xmlns:a16="http://schemas.microsoft.com/office/drawing/2014/main"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a16:creationId xmlns:a16="http://schemas.microsoft.com/office/drawing/2014/main"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a16:creationId xmlns:a16="http://schemas.microsoft.com/office/drawing/2014/main"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a16:creationId xmlns:a16="http://schemas.microsoft.com/office/drawing/2014/main"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a16:creationId xmlns:a16="http://schemas.microsoft.com/office/drawing/2014/main"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a16:creationId xmlns:a16="http://schemas.microsoft.com/office/drawing/2014/main"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a16:creationId xmlns:a16="http://schemas.microsoft.com/office/drawing/2014/main"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a16:creationId xmlns:a16="http://schemas.microsoft.com/office/drawing/2014/main"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a16:creationId xmlns:a16="http://schemas.microsoft.com/office/drawing/2014/main"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a16:creationId xmlns:a16="http://schemas.microsoft.com/office/drawing/2014/main"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a16:creationId xmlns:a16="http://schemas.microsoft.com/office/drawing/2014/main"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a16:creationId xmlns:a16="http://schemas.microsoft.com/office/drawing/2014/main"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a16:creationId xmlns:a16="http://schemas.microsoft.com/office/drawing/2014/main"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a16:creationId xmlns:a16="http://schemas.microsoft.com/office/drawing/2014/main"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a16:creationId xmlns:a16="http://schemas.microsoft.com/office/drawing/2014/main"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a16:creationId xmlns:a16="http://schemas.microsoft.com/office/drawing/2014/main"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a16:creationId xmlns:a16="http://schemas.microsoft.com/office/drawing/2014/main"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a16:creationId xmlns:a16="http://schemas.microsoft.com/office/drawing/2014/main"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a16:creationId xmlns:a16="http://schemas.microsoft.com/office/drawing/2014/main"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a16:creationId xmlns:a16="http://schemas.microsoft.com/office/drawing/2014/main"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a16:creationId xmlns:a16="http://schemas.microsoft.com/office/drawing/2014/main"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a16:creationId xmlns:a16="http://schemas.microsoft.com/office/drawing/2014/main"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a16:creationId xmlns:a16="http://schemas.microsoft.com/office/drawing/2014/main"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a16:creationId xmlns:a16="http://schemas.microsoft.com/office/drawing/2014/main"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a16:creationId xmlns:a16="http://schemas.microsoft.com/office/drawing/2014/main"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a16:creationId xmlns:a16="http://schemas.microsoft.com/office/drawing/2014/main"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a16:creationId xmlns:a16="http://schemas.microsoft.com/office/drawing/2014/main"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a16:creationId xmlns:a16="http://schemas.microsoft.com/office/drawing/2014/main"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a16:creationId xmlns:a16="http://schemas.microsoft.com/office/drawing/2014/main"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a16:creationId xmlns:a16="http://schemas.microsoft.com/office/drawing/2014/main"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a16:creationId xmlns:a16="http://schemas.microsoft.com/office/drawing/2014/main"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a16:creationId xmlns:a16="http://schemas.microsoft.com/office/drawing/2014/main"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a16:creationId xmlns:a16="http://schemas.microsoft.com/office/drawing/2014/main"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a16:creationId xmlns:a16="http://schemas.microsoft.com/office/drawing/2014/main"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a16:creationId xmlns:a16="http://schemas.microsoft.com/office/drawing/2014/main"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a16:creationId xmlns:a16="http://schemas.microsoft.com/office/drawing/2014/main"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a16:creationId xmlns:a16="http://schemas.microsoft.com/office/drawing/2014/main"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a16:creationId xmlns:a16="http://schemas.microsoft.com/office/drawing/2014/main"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a16:creationId xmlns:a16="http://schemas.microsoft.com/office/drawing/2014/main"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a16:creationId xmlns:a16="http://schemas.microsoft.com/office/drawing/2014/main"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a16:creationId xmlns:a16="http://schemas.microsoft.com/office/drawing/2014/main"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a16:creationId xmlns:a16="http://schemas.microsoft.com/office/drawing/2014/main"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a16:creationId xmlns:a16="http://schemas.microsoft.com/office/drawing/2014/main"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a16:creationId xmlns:a16="http://schemas.microsoft.com/office/drawing/2014/main"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a16:creationId xmlns:a16="http://schemas.microsoft.com/office/drawing/2014/main"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a16:creationId xmlns:a16="http://schemas.microsoft.com/office/drawing/2014/main"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a16:creationId xmlns:a16="http://schemas.microsoft.com/office/drawing/2014/main"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a16:creationId xmlns:a16="http://schemas.microsoft.com/office/drawing/2014/main"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a16:creationId xmlns:a16="http://schemas.microsoft.com/office/drawing/2014/main"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a16:creationId xmlns:a16="http://schemas.microsoft.com/office/drawing/2014/main"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a16:creationId xmlns:a16="http://schemas.microsoft.com/office/drawing/2014/main"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a16:creationId xmlns:a16="http://schemas.microsoft.com/office/drawing/2014/main"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a16:creationId xmlns:a16="http://schemas.microsoft.com/office/drawing/2014/main"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a16:creationId xmlns:a16="http://schemas.microsoft.com/office/drawing/2014/main"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a16:creationId xmlns:a16="http://schemas.microsoft.com/office/drawing/2014/main"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a16:creationId xmlns:a16="http://schemas.microsoft.com/office/drawing/2014/main"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a16:creationId xmlns:a16="http://schemas.microsoft.com/office/drawing/2014/main"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a16:creationId xmlns:a16="http://schemas.microsoft.com/office/drawing/2014/main"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a16:creationId xmlns:a16="http://schemas.microsoft.com/office/drawing/2014/main"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a16:creationId xmlns:a16="http://schemas.microsoft.com/office/drawing/2014/main"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a16:creationId xmlns:a16="http://schemas.microsoft.com/office/drawing/2014/main"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a16:creationId xmlns:a16="http://schemas.microsoft.com/office/drawing/2014/main"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a16:creationId xmlns:a16="http://schemas.microsoft.com/office/drawing/2014/main"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a16:creationId xmlns:a16="http://schemas.microsoft.com/office/drawing/2014/main"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a16:creationId xmlns:a16="http://schemas.microsoft.com/office/drawing/2014/main"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a16:creationId xmlns:a16="http://schemas.microsoft.com/office/drawing/2014/main"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a16:creationId xmlns:a16="http://schemas.microsoft.com/office/drawing/2014/main"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a16:creationId xmlns:a16="http://schemas.microsoft.com/office/drawing/2014/main"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a16:creationId xmlns:a16="http://schemas.microsoft.com/office/drawing/2014/main"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a16:creationId xmlns:a16="http://schemas.microsoft.com/office/drawing/2014/main"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a16:creationId xmlns:a16="http://schemas.microsoft.com/office/drawing/2014/main"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a16:creationId xmlns:a16="http://schemas.microsoft.com/office/drawing/2014/main"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a16:creationId xmlns:a16="http://schemas.microsoft.com/office/drawing/2014/main"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a16:creationId xmlns:a16="http://schemas.microsoft.com/office/drawing/2014/main"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a16:creationId xmlns:a16="http://schemas.microsoft.com/office/drawing/2014/main"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a16:creationId xmlns:a16="http://schemas.microsoft.com/office/drawing/2014/main"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a16:creationId xmlns:a16="http://schemas.microsoft.com/office/drawing/2014/main"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a16:creationId xmlns:a16="http://schemas.microsoft.com/office/drawing/2014/main"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a16:creationId xmlns:a16="http://schemas.microsoft.com/office/drawing/2014/main"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a16:creationId xmlns:a16="http://schemas.microsoft.com/office/drawing/2014/main"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a16:creationId xmlns:a16="http://schemas.microsoft.com/office/drawing/2014/main"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a16:creationId xmlns:a16="http://schemas.microsoft.com/office/drawing/2014/main"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a16:creationId xmlns:a16="http://schemas.microsoft.com/office/drawing/2014/main"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a16:creationId xmlns:a16="http://schemas.microsoft.com/office/drawing/2014/main"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a16:creationId xmlns:a16="http://schemas.microsoft.com/office/drawing/2014/main"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a16:creationId xmlns:a16="http://schemas.microsoft.com/office/drawing/2014/main"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a16:creationId xmlns:a16="http://schemas.microsoft.com/office/drawing/2014/main"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a16:creationId xmlns:a16="http://schemas.microsoft.com/office/drawing/2014/main"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a16:creationId xmlns:a16="http://schemas.microsoft.com/office/drawing/2014/main"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a16:creationId xmlns:a16="http://schemas.microsoft.com/office/drawing/2014/main"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a16:creationId xmlns:a16="http://schemas.microsoft.com/office/drawing/2014/main"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a16:creationId xmlns:a16="http://schemas.microsoft.com/office/drawing/2014/main"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a16:creationId xmlns:a16="http://schemas.microsoft.com/office/drawing/2014/main"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a16:creationId xmlns:a16="http://schemas.microsoft.com/office/drawing/2014/main"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a16:creationId xmlns:a16="http://schemas.microsoft.com/office/drawing/2014/main"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a16:creationId xmlns:a16="http://schemas.microsoft.com/office/drawing/2014/main"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a16:creationId xmlns:a16="http://schemas.microsoft.com/office/drawing/2014/main"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a16:creationId xmlns:a16="http://schemas.microsoft.com/office/drawing/2014/main"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a16:creationId xmlns:a16="http://schemas.microsoft.com/office/drawing/2014/main"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a16:creationId xmlns:a16="http://schemas.microsoft.com/office/drawing/2014/main"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a16:creationId xmlns:a16="http://schemas.microsoft.com/office/drawing/2014/main"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a16:creationId xmlns:a16="http://schemas.microsoft.com/office/drawing/2014/main"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a16:creationId xmlns:a16="http://schemas.microsoft.com/office/drawing/2014/main"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a16:creationId xmlns:a16="http://schemas.microsoft.com/office/drawing/2014/main"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a16:creationId xmlns:a16="http://schemas.microsoft.com/office/drawing/2014/main"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a16:creationId xmlns:a16="http://schemas.microsoft.com/office/drawing/2014/main"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a16:creationId xmlns:a16="http://schemas.microsoft.com/office/drawing/2014/main"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a16:creationId xmlns:a16="http://schemas.microsoft.com/office/drawing/2014/main"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a16:creationId xmlns:a16="http://schemas.microsoft.com/office/drawing/2014/main"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a16:creationId xmlns:a16="http://schemas.microsoft.com/office/drawing/2014/main"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a16:creationId xmlns:a16="http://schemas.microsoft.com/office/drawing/2014/main"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a16:creationId xmlns:a16="http://schemas.microsoft.com/office/drawing/2014/main"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a16:creationId xmlns:a16="http://schemas.microsoft.com/office/drawing/2014/main"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a16:creationId xmlns:a16="http://schemas.microsoft.com/office/drawing/2014/main"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a16:creationId xmlns:a16="http://schemas.microsoft.com/office/drawing/2014/main"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a16:creationId xmlns:a16="http://schemas.microsoft.com/office/drawing/2014/main"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a16:creationId xmlns:a16="http://schemas.microsoft.com/office/drawing/2014/main"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a16:creationId xmlns:a16="http://schemas.microsoft.com/office/drawing/2014/main"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a16:creationId xmlns:a16="http://schemas.microsoft.com/office/drawing/2014/main"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a16:creationId xmlns:a16="http://schemas.microsoft.com/office/drawing/2014/main"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a16:creationId xmlns:a16="http://schemas.microsoft.com/office/drawing/2014/main"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a16:creationId xmlns:a16="http://schemas.microsoft.com/office/drawing/2014/main"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a16:creationId xmlns:a16="http://schemas.microsoft.com/office/drawing/2014/main"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a16:creationId xmlns:a16="http://schemas.microsoft.com/office/drawing/2014/main"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a16:creationId xmlns:a16="http://schemas.microsoft.com/office/drawing/2014/main"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a16:creationId xmlns:a16="http://schemas.microsoft.com/office/drawing/2014/main"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a16:creationId xmlns:a16="http://schemas.microsoft.com/office/drawing/2014/main"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a16:creationId xmlns:a16="http://schemas.microsoft.com/office/drawing/2014/main"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a16:creationId xmlns:a16="http://schemas.microsoft.com/office/drawing/2014/main"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a16:creationId xmlns:a16="http://schemas.microsoft.com/office/drawing/2014/main"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0718787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a16:creationId xmlns:a16="http://schemas.microsoft.com/office/drawing/2014/main"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a16:creationId xmlns:a16="http://schemas.microsoft.com/office/drawing/2014/main"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a16:creationId xmlns:a16="http://schemas.microsoft.com/office/drawing/2014/main"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a16:creationId xmlns:a16="http://schemas.microsoft.com/office/drawing/2014/main"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a16:creationId xmlns:a16="http://schemas.microsoft.com/office/drawing/2014/main"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a16:creationId xmlns:a16="http://schemas.microsoft.com/office/drawing/2014/main"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a16:creationId xmlns:a16="http://schemas.microsoft.com/office/drawing/2014/main"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a16:creationId xmlns:a16="http://schemas.microsoft.com/office/drawing/2014/main"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a16:creationId xmlns:a16="http://schemas.microsoft.com/office/drawing/2014/main"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a16:creationId xmlns:a16="http://schemas.microsoft.com/office/drawing/2014/main"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a16:creationId xmlns:a16="http://schemas.microsoft.com/office/drawing/2014/main"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a16:creationId xmlns:a16="http://schemas.microsoft.com/office/drawing/2014/main"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a16:creationId xmlns:a16="http://schemas.microsoft.com/office/drawing/2014/main"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a16:creationId xmlns:a16="http://schemas.microsoft.com/office/drawing/2014/main"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a16:creationId xmlns:a16="http://schemas.microsoft.com/office/drawing/2014/main"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a16:creationId xmlns:a16="http://schemas.microsoft.com/office/drawing/2014/main"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a16:creationId xmlns:a16="http://schemas.microsoft.com/office/drawing/2014/main"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a16:creationId xmlns:a16="http://schemas.microsoft.com/office/drawing/2014/main"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a16:creationId xmlns:a16="http://schemas.microsoft.com/office/drawing/2014/main"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a16:creationId xmlns:a16="http://schemas.microsoft.com/office/drawing/2014/main"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a16:creationId xmlns:a16="http://schemas.microsoft.com/office/drawing/2014/main"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a16:creationId xmlns:a16="http://schemas.microsoft.com/office/drawing/2014/main"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a16:creationId xmlns:a16="http://schemas.microsoft.com/office/drawing/2014/main"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a16:creationId xmlns:a16="http://schemas.microsoft.com/office/drawing/2014/main"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a16:creationId xmlns:a16="http://schemas.microsoft.com/office/drawing/2014/main"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a16:creationId xmlns:a16="http://schemas.microsoft.com/office/drawing/2014/main"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a16:creationId xmlns:a16="http://schemas.microsoft.com/office/drawing/2014/main"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a16:creationId xmlns:a16="http://schemas.microsoft.com/office/drawing/2014/main"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a16:creationId xmlns:a16="http://schemas.microsoft.com/office/drawing/2014/main"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a16:creationId xmlns:a16="http://schemas.microsoft.com/office/drawing/2014/main"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a16:creationId xmlns:a16="http://schemas.microsoft.com/office/drawing/2014/main"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a16:creationId xmlns:a16="http://schemas.microsoft.com/office/drawing/2014/main"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a16:creationId xmlns:a16="http://schemas.microsoft.com/office/drawing/2014/main"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a16:creationId xmlns:a16="http://schemas.microsoft.com/office/drawing/2014/main"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a16:creationId xmlns:a16="http://schemas.microsoft.com/office/drawing/2014/main"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a16:creationId xmlns:a16="http://schemas.microsoft.com/office/drawing/2014/main"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a16:creationId xmlns:a16="http://schemas.microsoft.com/office/drawing/2014/main"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a16:creationId xmlns:a16="http://schemas.microsoft.com/office/drawing/2014/main"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a16:creationId xmlns:a16="http://schemas.microsoft.com/office/drawing/2014/main"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a16:creationId xmlns:a16="http://schemas.microsoft.com/office/drawing/2014/main"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a16:creationId xmlns:a16="http://schemas.microsoft.com/office/drawing/2014/main"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a16:creationId xmlns:a16="http://schemas.microsoft.com/office/drawing/2014/main"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a16:creationId xmlns:a16="http://schemas.microsoft.com/office/drawing/2014/main"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a16:creationId xmlns:a16="http://schemas.microsoft.com/office/drawing/2014/main"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a16:creationId xmlns:a16="http://schemas.microsoft.com/office/drawing/2014/main"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a16:creationId xmlns:a16="http://schemas.microsoft.com/office/drawing/2014/main"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a16:creationId xmlns:a16="http://schemas.microsoft.com/office/drawing/2014/main"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a16:creationId xmlns:a16="http://schemas.microsoft.com/office/drawing/2014/main"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a16:creationId xmlns:a16="http://schemas.microsoft.com/office/drawing/2014/main"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a16:creationId xmlns:a16="http://schemas.microsoft.com/office/drawing/2014/main"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a16:creationId xmlns:a16="http://schemas.microsoft.com/office/drawing/2014/main"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a16:creationId xmlns:a16="http://schemas.microsoft.com/office/drawing/2014/main"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a16:creationId xmlns:a16="http://schemas.microsoft.com/office/drawing/2014/main"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a16:creationId xmlns:a16="http://schemas.microsoft.com/office/drawing/2014/main"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a16:creationId xmlns:a16="http://schemas.microsoft.com/office/drawing/2014/main"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a16:creationId xmlns:a16="http://schemas.microsoft.com/office/drawing/2014/main"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a16:creationId xmlns:a16="http://schemas.microsoft.com/office/drawing/2014/main"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a16:creationId xmlns:a16="http://schemas.microsoft.com/office/drawing/2014/main"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a16:creationId xmlns:a16="http://schemas.microsoft.com/office/drawing/2014/main"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a16:creationId xmlns:a16="http://schemas.microsoft.com/office/drawing/2014/main"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a16:creationId xmlns:a16="http://schemas.microsoft.com/office/drawing/2014/main"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a16:creationId xmlns:a16="http://schemas.microsoft.com/office/drawing/2014/main"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a16:creationId xmlns:a16="http://schemas.microsoft.com/office/drawing/2014/main"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a16:creationId xmlns:a16="http://schemas.microsoft.com/office/drawing/2014/main"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a16:creationId xmlns:a16="http://schemas.microsoft.com/office/drawing/2014/main"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a16:creationId xmlns:a16="http://schemas.microsoft.com/office/drawing/2014/main"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a16:creationId xmlns:a16="http://schemas.microsoft.com/office/drawing/2014/main"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a16:creationId xmlns:a16="http://schemas.microsoft.com/office/drawing/2014/main"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a16:creationId xmlns:a16="http://schemas.microsoft.com/office/drawing/2014/main"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a16:creationId xmlns:a16="http://schemas.microsoft.com/office/drawing/2014/main"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a16:creationId xmlns:a16="http://schemas.microsoft.com/office/drawing/2014/main"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a16:creationId xmlns:a16="http://schemas.microsoft.com/office/drawing/2014/main"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a16:creationId xmlns:a16="http://schemas.microsoft.com/office/drawing/2014/main"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a16:creationId xmlns:a16="http://schemas.microsoft.com/office/drawing/2014/main"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a16:creationId xmlns:a16="http://schemas.microsoft.com/office/drawing/2014/main"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a16:creationId xmlns:a16="http://schemas.microsoft.com/office/drawing/2014/main"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a16:creationId xmlns:a16="http://schemas.microsoft.com/office/drawing/2014/main"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a16:creationId xmlns:a16="http://schemas.microsoft.com/office/drawing/2014/main"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a16:creationId xmlns:a16="http://schemas.microsoft.com/office/drawing/2014/main"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a16:creationId xmlns:a16="http://schemas.microsoft.com/office/drawing/2014/main"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a16:creationId xmlns:a16="http://schemas.microsoft.com/office/drawing/2014/main"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a16:creationId xmlns:a16="http://schemas.microsoft.com/office/drawing/2014/main"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a16:creationId xmlns:a16="http://schemas.microsoft.com/office/drawing/2014/main"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a16:creationId xmlns:a16="http://schemas.microsoft.com/office/drawing/2014/main"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a16:creationId xmlns:a16="http://schemas.microsoft.com/office/drawing/2014/main"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a16:creationId xmlns:a16="http://schemas.microsoft.com/office/drawing/2014/main"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a16:creationId xmlns:a16="http://schemas.microsoft.com/office/drawing/2014/main"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a16:creationId xmlns:a16="http://schemas.microsoft.com/office/drawing/2014/main"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a16:creationId xmlns:a16="http://schemas.microsoft.com/office/drawing/2014/main"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a16:creationId xmlns:a16="http://schemas.microsoft.com/office/drawing/2014/main"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a16:creationId xmlns:a16="http://schemas.microsoft.com/office/drawing/2014/main"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a16:creationId xmlns:a16="http://schemas.microsoft.com/office/drawing/2014/main"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a16:creationId xmlns:a16="http://schemas.microsoft.com/office/drawing/2014/main"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a16:creationId xmlns:a16="http://schemas.microsoft.com/office/drawing/2014/main"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a16:creationId xmlns:a16="http://schemas.microsoft.com/office/drawing/2014/main"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a16:creationId xmlns:a16="http://schemas.microsoft.com/office/drawing/2014/main"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a16:creationId xmlns:a16="http://schemas.microsoft.com/office/drawing/2014/main"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a16:creationId xmlns:a16="http://schemas.microsoft.com/office/drawing/2014/main"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a16:creationId xmlns:a16="http://schemas.microsoft.com/office/drawing/2014/main"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a16:creationId xmlns:a16="http://schemas.microsoft.com/office/drawing/2014/main"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a16:creationId xmlns:a16="http://schemas.microsoft.com/office/drawing/2014/main"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a16:creationId xmlns:a16="http://schemas.microsoft.com/office/drawing/2014/main"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a16:creationId xmlns:a16="http://schemas.microsoft.com/office/drawing/2014/main"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a16:creationId xmlns:a16="http://schemas.microsoft.com/office/drawing/2014/main"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a16:creationId xmlns:a16="http://schemas.microsoft.com/office/drawing/2014/main"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a16:creationId xmlns:a16="http://schemas.microsoft.com/office/drawing/2014/main"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a16:creationId xmlns:a16="http://schemas.microsoft.com/office/drawing/2014/main"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a16:creationId xmlns:a16="http://schemas.microsoft.com/office/drawing/2014/main"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a16:creationId xmlns:a16="http://schemas.microsoft.com/office/drawing/2014/main"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a16:creationId xmlns:a16="http://schemas.microsoft.com/office/drawing/2014/main"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a16:creationId xmlns:a16="http://schemas.microsoft.com/office/drawing/2014/main"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a16:creationId xmlns:a16="http://schemas.microsoft.com/office/drawing/2014/main"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a16:creationId xmlns:a16="http://schemas.microsoft.com/office/drawing/2014/main"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a16:creationId xmlns:a16="http://schemas.microsoft.com/office/drawing/2014/main"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a16:creationId xmlns:a16="http://schemas.microsoft.com/office/drawing/2014/main"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a16:creationId xmlns:a16="http://schemas.microsoft.com/office/drawing/2014/main"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a16:creationId xmlns:a16="http://schemas.microsoft.com/office/drawing/2014/main"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a16:creationId xmlns:a16="http://schemas.microsoft.com/office/drawing/2014/main"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a16:creationId xmlns:a16="http://schemas.microsoft.com/office/drawing/2014/main"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a16:creationId xmlns:a16="http://schemas.microsoft.com/office/drawing/2014/main"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a16:creationId xmlns:a16="http://schemas.microsoft.com/office/drawing/2014/main"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a16:creationId xmlns:a16="http://schemas.microsoft.com/office/drawing/2014/main"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a16:creationId xmlns:a16="http://schemas.microsoft.com/office/drawing/2014/main"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a16:creationId xmlns:a16="http://schemas.microsoft.com/office/drawing/2014/main"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a16:creationId xmlns:a16="http://schemas.microsoft.com/office/drawing/2014/main"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a16:creationId xmlns:a16="http://schemas.microsoft.com/office/drawing/2014/main"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a16:creationId xmlns:a16="http://schemas.microsoft.com/office/drawing/2014/main"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a16:creationId xmlns:a16="http://schemas.microsoft.com/office/drawing/2014/main"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a16:creationId xmlns:a16="http://schemas.microsoft.com/office/drawing/2014/main"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a16:creationId xmlns:a16="http://schemas.microsoft.com/office/drawing/2014/main"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a16:creationId xmlns:a16="http://schemas.microsoft.com/office/drawing/2014/main"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a16:creationId xmlns:a16="http://schemas.microsoft.com/office/drawing/2014/main"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a16:creationId xmlns:a16="http://schemas.microsoft.com/office/drawing/2014/main"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a16:creationId xmlns:a16="http://schemas.microsoft.com/office/drawing/2014/main"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a16:creationId xmlns:a16="http://schemas.microsoft.com/office/drawing/2014/main"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a16:creationId xmlns:a16="http://schemas.microsoft.com/office/drawing/2014/main"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a16:creationId xmlns:a16="http://schemas.microsoft.com/office/drawing/2014/main"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a16:creationId xmlns:a16="http://schemas.microsoft.com/office/drawing/2014/main"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a16:creationId xmlns:a16="http://schemas.microsoft.com/office/drawing/2014/main"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a16:creationId xmlns:a16="http://schemas.microsoft.com/office/drawing/2014/main"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a16:creationId xmlns:a16="http://schemas.microsoft.com/office/drawing/2014/main"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a16:creationId xmlns:a16="http://schemas.microsoft.com/office/drawing/2014/main"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a16:creationId xmlns:a16="http://schemas.microsoft.com/office/drawing/2014/main"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a16:creationId xmlns:a16="http://schemas.microsoft.com/office/drawing/2014/main"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a16:creationId xmlns:a16="http://schemas.microsoft.com/office/drawing/2014/main"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a16:creationId xmlns:a16="http://schemas.microsoft.com/office/drawing/2014/main"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a16:creationId xmlns:a16="http://schemas.microsoft.com/office/drawing/2014/main"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a16:creationId xmlns:a16="http://schemas.microsoft.com/office/drawing/2014/main"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a16:creationId xmlns:a16="http://schemas.microsoft.com/office/drawing/2014/main"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a16:creationId xmlns:a16="http://schemas.microsoft.com/office/drawing/2014/main"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a16:creationId xmlns:a16="http://schemas.microsoft.com/office/drawing/2014/main"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a16:creationId xmlns:a16="http://schemas.microsoft.com/office/drawing/2014/main"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199599193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a16:creationId xmlns:a16="http://schemas.microsoft.com/office/drawing/2014/main"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a16:creationId xmlns:a16="http://schemas.microsoft.com/office/drawing/2014/main"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a16:creationId xmlns:a16="http://schemas.microsoft.com/office/drawing/2014/main"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a16:creationId xmlns:a16="http://schemas.microsoft.com/office/drawing/2014/main"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a16:creationId xmlns:a16="http://schemas.microsoft.com/office/drawing/2014/main"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a16:creationId xmlns:a16="http://schemas.microsoft.com/office/drawing/2014/main"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a16:creationId xmlns:a16="http://schemas.microsoft.com/office/drawing/2014/main"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a16:creationId xmlns:a16="http://schemas.microsoft.com/office/drawing/2014/main"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a16:creationId xmlns:a16="http://schemas.microsoft.com/office/drawing/2014/main"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a16:creationId xmlns:a16="http://schemas.microsoft.com/office/drawing/2014/main"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a16:creationId xmlns:a16="http://schemas.microsoft.com/office/drawing/2014/main"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a16:creationId xmlns:a16="http://schemas.microsoft.com/office/drawing/2014/main"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a16:creationId xmlns:a16="http://schemas.microsoft.com/office/drawing/2014/main"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a16:creationId xmlns:a16="http://schemas.microsoft.com/office/drawing/2014/main"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a16:creationId xmlns:a16="http://schemas.microsoft.com/office/drawing/2014/main"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a16:creationId xmlns:a16="http://schemas.microsoft.com/office/drawing/2014/main"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a16:creationId xmlns:a16="http://schemas.microsoft.com/office/drawing/2014/main"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a16:creationId xmlns:a16="http://schemas.microsoft.com/office/drawing/2014/main"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a16:creationId xmlns:a16="http://schemas.microsoft.com/office/drawing/2014/main"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a16:creationId xmlns:a16="http://schemas.microsoft.com/office/drawing/2014/main"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a16:creationId xmlns:a16="http://schemas.microsoft.com/office/drawing/2014/main"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a16:creationId xmlns:a16="http://schemas.microsoft.com/office/drawing/2014/main"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a16:creationId xmlns:a16="http://schemas.microsoft.com/office/drawing/2014/main"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a16:creationId xmlns:a16="http://schemas.microsoft.com/office/drawing/2014/main"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a16:creationId xmlns:a16="http://schemas.microsoft.com/office/drawing/2014/main"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a16:creationId xmlns:a16="http://schemas.microsoft.com/office/drawing/2014/main"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a16:creationId xmlns:a16="http://schemas.microsoft.com/office/drawing/2014/main"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a16:creationId xmlns:a16="http://schemas.microsoft.com/office/drawing/2014/main"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a16:creationId xmlns:a16="http://schemas.microsoft.com/office/drawing/2014/main"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a16:creationId xmlns:a16="http://schemas.microsoft.com/office/drawing/2014/main"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a16:creationId xmlns:a16="http://schemas.microsoft.com/office/drawing/2014/main"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a16:creationId xmlns:a16="http://schemas.microsoft.com/office/drawing/2014/main"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a16:creationId xmlns:a16="http://schemas.microsoft.com/office/drawing/2014/main"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a16:creationId xmlns:a16="http://schemas.microsoft.com/office/drawing/2014/main"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a16:creationId xmlns:a16="http://schemas.microsoft.com/office/drawing/2014/main"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a16:creationId xmlns:a16="http://schemas.microsoft.com/office/drawing/2014/main"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a16:creationId xmlns:a16="http://schemas.microsoft.com/office/drawing/2014/main"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a16:creationId xmlns:a16="http://schemas.microsoft.com/office/drawing/2014/main"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a16:creationId xmlns:a16="http://schemas.microsoft.com/office/drawing/2014/main"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a16:creationId xmlns:a16="http://schemas.microsoft.com/office/drawing/2014/main"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a16:creationId xmlns:a16="http://schemas.microsoft.com/office/drawing/2014/main"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a16:creationId xmlns:a16="http://schemas.microsoft.com/office/drawing/2014/main"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a16:creationId xmlns:a16="http://schemas.microsoft.com/office/drawing/2014/main"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a16:creationId xmlns:a16="http://schemas.microsoft.com/office/drawing/2014/main"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a16:creationId xmlns:a16="http://schemas.microsoft.com/office/drawing/2014/main"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a16:creationId xmlns:a16="http://schemas.microsoft.com/office/drawing/2014/main"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a16:creationId xmlns:a16="http://schemas.microsoft.com/office/drawing/2014/main"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a16:creationId xmlns:a16="http://schemas.microsoft.com/office/drawing/2014/main"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a16:creationId xmlns:a16="http://schemas.microsoft.com/office/drawing/2014/main"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a16:creationId xmlns:a16="http://schemas.microsoft.com/office/drawing/2014/main"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a16:creationId xmlns:a16="http://schemas.microsoft.com/office/drawing/2014/main"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a16:creationId xmlns:a16="http://schemas.microsoft.com/office/drawing/2014/main"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a16:creationId xmlns:a16="http://schemas.microsoft.com/office/drawing/2014/main"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a16:creationId xmlns:a16="http://schemas.microsoft.com/office/drawing/2014/main"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a16:creationId xmlns:a16="http://schemas.microsoft.com/office/drawing/2014/main"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a16:creationId xmlns:a16="http://schemas.microsoft.com/office/drawing/2014/main"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a16:creationId xmlns:a16="http://schemas.microsoft.com/office/drawing/2014/main"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a16:creationId xmlns:a16="http://schemas.microsoft.com/office/drawing/2014/main"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a16:creationId xmlns:a16="http://schemas.microsoft.com/office/drawing/2014/main"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a16:creationId xmlns:a16="http://schemas.microsoft.com/office/drawing/2014/main"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a16:creationId xmlns:a16="http://schemas.microsoft.com/office/drawing/2014/main"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a16:creationId xmlns:a16="http://schemas.microsoft.com/office/drawing/2014/main"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a16:creationId xmlns:a16="http://schemas.microsoft.com/office/drawing/2014/main"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a16:creationId xmlns:a16="http://schemas.microsoft.com/office/drawing/2014/main"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a16:creationId xmlns:a16="http://schemas.microsoft.com/office/drawing/2014/main"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a16:creationId xmlns:a16="http://schemas.microsoft.com/office/drawing/2014/main"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a16:creationId xmlns:a16="http://schemas.microsoft.com/office/drawing/2014/main"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a16:creationId xmlns:a16="http://schemas.microsoft.com/office/drawing/2014/main"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a16:creationId xmlns:a16="http://schemas.microsoft.com/office/drawing/2014/main"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a16:creationId xmlns:a16="http://schemas.microsoft.com/office/drawing/2014/main"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a16:creationId xmlns:a16="http://schemas.microsoft.com/office/drawing/2014/main"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a16:creationId xmlns:a16="http://schemas.microsoft.com/office/drawing/2014/main"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a16:creationId xmlns:a16="http://schemas.microsoft.com/office/drawing/2014/main"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a16:creationId xmlns:a16="http://schemas.microsoft.com/office/drawing/2014/main"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a16:creationId xmlns:a16="http://schemas.microsoft.com/office/drawing/2014/main"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a16:creationId xmlns:a16="http://schemas.microsoft.com/office/drawing/2014/main"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a16:creationId xmlns:a16="http://schemas.microsoft.com/office/drawing/2014/main"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a16:creationId xmlns:a16="http://schemas.microsoft.com/office/drawing/2014/main"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a16:creationId xmlns:a16="http://schemas.microsoft.com/office/drawing/2014/main"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a16:creationId xmlns:a16="http://schemas.microsoft.com/office/drawing/2014/main"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a16:creationId xmlns:a16="http://schemas.microsoft.com/office/drawing/2014/main"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a16:creationId xmlns:a16="http://schemas.microsoft.com/office/drawing/2014/main"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a16:creationId xmlns:a16="http://schemas.microsoft.com/office/drawing/2014/main"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a16:creationId xmlns:a16="http://schemas.microsoft.com/office/drawing/2014/main"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a16:creationId xmlns:a16="http://schemas.microsoft.com/office/drawing/2014/main"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a16:creationId xmlns:a16="http://schemas.microsoft.com/office/drawing/2014/main"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a16:creationId xmlns:a16="http://schemas.microsoft.com/office/drawing/2014/main"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a16:creationId xmlns:a16="http://schemas.microsoft.com/office/drawing/2014/main"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a16:creationId xmlns:a16="http://schemas.microsoft.com/office/drawing/2014/main"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a16:creationId xmlns:a16="http://schemas.microsoft.com/office/drawing/2014/main"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a16:creationId xmlns:a16="http://schemas.microsoft.com/office/drawing/2014/main"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a16:creationId xmlns:a16="http://schemas.microsoft.com/office/drawing/2014/main"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a16:creationId xmlns:a16="http://schemas.microsoft.com/office/drawing/2014/main"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a16:creationId xmlns:a16="http://schemas.microsoft.com/office/drawing/2014/main"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a16:creationId xmlns:a16="http://schemas.microsoft.com/office/drawing/2014/main"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a16:creationId xmlns:a16="http://schemas.microsoft.com/office/drawing/2014/main"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a16:creationId xmlns:a16="http://schemas.microsoft.com/office/drawing/2014/main"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a16:creationId xmlns:a16="http://schemas.microsoft.com/office/drawing/2014/main"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a16:creationId xmlns:a16="http://schemas.microsoft.com/office/drawing/2014/main"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a16:creationId xmlns:a16="http://schemas.microsoft.com/office/drawing/2014/main"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a16:creationId xmlns:a16="http://schemas.microsoft.com/office/drawing/2014/main"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a16:creationId xmlns:a16="http://schemas.microsoft.com/office/drawing/2014/main"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a16:creationId xmlns:a16="http://schemas.microsoft.com/office/drawing/2014/main"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a16:creationId xmlns:a16="http://schemas.microsoft.com/office/drawing/2014/main"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a16:creationId xmlns:a16="http://schemas.microsoft.com/office/drawing/2014/main"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a16:creationId xmlns:a16="http://schemas.microsoft.com/office/drawing/2014/main"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a16:creationId xmlns:a16="http://schemas.microsoft.com/office/drawing/2014/main"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a16:creationId xmlns:a16="http://schemas.microsoft.com/office/drawing/2014/main"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a16:creationId xmlns:a16="http://schemas.microsoft.com/office/drawing/2014/main"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a16:creationId xmlns:a16="http://schemas.microsoft.com/office/drawing/2014/main"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a16:creationId xmlns:a16="http://schemas.microsoft.com/office/drawing/2014/main"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a16:creationId xmlns:a16="http://schemas.microsoft.com/office/drawing/2014/main"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a16:creationId xmlns:a16="http://schemas.microsoft.com/office/drawing/2014/main"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a16:creationId xmlns:a16="http://schemas.microsoft.com/office/drawing/2014/main"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a16:creationId xmlns:a16="http://schemas.microsoft.com/office/drawing/2014/main"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a16:creationId xmlns:a16="http://schemas.microsoft.com/office/drawing/2014/main"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a16:creationId xmlns:a16="http://schemas.microsoft.com/office/drawing/2014/main"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a16:creationId xmlns:a16="http://schemas.microsoft.com/office/drawing/2014/main"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a16:creationId xmlns:a16="http://schemas.microsoft.com/office/drawing/2014/main"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a16:creationId xmlns:a16="http://schemas.microsoft.com/office/drawing/2014/main"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a16:creationId xmlns:a16="http://schemas.microsoft.com/office/drawing/2014/main"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a16:creationId xmlns:a16="http://schemas.microsoft.com/office/drawing/2014/main"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a16:creationId xmlns:a16="http://schemas.microsoft.com/office/drawing/2014/main"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a16:creationId xmlns:a16="http://schemas.microsoft.com/office/drawing/2014/main"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543629108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a16:creationId xmlns:a16="http://schemas.microsoft.com/office/drawing/2014/main"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a16:creationId xmlns:a16="http://schemas.microsoft.com/office/drawing/2014/main"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a16:creationId xmlns:a16="http://schemas.microsoft.com/office/drawing/2014/main"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a16:creationId xmlns:a16="http://schemas.microsoft.com/office/drawing/2014/main"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a16:creationId xmlns:a16="http://schemas.microsoft.com/office/drawing/2014/main"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a16:creationId xmlns:a16="http://schemas.microsoft.com/office/drawing/2014/main"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a16:creationId xmlns:a16="http://schemas.microsoft.com/office/drawing/2014/main"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a16:creationId xmlns:a16="http://schemas.microsoft.com/office/drawing/2014/main"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a16:creationId xmlns:a16="http://schemas.microsoft.com/office/drawing/2014/main"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a16:creationId xmlns:a16="http://schemas.microsoft.com/office/drawing/2014/main"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a16:creationId xmlns:a16="http://schemas.microsoft.com/office/drawing/2014/main"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a16:creationId xmlns:a16="http://schemas.microsoft.com/office/drawing/2014/main"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a16:creationId xmlns:a16="http://schemas.microsoft.com/office/drawing/2014/main"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a16:creationId xmlns:a16="http://schemas.microsoft.com/office/drawing/2014/main"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a16:creationId xmlns:a16="http://schemas.microsoft.com/office/drawing/2014/main"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a16:creationId xmlns:a16="http://schemas.microsoft.com/office/drawing/2014/main"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a16:creationId xmlns:a16="http://schemas.microsoft.com/office/drawing/2014/main"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a16:creationId xmlns:a16="http://schemas.microsoft.com/office/drawing/2014/main"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a16:creationId xmlns:a16="http://schemas.microsoft.com/office/drawing/2014/main"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a16:creationId xmlns:a16="http://schemas.microsoft.com/office/drawing/2014/main"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a16:creationId xmlns:a16="http://schemas.microsoft.com/office/drawing/2014/main"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a16:creationId xmlns:a16="http://schemas.microsoft.com/office/drawing/2014/main"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a16:creationId xmlns:a16="http://schemas.microsoft.com/office/drawing/2014/main"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a16:creationId xmlns:a16="http://schemas.microsoft.com/office/drawing/2014/main"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a16:creationId xmlns:a16="http://schemas.microsoft.com/office/drawing/2014/main"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a16:creationId xmlns:a16="http://schemas.microsoft.com/office/drawing/2014/main"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a16:creationId xmlns:a16="http://schemas.microsoft.com/office/drawing/2014/main"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a16:creationId xmlns:a16="http://schemas.microsoft.com/office/drawing/2014/main"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a16:creationId xmlns:a16="http://schemas.microsoft.com/office/drawing/2014/main"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a16:creationId xmlns:a16="http://schemas.microsoft.com/office/drawing/2014/main"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a16:creationId xmlns:a16="http://schemas.microsoft.com/office/drawing/2014/main"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a16:creationId xmlns:a16="http://schemas.microsoft.com/office/drawing/2014/main"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a16:creationId xmlns:a16="http://schemas.microsoft.com/office/drawing/2014/main"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a16:creationId xmlns:a16="http://schemas.microsoft.com/office/drawing/2014/main"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a16:creationId xmlns:a16="http://schemas.microsoft.com/office/drawing/2014/main"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a16:creationId xmlns:a16="http://schemas.microsoft.com/office/drawing/2014/main"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a16:creationId xmlns:a16="http://schemas.microsoft.com/office/drawing/2014/main"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a16:creationId xmlns:a16="http://schemas.microsoft.com/office/drawing/2014/main"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a16:creationId xmlns:a16="http://schemas.microsoft.com/office/drawing/2014/main"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a16:creationId xmlns:a16="http://schemas.microsoft.com/office/drawing/2014/main"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a16:creationId xmlns:a16="http://schemas.microsoft.com/office/drawing/2014/main"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a16:creationId xmlns:a16="http://schemas.microsoft.com/office/drawing/2014/main"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a16:creationId xmlns:a16="http://schemas.microsoft.com/office/drawing/2014/main"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a16:creationId xmlns:a16="http://schemas.microsoft.com/office/drawing/2014/main"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a16:creationId xmlns:a16="http://schemas.microsoft.com/office/drawing/2014/main"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a16:creationId xmlns:a16="http://schemas.microsoft.com/office/drawing/2014/main"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a16:creationId xmlns:a16="http://schemas.microsoft.com/office/drawing/2014/main"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a16:creationId xmlns:a16="http://schemas.microsoft.com/office/drawing/2014/main"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a16:creationId xmlns:a16="http://schemas.microsoft.com/office/drawing/2014/main"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a16:creationId xmlns:a16="http://schemas.microsoft.com/office/drawing/2014/main"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a16:creationId xmlns:a16="http://schemas.microsoft.com/office/drawing/2014/main"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a16:creationId xmlns:a16="http://schemas.microsoft.com/office/drawing/2014/main"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a16:creationId xmlns:a16="http://schemas.microsoft.com/office/drawing/2014/main"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a16:creationId xmlns:a16="http://schemas.microsoft.com/office/drawing/2014/main"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a16:creationId xmlns:a16="http://schemas.microsoft.com/office/drawing/2014/main"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a16:creationId xmlns:a16="http://schemas.microsoft.com/office/drawing/2014/main"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a16:creationId xmlns:a16="http://schemas.microsoft.com/office/drawing/2014/main"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a16:creationId xmlns:a16="http://schemas.microsoft.com/office/drawing/2014/main"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a16:creationId xmlns:a16="http://schemas.microsoft.com/office/drawing/2014/main"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a16:creationId xmlns:a16="http://schemas.microsoft.com/office/drawing/2014/main"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a16:creationId xmlns:a16="http://schemas.microsoft.com/office/drawing/2014/main"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a16:creationId xmlns:a16="http://schemas.microsoft.com/office/drawing/2014/main"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a16:creationId xmlns:a16="http://schemas.microsoft.com/office/drawing/2014/main"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a16:creationId xmlns:a16="http://schemas.microsoft.com/office/drawing/2014/main"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a16:creationId xmlns:a16="http://schemas.microsoft.com/office/drawing/2014/main"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a16:creationId xmlns:a16="http://schemas.microsoft.com/office/drawing/2014/main"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a16:creationId xmlns:a16="http://schemas.microsoft.com/office/drawing/2014/main"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a16:creationId xmlns:a16="http://schemas.microsoft.com/office/drawing/2014/main"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a16:creationId xmlns:a16="http://schemas.microsoft.com/office/drawing/2014/main"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a16:creationId xmlns:a16="http://schemas.microsoft.com/office/drawing/2014/main"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a16:creationId xmlns:a16="http://schemas.microsoft.com/office/drawing/2014/main"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a16:creationId xmlns:a16="http://schemas.microsoft.com/office/drawing/2014/main"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a16:creationId xmlns:a16="http://schemas.microsoft.com/office/drawing/2014/main"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a16:creationId xmlns:a16="http://schemas.microsoft.com/office/drawing/2014/main"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a16:creationId xmlns:a16="http://schemas.microsoft.com/office/drawing/2014/main"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a16:creationId xmlns:a16="http://schemas.microsoft.com/office/drawing/2014/main"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a16:creationId xmlns:a16="http://schemas.microsoft.com/office/drawing/2014/main"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a16:creationId xmlns:a16="http://schemas.microsoft.com/office/drawing/2014/main"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a16:creationId xmlns:a16="http://schemas.microsoft.com/office/drawing/2014/main"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a16:creationId xmlns:a16="http://schemas.microsoft.com/office/drawing/2014/main"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a16:creationId xmlns:a16="http://schemas.microsoft.com/office/drawing/2014/main"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a16:creationId xmlns:a16="http://schemas.microsoft.com/office/drawing/2014/main"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a16:creationId xmlns:a16="http://schemas.microsoft.com/office/drawing/2014/main"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a16:creationId xmlns:a16="http://schemas.microsoft.com/office/drawing/2014/main"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a16:creationId xmlns:a16="http://schemas.microsoft.com/office/drawing/2014/main"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a16:creationId xmlns:a16="http://schemas.microsoft.com/office/drawing/2014/main"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a16:creationId xmlns:a16="http://schemas.microsoft.com/office/drawing/2014/main"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a16:creationId xmlns:a16="http://schemas.microsoft.com/office/drawing/2014/main"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a16:creationId xmlns:a16="http://schemas.microsoft.com/office/drawing/2014/main"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a16:creationId xmlns:a16="http://schemas.microsoft.com/office/drawing/2014/main"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a16:creationId xmlns:a16="http://schemas.microsoft.com/office/drawing/2014/main"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a16:creationId xmlns:a16="http://schemas.microsoft.com/office/drawing/2014/main"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a16:creationId xmlns:a16="http://schemas.microsoft.com/office/drawing/2014/main"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a16:creationId xmlns:a16="http://schemas.microsoft.com/office/drawing/2014/main"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a16:creationId xmlns:a16="http://schemas.microsoft.com/office/drawing/2014/main"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a16:creationId xmlns:a16="http://schemas.microsoft.com/office/drawing/2014/main"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a16:creationId xmlns:a16="http://schemas.microsoft.com/office/drawing/2014/main"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a16:creationId xmlns:a16="http://schemas.microsoft.com/office/drawing/2014/main"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a16:creationId xmlns:a16="http://schemas.microsoft.com/office/drawing/2014/main"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a16:creationId xmlns:a16="http://schemas.microsoft.com/office/drawing/2014/main"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a16:creationId xmlns:a16="http://schemas.microsoft.com/office/drawing/2014/main"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a16:creationId xmlns:a16="http://schemas.microsoft.com/office/drawing/2014/main"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a16:creationId xmlns:a16="http://schemas.microsoft.com/office/drawing/2014/main"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a16:creationId xmlns:a16="http://schemas.microsoft.com/office/drawing/2014/main"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a16:creationId xmlns:a16="http://schemas.microsoft.com/office/drawing/2014/main"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a16:creationId xmlns:a16="http://schemas.microsoft.com/office/drawing/2014/main"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a16:creationId xmlns:a16="http://schemas.microsoft.com/office/drawing/2014/main"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a16:creationId xmlns:a16="http://schemas.microsoft.com/office/drawing/2014/main"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a16:creationId xmlns:a16="http://schemas.microsoft.com/office/drawing/2014/main"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a16:creationId xmlns:a16="http://schemas.microsoft.com/office/drawing/2014/main"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a16:creationId xmlns:a16="http://schemas.microsoft.com/office/drawing/2014/main"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a16:creationId xmlns:a16="http://schemas.microsoft.com/office/drawing/2014/main"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a16:creationId xmlns:a16="http://schemas.microsoft.com/office/drawing/2014/main"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a16:creationId xmlns:a16="http://schemas.microsoft.com/office/drawing/2014/main"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a16:creationId xmlns:a16="http://schemas.microsoft.com/office/drawing/2014/main"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a16:creationId xmlns:a16="http://schemas.microsoft.com/office/drawing/2014/main"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a16:creationId xmlns:a16="http://schemas.microsoft.com/office/drawing/2014/main"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a16:creationId xmlns:a16="http://schemas.microsoft.com/office/drawing/2014/main"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a16:creationId xmlns:a16="http://schemas.microsoft.com/office/drawing/2014/main"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a16:creationId xmlns:a16="http://schemas.microsoft.com/office/drawing/2014/main"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a16:creationId xmlns:a16="http://schemas.microsoft.com/office/drawing/2014/main"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a16:creationId xmlns:a16="http://schemas.microsoft.com/office/drawing/2014/main"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a16:creationId xmlns:a16="http://schemas.microsoft.com/office/drawing/2014/main"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a16:creationId xmlns:a16="http://schemas.microsoft.com/office/drawing/2014/main"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a16:creationId xmlns:a16="http://schemas.microsoft.com/office/drawing/2014/main"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a16:creationId xmlns:a16="http://schemas.microsoft.com/office/drawing/2014/main"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a16:creationId xmlns:a16="http://schemas.microsoft.com/office/drawing/2014/main"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a16:creationId xmlns:a16="http://schemas.microsoft.com/office/drawing/2014/main"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a16:creationId xmlns:a16="http://schemas.microsoft.com/office/drawing/2014/main"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a16:creationId xmlns:a16="http://schemas.microsoft.com/office/drawing/2014/main"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a16:creationId xmlns:a16="http://schemas.microsoft.com/office/drawing/2014/main"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a16:creationId xmlns:a16="http://schemas.microsoft.com/office/drawing/2014/main"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a16:creationId xmlns:a16="http://schemas.microsoft.com/office/drawing/2014/main"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a16:creationId xmlns:a16="http://schemas.microsoft.com/office/drawing/2014/main"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a16:creationId xmlns:a16="http://schemas.microsoft.com/office/drawing/2014/main"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a16:creationId xmlns:a16="http://schemas.microsoft.com/office/drawing/2014/main"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a16:creationId xmlns:a16="http://schemas.microsoft.com/office/drawing/2014/main"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a16:creationId xmlns:a16="http://schemas.microsoft.com/office/drawing/2014/main"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a16:creationId xmlns:a16="http://schemas.microsoft.com/office/drawing/2014/main"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a16:creationId xmlns:a16="http://schemas.microsoft.com/office/drawing/2014/main"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a16:creationId xmlns:a16="http://schemas.microsoft.com/office/drawing/2014/main"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a16:creationId xmlns:a16="http://schemas.microsoft.com/office/drawing/2014/main"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a16:creationId xmlns:a16="http://schemas.microsoft.com/office/drawing/2014/main"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a16:creationId xmlns:a16="http://schemas.microsoft.com/office/drawing/2014/main"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a16:creationId xmlns:a16="http://schemas.microsoft.com/office/drawing/2014/main"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a16:creationId xmlns:a16="http://schemas.microsoft.com/office/drawing/2014/main"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a16:creationId xmlns:a16="http://schemas.microsoft.com/office/drawing/2014/main"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a16:creationId xmlns:a16="http://schemas.microsoft.com/office/drawing/2014/main"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a16:creationId xmlns:a16="http://schemas.microsoft.com/office/drawing/2014/main"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a16:creationId xmlns:a16="http://schemas.microsoft.com/office/drawing/2014/main"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a16:creationId xmlns:a16="http://schemas.microsoft.com/office/drawing/2014/main"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a16:creationId xmlns:a16="http://schemas.microsoft.com/office/drawing/2014/main"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a16:creationId xmlns:a16="http://schemas.microsoft.com/office/drawing/2014/main"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a16:creationId xmlns:a16="http://schemas.microsoft.com/office/drawing/2014/main"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a16:creationId xmlns:a16="http://schemas.microsoft.com/office/drawing/2014/main"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a16:creationId xmlns:a16="http://schemas.microsoft.com/office/drawing/2014/main"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a16:creationId xmlns:a16="http://schemas.microsoft.com/office/drawing/2014/main"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a16:creationId xmlns:a16="http://schemas.microsoft.com/office/drawing/2014/main"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a16:creationId xmlns:a16="http://schemas.microsoft.com/office/drawing/2014/main"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a16:creationId xmlns:a16="http://schemas.microsoft.com/office/drawing/2014/main"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a16:creationId xmlns:a16="http://schemas.microsoft.com/office/drawing/2014/main"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a16:creationId xmlns:a16="http://schemas.microsoft.com/office/drawing/2014/main"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a16:creationId xmlns:a16="http://schemas.microsoft.com/office/drawing/2014/main"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a16:creationId xmlns:a16="http://schemas.microsoft.com/office/drawing/2014/main"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a16:creationId xmlns:a16="http://schemas.microsoft.com/office/drawing/2014/main"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a16:creationId xmlns:a16="http://schemas.microsoft.com/office/drawing/2014/main"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a16:creationId xmlns:a16="http://schemas.microsoft.com/office/drawing/2014/main"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a16:creationId xmlns:a16="http://schemas.microsoft.com/office/drawing/2014/main"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a16:creationId xmlns:a16="http://schemas.microsoft.com/office/drawing/2014/main"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a16:creationId xmlns:a16="http://schemas.microsoft.com/office/drawing/2014/main"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a16:creationId xmlns:a16="http://schemas.microsoft.com/office/drawing/2014/main"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a16:creationId xmlns:a16="http://schemas.microsoft.com/office/drawing/2014/main"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a16:creationId xmlns:a16="http://schemas.microsoft.com/office/drawing/2014/main"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a16:creationId xmlns:a16="http://schemas.microsoft.com/office/drawing/2014/main"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a16:creationId xmlns:a16="http://schemas.microsoft.com/office/drawing/2014/main"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a16:creationId xmlns:a16="http://schemas.microsoft.com/office/drawing/2014/main"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a16:creationId xmlns:a16="http://schemas.microsoft.com/office/drawing/2014/main"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a16:creationId xmlns:a16="http://schemas.microsoft.com/office/drawing/2014/main"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a16:creationId xmlns:a16="http://schemas.microsoft.com/office/drawing/2014/main"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a16:creationId xmlns:a16="http://schemas.microsoft.com/office/drawing/2014/main"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a16:creationId xmlns:a16="http://schemas.microsoft.com/office/drawing/2014/main"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a16:creationId xmlns:a16="http://schemas.microsoft.com/office/drawing/2014/main"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a16:creationId xmlns:a16="http://schemas.microsoft.com/office/drawing/2014/main"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a16:creationId xmlns:a16="http://schemas.microsoft.com/office/drawing/2014/main"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a16:creationId xmlns:a16="http://schemas.microsoft.com/office/drawing/2014/main"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a16:creationId xmlns:a16="http://schemas.microsoft.com/office/drawing/2014/main"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a16:creationId xmlns:a16="http://schemas.microsoft.com/office/drawing/2014/main"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a16:creationId xmlns:a16="http://schemas.microsoft.com/office/drawing/2014/main"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a16:creationId xmlns:a16="http://schemas.microsoft.com/office/drawing/2014/main"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a16:creationId xmlns:a16="http://schemas.microsoft.com/office/drawing/2014/main"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a16:creationId xmlns:a16="http://schemas.microsoft.com/office/drawing/2014/main"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a16:creationId xmlns:a16="http://schemas.microsoft.com/office/drawing/2014/main"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a16:creationId xmlns:a16="http://schemas.microsoft.com/office/drawing/2014/main"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a16:creationId xmlns:a16="http://schemas.microsoft.com/office/drawing/2014/main"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a16:creationId xmlns:a16="http://schemas.microsoft.com/office/drawing/2014/main"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a16:creationId xmlns:a16="http://schemas.microsoft.com/office/drawing/2014/main"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a16:creationId xmlns:a16="http://schemas.microsoft.com/office/drawing/2014/main"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a16:creationId xmlns:a16="http://schemas.microsoft.com/office/drawing/2014/main"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a16:creationId xmlns:a16="http://schemas.microsoft.com/office/drawing/2014/main"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a16:creationId xmlns:a16="http://schemas.microsoft.com/office/drawing/2014/main"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a16:creationId xmlns:a16="http://schemas.microsoft.com/office/drawing/2014/main"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a16:creationId xmlns:a16="http://schemas.microsoft.com/office/drawing/2014/main"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a16:creationId xmlns:a16="http://schemas.microsoft.com/office/drawing/2014/main"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a16:creationId xmlns:a16="http://schemas.microsoft.com/office/drawing/2014/main"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a16:creationId xmlns:a16="http://schemas.microsoft.com/office/drawing/2014/main"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a16:creationId xmlns:a16="http://schemas.microsoft.com/office/drawing/2014/main"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a16:creationId xmlns:a16="http://schemas.microsoft.com/office/drawing/2014/main"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a16:creationId xmlns:a16="http://schemas.microsoft.com/office/drawing/2014/main"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a16:creationId xmlns:a16="http://schemas.microsoft.com/office/drawing/2014/main"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a16:creationId xmlns:a16="http://schemas.microsoft.com/office/drawing/2014/main"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a16:creationId xmlns:a16="http://schemas.microsoft.com/office/drawing/2014/main"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a16:creationId xmlns:a16="http://schemas.microsoft.com/office/drawing/2014/main"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a16:creationId xmlns:a16="http://schemas.microsoft.com/office/drawing/2014/main"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a16:creationId xmlns:a16="http://schemas.microsoft.com/office/drawing/2014/main"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a16:creationId xmlns:a16="http://schemas.microsoft.com/office/drawing/2014/main"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a16:creationId xmlns:a16="http://schemas.microsoft.com/office/drawing/2014/main"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a16:creationId xmlns:a16="http://schemas.microsoft.com/office/drawing/2014/main"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a16:creationId xmlns:a16="http://schemas.microsoft.com/office/drawing/2014/main"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a16:creationId xmlns:a16="http://schemas.microsoft.com/office/drawing/2014/main"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a16:creationId xmlns:a16="http://schemas.microsoft.com/office/drawing/2014/main"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a16:creationId xmlns:a16="http://schemas.microsoft.com/office/drawing/2014/main"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a16:creationId xmlns:a16="http://schemas.microsoft.com/office/drawing/2014/main"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a16:creationId xmlns:a16="http://schemas.microsoft.com/office/drawing/2014/main"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a16:creationId xmlns:a16="http://schemas.microsoft.com/office/drawing/2014/main"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a16:creationId xmlns:a16="http://schemas.microsoft.com/office/drawing/2014/main"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a16:creationId xmlns:a16="http://schemas.microsoft.com/office/drawing/2014/main"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a16:creationId xmlns:a16="http://schemas.microsoft.com/office/drawing/2014/main"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a16:creationId xmlns:a16="http://schemas.microsoft.com/office/drawing/2014/main"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a16:creationId xmlns:a16="http://schemas.microsoft.com/office/drawing/2014/main"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a16:creationId xmlns:a16="http://schemas.microsoft.com/office/drawing/2014/main"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a16:creationId xmlns:a16="http://schemas.microsoft.com/office/drawing/2014/main"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a16:creationId xmlns:a16="http://schemas.microsoft.com/office/drawing/2014/main"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a16:creationId xmlns:a16="http://schemas.microsoft.com/office/drawing/2014/main"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a16:creationId xmlns:a16="http://schemas.microsoft.com/office/drawing/2014/main"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a16:creationId xmlns:a16="http://schemas.microsoft.com/office/drawing/2014/main"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a16:creationId xmlns:a16="http://schemas.microsoft.com/office/drawing/2014/main"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a16:creationId xmlns:a16="http://schemas.microsoft.com/office/drawing/2014/main"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a16:creationId xmlns:a16="http://schemas.microsoft.com/office/drawing/2014/main"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a16:creationId xmlns:a16="http://schemas.microsoft.com/office/drawing/2014/main"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a16:creationId xmlns:a16="http://schemas.microsoft.com/office/drawing/2014/main"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a16:creationId xmlns:a16="http://schemas.microsoft.com/office/drawing/2014/main"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a16:creationId xmlns:a16="http://schemas.microsoft.com/office/drawing/2014/main"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a16:creationId xmlns:a16="http://schemas.microsoft.com/office/drawing/2014/main"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a16:creationId xmlns:a16="http://schemas.microsoft.com/office/drawing/2014/main"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a16:creationId xmlns:a16="http://schemas.microsoft.com/office/drawing/2014/main"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a16:creationId xmlns:a16="http://schemas.microsoft.com/office/drawing/2014/main"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a16:creationId xmlns:a16="http://schemas.microsoft.com/office/drawing/2014/main"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a16:creationId xmlns:a16="http://schemas.microsoft.com/office/drawing/2014/main"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a16:creationId xmlns:a16="http://schemas.microsoft.com/office/drawing/2014/main"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a16:creationId xmlns:a16="http://schemas.microsoft.com/office/drawing/2014/main"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a16:creationId xmlns:a16="http://schemas.microsoft.com/office/drawing/2014/main"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a16:creationId xmlns:a16="http://schemas.microsoft.com/office/drawing/2014/main"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a16:creationId xmlns:a16="http://schemas.microsoft.com/office/drawing/2014/main"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a16:creationId xmlns:a16="http://schemas.microsoft.com/office/drawing/2014/main"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a16:creationId xmlns:a16="http://schemas.microsoft.com/office/drawing/2014/main"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a16:creationId xmlns:a16="http://schemas.microsoft.com/office/drawing/2014/main"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a16:creationId xmlns:a16="http://schemas.microsoft.com/office/drawing/2014/main"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a16:creationId xmlns:a16="http://schemas.microsoft.com/office/drawing/2014/main"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a16:creationId xmlns:a16="http://schemas.microsoft.com/office/drawing/2014/main"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a16:creationId xmlns:a16="http://schemas.microsoft.com/office/drawing/2014/main"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a16:creationId xmlns:a16="http://schemas.microsoft.com/office/drawing/2014/main"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a16:creationId xmlns:a16="http://schemas.microsoft.com/office/drawing/2014/main"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a16:creationId xmlns:a16="http://schemas.microsoft.com/office/drawing/2014/main"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a16:creationId xmlns:a16="http://schemas.microsoft.com/office/drawing/2014/main"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a16:creationId xmlns:a16="http://schemas.microsoft.com/office/drawing/2014/main"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a16:creationId xmlns:a16="http://schemas.microsoft.com/office/drawing/2014/main"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a16:creationId xmlns:a16="http://schemas.microsoft.com/office/drawing/2014/main"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a16:creationId xmlns:a16="http://schemas.microsoft.com/office/drawing/2014/main"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a16:creationId xmlns:a16="http://schemas.microsoft.com/office/drawing/2014/main"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a16:creationId xmlns:a16="http://schemas.microsoft.com/office/drawing/2014/main"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a16:creationId xmlns:a16="http://schemas.microsoft.com/office/drawing/2014/main"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a16:creationId xmlns:a16="http://schemas.microsoft.com/office/drawing/2014/main"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a16:creationId xmlns:a16="http://schemas.microsoft.com/office/drawing/2014/main"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a16:creationId xmlns:a16="http://schemas.microsoft.com/office/drawing/2014/main"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a16:creationId xmlns:a16="http://schemas.microsoft.com/office/drawing/2014/main"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a16:creationId xmlns:a16="http://schemas.microsoft.com/office/drawing/2014/main"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a16:creationId xmlns:a16="http://schemas.microsoft.com/office/drawing/2014/main"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a16:creationId xmlns:a16="http://schemas.microsoft.com/office/drawing/2014/main"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a16:creationId xmlns:a16="http://schemas.microsoft.com/office/drawing/2014/main"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a16:creationId xmlns:a16="http://schemas.microsoft.com/office/drawing/2014/main"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a16:creationId xmlns:a16="http://schemas.microsoft.com/office/drawing/2014/main"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a16:creationId xmlns:a16="http://schemas.microsoft.com/office/drawing/2014/main"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a16:creationId xmlns:a16="http://schemas.microsoft.com/office/drawing/2014/main"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a16:creationId xmlns:a16="http://schemas.microsoft.com/office/drawing/2014/main"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a16:creationId xmlns:a16="http://schemas.microsoft.com/office/drawing/2014/main"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a16:creationId xmlns:a16="http://schemas.microsoft.com/office/drawing/2014/main"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a16:creationId xmlns:a16="http://schemas.microsoft.com/office/drawing/2014/main"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a16:creationId xmlns:a16="http://schemas.microsoft.com/office/drawing/2014/main"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a16:creationId xmlns:a16="http://schemas.microsoft.com/office/drawing/2014/main"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a16:creationId xmlns:a16="http://schemas.microsoft.com/office/drawing/2014/main"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a16:creationId xmlns:a16="http://schemas.microsoft.com/office/drawing/2014/main"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a16:creationId xmlns:a16="http://schemas.microsoft.com/office/drawing/2014/main"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a16:creationId xmlns:a16="http://schemas.microsoft.com/office/drawing/2014/main"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a16:creationId xmlns:a16="http://schemas.microsoft.com/office/drawing/2014/main"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a16:creationId xmlns:a16="http://schemas.microsoft.com/office/drawing/2014/main"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a16:creationId xmlns:a16="http://schemas.microsoft.com/office/drawing/2014/main"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a16:creationId xmlns:a16="http://schemas.microsoft.com/office/drawing/2014/main"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a16:creationId xmlns:a16="http://schemas.microsoft.com/office/drawing/2014/main"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a16:creationId xmlns:a16="http://schemas.microsoft.com/office/drawing/2014/main"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a16:creationId xmlns:a16="http://schemas.microsoft.com/office/drawing/2014/main"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a16:creationId xmlns:a16="http://schemas.microsoft.com/office/drawing/2014/main"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a16:creationId xmlns:a16="http://schemas.microsoft.com/office/drawing/2014/main"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a16:creationId xmlns:a16="http://schemas.microsoft.com/office/drawing/2014/main"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a16:creationId xmlns:a16="http://schemas.microsoft.com/office/drawing/2014/main"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a16:creationId xmlns:a16="http://schemas.microsoft.com/office/drawing/2014/main"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a16:creationId xmlns:a16="http://schemas.microsoft.com/office/drawing/2014/main"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a16:creationId xmlns:a16="http://schemas.microsoft.com/office/drawing/2014/main"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a16:creationId xmlns:a16="http://schemas.microsoft.com/office/drawing/2014/main"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a16:creationId xmlns:a16="http://schemas.microsoft.com/office/drawing/2014/main"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a16:creationId xmlns:a16="http://schemas.microsoft.com/office/drawing/2014/main"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a16:creationId xmlns:a16="http://schemas.microsoft.com/office/drawing/2014/main"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a16:creationId xmlns:a16="http://schemas.microsoft.com/office/drawing/2014/main"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a16:creationId xmlns:a16="http://schemas.microsoft.com/office/drawing/2014/main"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a16:creationId xmlns:a16="http://schemas.microsoft.com/office/drawing/2014/main"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a16:creationId xmlns:a16="http://schemas.microsoft.com/office/drawing/2014/main"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a16:creationId xmlns:a16="http://schemas.microsoft.com/office/drawing/2014/main"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a16:creationId xmlns:a16="http://schemas.microsoft.com/office/drawing/2014/main"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a16:creationId xmlns:a16="http://schemas.microsoft.com/office/drawing/2014/main"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a16:creationId xmlns:a16="http://schemas.microsoft.com/office/drawing/2014/main"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a16:creationId xmlns:a16="http://schemas.microsoft.com/office/drawing/2014/main"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a16:creationId xmlns:a16="http://schemas.microsoft.com/office/drawing/2014/main"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a16:creationId xmlns:a16="http://schemas.microsoft.com/office/drawing/2014/main"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a16:creationId xmlns:a16="http://schemas.microsoft.com/office/drawing/2014/main"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a16:creationId xmlns:a16="http://schemas.microsoft.com/office/drawing/2014/main"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a16:creationId xmlns:a16="http://schemas.microsoft.com/office/drawing/2014/main"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a16:creationId xmlns:a16="http://schemas.microsoft.com/office/drawing/2014/main"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a16:creationId xmlns:a16="http://schemas.microsoft.com/office/drawing/2014/main"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a16:creationId xmlns:a16="http://schemas.microsoft.com/office/drawing/2014/main"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a16:creationId xmlns:a16="http://schemas.microsoft.com/office/drawing/2014/main"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a16:creationId xmlns:a16="http://schemas.microsoft.com/office/drawing/2014/main"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a16:creationId xmlns:a16="http://schemas.microsoft.com/office/drawing/2014/main"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a16:creationId xmlns:a16="http://schemas.microsoft.com/office/drawing/2014/main"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a16:creationId xmlns:a16="http://schemas.microsoft.com/office/drawing/2014/main"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a16:creationId xmlns:a16="http://schemas.microsoft.com/office/drawing/2014/main"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a16:creationId xmlns:a16="http://schemas.microsoft.com/office/drawing/2014/main"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a16:creationId xmlns:a16="http://schemas.microsoft.com/office/drawing/2014/main"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a16:creationId xmlns:a16="http://schemas.microsoft.com/office/drawing/2014/main"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a16:creationId xmlns:a16="http://schemas.microsoft.com/office/drawing/2014/main"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a16:creationId xmlns:a16="http://schemas.microsoft.com/office/drawing/2014/main"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a16:creationId xmlns:a16="http://schemas.microsoft.com/office/drawing/2014/main"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a16:creationId xmlns:a16="http://schemas.microsoft.com/office/drawing/2014/main"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a16:creationId xmlns:a16="http://schemas.microsoft.com/office/drawing/2014/main"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a16:creationId xmlns:a16="http://schemas.microsoft.com/office/drawing/2014/main"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a16:creationId xmlns:a16="http://schemas.microsoft.com/office/drawing/2014/main"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a16:creationId xmlns:a16="http://schemas.microsoft.com/office/drawing/2014/main"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a16:creationId xmlns:a16="http://schemas.microsoft.com/office/drawing/2014/main"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a16:creationId xmlns:a16="http://schemas.microsoft.com/office/drawing/2014/main"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a16:creationId xmlns:a16="http://schemas.microsoft.com/office/drawing/2014/main"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a16:creationId xmlns:a16="http://schemas.microsoft.com/office/drawing/2014/main"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a16:creationId xmlns:a16="http://schemas.microsoft.com/office/drawing/2014/main"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a16:creationId xmlns:a16="http://schemas.microsoft.com/office/drawing/2014/main"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a16:creationId xmlns:a16="http://schemas.microsoft.com/office/drawing/2014/main"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a16:creationId xmlns:a16="http://schemas.microsoft.com/office/drawing/2014/main"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a16:creationId xmlns:a16="http://schemas.microsoft.com/office/drawing/2014/main"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a16:creationId xmlns:a16="http://schemas.microsoft.com/office/drawing/2014/main"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a16:creationId xmlns:a16="http://schemas.microsoft.com/office/drawing/2014/main"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a16:creationId xmlns:a16="http://schemas.microsoft.com/office/drawing/2014/main"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a16:creationId xmlns:a16="http://schemas.microsoft.com/office/drawing/2014/main"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a16:creationId xmlns:a16="http://schemas.microsoft.com/office/drawing/2014/main"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a16:creationId xmlns:a16="http://schemas.microsoft.com/office/drawing/2014/main"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a16:creationId xmlns:a16="http://schemas.microsoft.com/office/drawing/2014/main"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a16:creationId xmlns:a16="http://schemas.microsoft.com/office/drawing/2014/main"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a16:creationId xmlns:a16="http://schemas.microsoft.com/office/drawing/2014/main"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a16:creationId xmlns:a16="http://schemas.microsoft.com/office/drawing/2014/main"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a16:creationId xmlns:a16="http://schemas.microsoft.com/office/drawing/2014/main"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a16:creationId xmlns:a16="http://schemas.microsoft.com/office/drawing/2014/main"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a16:creationId xmlns:a16="http://schemas.microsoft.com/office/drawing/2014/main"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a16:creationId xmlns:a16="http://schemas.microsoft.com/office/drawing/2014/main"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a16:creationId xmlns:a16="http://schemas.microsoft.com/office/drawing/2014/main"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a16:creationId xmlns:a16="http://schemas.microsoft.com/office/drawing/2014/main"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a16:creationId xmlns:a16="http://schemas.microsoft.com/office/drawing/2014/main"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a16:creationId xmlns:a16="http://schemas.microsoft.com/office/drawing/2014/main"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a16:creationId xmlns:a16="http://schemas.microsoft.com/office/drawing/2014/main"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a16:creationId xmlns:a16="http://schemas.microsoft.com/office/drawing/2014/main"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a16:creationId xmlns:a16="http://schemas.microsoft.com/office/drawing/2014/main"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a16:creationId xmlns:a16="http://schemas.microsoft.com/office/drawing/2014/main"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a16:creationId xmlns:a16="http://schemas.microsoft.com/office/drawing/2014/main"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a16:creationId xmlns:a16="http://schemas.microsoft.com/office/drawing/2014/main"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a16:creationId xmlns:a16="http://schemas.microsoft.com/office/drawing/2014/main"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a16:creationId xmlns:a16="http://schemas.microsoft.com/office/drawing/2014/main"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a16:creationId xmlns:a16="http://schemas.microsoft.com/office/drawing/2014/main"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a16:creationId xmlns:a16="http://schemas.microsoft.com/office/drawing/2014/main"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a16:creationId xmlns:a16="http://schemas.microsoft.com/office/drawing/2014/main"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a16:creationId xmlns:a16="http://schemas.microsoft.com/office/drawing/2014/main"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a16:creationId xmlns:a16="http://schemas.microsoft.com/office/drawing/2014/main"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a16:creationId xmlns:a16="http://schemas.microsoft.com/office/drawing/2014/main"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a16:creationId xmlns:a16="http://schemas.microsoft.com/office/drawing/2014/main"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a16:creationId xmlns:a16="http://schemas.microsoft.com/office/drawing/2014/main"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a16:creationId xmlns:a16="http://schemas.microsoft.com/office/drawing/2014/main"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a16:creationId xmlns:a16="http://schemas.microsoft.com/office/drawing/2014/main"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a16:creationId xmlns:a16="http://schemas.microsoft.com/office/drawing/2014/main"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a16:creationId xmlns:a16="http://schemas.microsoft.com/office/drawing/2014/main"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a16:creationId xmlns:a16="http://schemas.microsoft.com/office/drawing/2014/main"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a16:creationId xmlns:a16="http://schemas.microsoft.com/office/drawing/2014/main"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a16:creationId xmlns:a16="http://schemas.microsoft.com/office/drawing/2014/main"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a16:creationId xmlns:a16="http://schemas.microsoft.com/office/drawing/2014/main"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a16:creationId xmlns:a16="http://schemas.microsoft.com/office/drawing/2014/main"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a16:creationId xmlns:a16="http://schemas.microsoft.com/office/drawing/2014/main"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a16:creationId xmlns:a16="http://schemas.microsoft.com/office/drawing/2014/main"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a16:creationId xmlns:a16="http://schemas.microsoft.com/office/drawing/2014/main"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a16:creationId xmlns:a16="http://schemas.microsoft.com/office/drawing/2014/main"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a16:creationId xmlns:a16="http://schemas.microsoft.com/office/drawing/2014/main"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a16:creationId xmlns:a16="http://schemas.microsoft.com/office/drawing/2014/main"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a16:creationId xmlns:a16="http://schemas.microsoft.com/office/drawing/2014/main"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a16:creationId xmlns:a16="http://schemas.microsoft.com/office/drawing/2014/main"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a16:creationId xmlns:a16="http://schemas.microsoft.com/office/drawing/2014/main"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a16:creationId xmlns:a16="http://schemas.microsoft.com/office/drawing/2014/main"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a16:creationId xmlns:a16="http://schemas.microsoft.com/office/drawing/2014/main"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a16:creationId xmlns:a16="http://schemas.microsoft.com/office/drawing/2014/main"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a16:creationId xmlns:a16="http://schemas.microsoft.com/office/drawing/2014/main"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a16:creationId xmlns:a16="http://schemas.microsoft.com/office/drawing/2014/main"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a16:creationId xmlns:a16="http://schemas.microsoft.com/office/drawing/2014/main"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a16:creationId xmlns:a16="http://schemas.microsoft.com/office/drawing/2014/main"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a16:creationId xmlns:a16="http://schemas.microsoft.com/office/drawing/2014/main"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a16:creationId xmlns:a16="http://schemas.microsoft.com/office/drawing/2014/main"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a16:creationId xmlns:a16="http://schemas.microsoft.com/office/drawing/2014/main"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a16:creationId xmlns:a16="http://schemas.microsoft.com/office/drawing/2014/main"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a16:creationId xmlns:a16="http://schemas.microsoft.com/office/drawing/2014/main"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a16:creationId xmlns:a16="http://schemas.microsoft.com/office/drawing/2014/main"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a16:creationId xmlns:a16="http://schemas.microsoft.com/office/drawing/2014/main"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a16:creationId xmlns:a16="http://schemas.microsoft.com/office/drawing/2014/main"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a16:creationId xmlns:a16="http://schemas.microsoft.com/office/drawing/2014/main"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a16:creationId xmlns:a16="http://schemas.microsoft.com/office/drawing/2014/main"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a16:creationId xmlns:a16="http://schemas.microsoft.com/office/drawing/2014/main"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a16:creationId xmlns:a16="http://schemas.microsoft.com/office/drawing/2014/main"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a16:creationId xmlns:a16="http://schemas.microsoft.com/office/drawing/2014/main"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a16:creationId xmlns:a16="http://schemas.microsoft.com/office/drawing/2014/main"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a16:creationId xmlns:a16="http://schemas.microsoft.com/office/drawing/2014/main"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a16:creationId xmlns:a16="http://schemas.microsoft.com/office/drawing/2014/main"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a16:creationId xmlns:a16="http://schemas.microsoft.com/office/drawing/2014/main"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a16:creationId xmlns:a16="http://schemas.microsoft.com/office/drawing/2014/main"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a16:creationId xmlns:a16="http://schemas.microsoft.com/office/drawing/2014/main"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a16:creationId xmlns:a16="http://schemas.microsoft.com/office/drawing/2014/main"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a16:creationId xmlns:a16="http://schemas.microsoft.com/office/drawing/2014/main"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a16:creationId xmlns:a16="http://schemas.microsoft.com/office/drawing/2014/main"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a16:creationId xmlns:a16="http://schemas.microsoft.com/office/drawing/2014/main"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a16:creationId xmlns:a16="http://schemas.microsoft.com/office/drawing/2014/main"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a16:creationId xmlns:a16="http://schemas.microsoft.com/office/drawing/2014/main"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a16:creationId xmlns:a16="http://schemas.microsoft.com/office/drawing/2014/main"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a16:creationId xmlns:a16="http://schemas.microsoft.com/office/drawing/2014/main"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a16:creationId xmlns:a16="http://schemas.microsoft.com/office/drawing/2014/main"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a16:creationId xmlns:a16="http://schemas.microsoft.com/office/drawing/2014/main"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a16:creationId xmlns:a16="http://schemas.microsoft.com/office/drawing/2014/main"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a16:creationId xmlns:a16="http://schemas.microsoft.com/office/drawing/2014/main"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a16:creationId xmlns:a16="http://schemas.microsoft.com/office/drawing/2014/main"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a16:creationId xmlns:a16="http://schemas.microsoft.com/office/drawing/2014/main"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a16:creationId xmlns:a16="http://schemas.microsoft.com/office/drawing/2014/main"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a16:creationId xmlns:a16="http://schemas.microsoft.com/office/drawing/2014/main"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a16:creationId xmlns:a16="http://schemas.microsoft.com/office/drawing/2014/main"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a16:creationId xmlns:a16="http://schemas.microsoft.com/office/drawing/2014/main"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a16:creationId xmlns:a16="http://schemas.microsoft.com/office/drawing/2014/main"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a16:creationId xmlns:a16="http://schemas.microsoft.com/office/drawing/2014/main"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a16:creationId xmlns:a16="http://schemas.microsoft.com/office/drawing/2014/main"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a16:creationId xmlns:a16="http://schemas.microsoft.com/office/drawing/2014/main"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a16:creationId xmlns:a16="http://schemas.microsoft.com/office/drawing/2014/main"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a16:creationId xmlns:a16="http://schemas.microsoft.com/office/drawing/2014/main"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a16:creationId xmlns:a16="http://schemas.microsoft.com/office/drawing/2014/main"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a16:creationId xmlns:a16="http://schemas.microsoft.com/office/drawing/2014/main"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a16:creationId xmlns:a16="http://schemas.microsoft.com/office/drawing/2014/main"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a16:creationId xmlns:a16="http://schemas.microsoft.com/office/drawing/2014/main"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a16:creationId xmlns:a16="http://schemas.microsoft.com/office/drawing/2014/main"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a16:creationId xmlns:a16="http://schemas.microsoft.com/office/drawing/2014/main"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a16:creationId xmlns:a16="http://schemas.microsoft.com/office/drawing/2014/main"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a16:creationId xmlns:a16="http://schemas.microsoft.com/office/drawing/2014/main"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a16:creationId xmlns:a16="http://schemas.microsoft.com/office/drawing/2014/main"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a16:creationId xmlns:a16="http://schemas.microsoft.com/office/drawing/2014/main"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a16:creationId xmlns:a16="http://schemas.microsoft.com/office/drawing/2014/main"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a16:creationId xmlns:a16="http://schemas.microsoft.com/office/drawing/2014/main"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a16:creationId xmlns:a16="http://schemas.microsoft.com/office/drawing/2014/main"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a16:creationId xmlns:a16="http://schemas.microsoft.com/office/drawing/2014/main"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a16:creationId xmlns:a16="http://schemas.microsoft.com/office/drawing/2014/main"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a16:creationId xmlns:a16="http://schemas.microsoft.com/office/drawing/2014/main"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a16:creationId xmlns:a16="http://schemas.microsoft.com/office/drawing/2014/main"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a16:creationId xmlns:a16="http://schemas.microsoft.com/office/drawing/2014/main"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a16:creationId xmlns:a16="http://schemas.microsoft.com/office/drawing/2014/main"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a16:creationId xmlns:a16="http://schemas.microsoft.com/office/drawing/2014/main"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a16:creationId xmlns:a16="http://schemas.microsoft.com/office/drawing/2014/main"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a16:creationId xmlns:a16="http://schemas.microsoft.com/office/drawing/2014/main"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a16:creationId xmlns:a16="http://schemas.microsoft.com/office/drawing/2014/main"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a16:creationId xmlns:a16="http://schemas.microsoft.com/office/drawing/2014/main"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a16:creationId xmlns:a16="http://schemas.microsoft.com/office/drawing/2014/main"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a16:creationId xmlns:a16="http://schemas.microsoft.com/office/drawing/2014/main"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a16:creationId xmlns:a16="http://schemas.microsoft.com/office/drawing/2014/main"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a16:creationId xmlns:a16="http://schemas.microsoft.com/office/drawing/2014/main"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a16:creationId xmlns:a16="http://schemas.microsoft.com/office/drawing/2014/main"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a16:creationId xmlns:a16="http://schemas.microsoft.com/office/drawing/2014/main"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a16:creationId xmlns:a16="http://schemas.microsoft.com/office/drawing/2014/main"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a16:creationId xmlns:a16="http://schemas.microsoft.com/office/drawing/2014/main"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a16:creationId xmlns:a16="http://schemas.microsoft.com/office/drawing/2014/main"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2766378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a16:creationId xmlns:a16="http://schemas.microsoft.com/office/drawing/2014/main"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a16:creationId xmlns:a16="http://schemas.microsoft.com/office/drawing/2014/main"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a16:creationId xmlns:a16="http://schemas.microsoft.com/office/drawing/2014/main"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a16:creationId xmlns:a16="http://schemas.microsoft.com/office/drawing/2014/main"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a16:creationId xmlns:a16="http://schemas.microsoft.com/office/drawing/2014/main"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a16:creationId xmlns:a16="http://schemas.microsoft.com/office/drawing/2014/main"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a16:creationId xmlns:a16="http://schemas.microsoft.com/office/drawing/2014/main"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a16:creationId xmlns:a16="http://schemas.microsoft.com/office/drawing/2014/main"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a16:creationId xmlns:a16="http://schemas.microsoft.com/office/drawing/2014/main"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a16:creationId xmlns:a16="http://schemas.microsoft.com/office/drawing/2014/main"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a16:creationId xmlns:a16="http://schemas.microsoft.com/office/drawing/2014/main"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a16:creationId xmlns:a16="http://schemas.microsoft.com/office/drawing/2014/main"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a16:creationId xmlns:a16="http://schemas.microsoft.com/office/drawing/2014/main"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a16:creationId xmlns:a16="http://schemas.microsoft.com/office/drawing/2014/main"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a16:creationId xmlns:a16="http://schemas.microsoft.com/office/drawing/2014/main"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a16:creationId xmlns:a16="http://schemas.microsoft.com/office/drawing/2014/main"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a16:creationId xmlns:a16="http://schemas.microsoft.com/office/drawing/2014/main"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a16:creationId xmlns:a16="http://schemas.microsoft.com/office/drawing/2014/main"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a16:creationId xmlns:a16="http://schemas.microsoft.com/office/drawing/2014/main"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a16:creationId xmlns:a16="http://schemas.microsoft.com/office/drawing/2014/main"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a16:creationId xmlns:a16="http://schemas.microsoft.com/office/drawing/2014/main"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a16:creationId xmlns:a16="http://schemas.microsoft.com/office/drawing/2014/main"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a16:creationId xmlns:a16="http://schemas.microsoft.com/office/drawing/2014/main"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a16:creationId xmlns:a16="http://schemas.microsoft.com/office/drawing/2014/main"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a16:creationId xmlns:a16="http://schemas.microsoft.com/office/drawing/2014/main"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a16:creationId xmlns:a16="http://schemas.microsoft.com/office/drawing/2014/main"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a16:creationId xmlns:a16="http://schemas.microsoft.com/office/drawing/2014/main"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a16:creationId xmlns:a16="http://schemas.microsoft.com/office/drawing/2014/main"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a16:creationId xmlns:a16="http://schemas.microsoft.com/office/drawing/2014/main"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a16:creationId xmlns:a16="http://schemas.microsoft.com/office/drawing/2014/main"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a16:creationId xmlns:a16="http://schemas.microsoft.com/office/drawing/2014/main"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a16:creationId xmlns:a16="http://schemas.microsoft.com/office/drawing/2014/main"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16776759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a16:creationId xmlns:a16="http://schemas.microsoft.com/office/drawing/2014/main"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a16:creationId xmlns:a16="http://schemas.microsoft.com/office/drawing/2014/main"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a16:creationId xmlns:a16="http://schemas.microsoft.com/office/drawing/2014/main"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a16:creationId xmlns:a16="http://schemas.microsoft.com/office/drawing/2014/main"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a16:creationId xmlns:a16="http://schemas.microsoft.com/office/drawing/2014/main"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a16:creationId xmlns:a16="http://schemas.microsoft.com/office/drawing/2014/main"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a16:creationId xmlns:a16="http://schemas.microsoft.com/office/drawing/2014/main"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a16:creationId xmlns:a16="http://schemas.microsoft.com/office/drawing/2014/main"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a16:creationId xmlns:a16="http://schemas.microsoft.com/office/drawing/2014/main"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a16:creationId xmlns:a16="http://schemas.microsoft.com/office/drawing/2014/main"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a16:creationId xmlns:a16="http://schemas.microsoft.com/office/drawing/2014/main"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a16:creationId xmlns:a16="http://schemas.microsoft.com/office/drawing/2014/main"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a16:creationId xmlns:a16="http://schemas.microsoft.com/office/drawing/2014/main"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a16:creationId xmlns:a16="http://schemas.microsoft.com/office/drawing/2014/main"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59097662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a16:creationId xmlns:a16="http://schemas.microsoft.com/office/drawing/2014/main"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a16:creationId xmlns:a16="http://schemas.microsoft.com/office/drawing/2014/main"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a16:creationId xmlns:a16="http://schemas.microsoft.com/office/drawing/2014/main"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a16:creationId xmlns:a16="http://schemas.microsoft.com/office/drawing/2014/main"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a16:creationId xmlns:a16="http://schemas.microsoft.com/office/drawing/2014/main"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a16:creationId xmlns:a16="http://schemas.microsoft.com/office/drawing/2014/main"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a16:creationId xmlns:a16="http://schemas.microsoft.com/office/drawing/2014/main"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a16:creationId xmlns:a16="http://schemas.microsoft.com/office/drawing/2014/main"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a16:creationId xmlns:a16="http://schemas.microsoft.com/office/drawing/2014/main"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a16:creationId xmlns:a16="http://schemas.microsoft.com/office/drawing/2014/main"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a16:creationId xmlns:a16="http://schemas.microsoft.com/office/drawing/2014/main"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a16:creationId xmlns:a16="http://schemas.microsoft.com/office/drawing/2014/main"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a16:creationId xmlns:a16="http://schemas.microsoft.com/office/drawing/2014/main"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a16:creationId xmlns:a16="http://schemas.microsoft.com/office/drawing/2014/main"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a16:creationId xmlns:a16="http://schemas.microsoft.com/office/drawing/2014/main"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a16:creationId xmlns:a16="http://schemas.microsoft.com/office/drawing/2014/main"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a16:creationId xmlns:a16="http://schemas.microsoft.com/office/drawing/2014/main"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a16:creationId xmlns:a16="http://schemas.microsoft.com/office/drawing/2014/main"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a16:creationId xmlns:a16="http://schemas.microsoft.com/office/drawing/2014/main"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a16:creationId xmlns:a16="http://schemas.microsoft.com/office/drawing/2014/main"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a16:creationId xmlns:a16="http://schemas.microsoft.com/office/drawing/2014/main"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a16:creationId xmlns:a16="http://schemas.microsoft.com/office/drawing/2014/main"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a16:creationId xmlns:a16="http://schemas.microsoft.com/office/drawing/2014/main"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a16:creationId xmlns:a16="http://schemas.microsoft.com/office/drawing/2014/main"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a16:creationId xmlns:a16="http://schemas.microsoft.com/office/drawing/2014/main"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a16:creationId xmlns:a16="http://schemas.microsoft.com/office/drawing/2014/main"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a16:creationId xmlns:a16="http://schemas.microsoft.com/office/drawing/2014/main"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a16:creationId xmlns:a16="http://schemas.microsoft.com/office/drawing/2014/main"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a16:creationId xmlns:a16="http://schemas.microsoft.com/office/drawing/2014/main"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a16:creationId xmlns:a16="http://schemas.microsoft.com/office/drawing/2014/main"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a16:creationId xmlns:a16="http://schemas.microsoft.com/office/drawing/2014/main"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a16:creationId xmlns:a16="http://schemas.microsoft.com/office/drawing/2014/main"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a16:creationId xmlns:a16="http://schemas.microsoft.com/office/drawing/2014/main"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a16:creationId xmlns:a16="http://schemas.microsoft.com/office/drawing/2014/main"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a16:creationId xmlns:a16="http://schemas.microsoft.com/office/drawing/2014/main"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a16:creationId xmlns:a16="http://schemas.microsoft.com/office/drawing/2014/main"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a16:creationId xmlns:a16="http://schemas.microsoft.com/office/drawing/2014/main"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a16:creationId xmlns:a16="http://schemas.microsoft.com/office/drawing/2014/main"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a16:creationId xmlns:a16="http://schemas.microsoft.com/office/drawing/2014/main"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a16:creationId xmlns:a16="http://schemas.microsoft.com/office/drawing/2014/main"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a16:creationId xmlns:a16="http://schemas.microsoft.com/office/drawing/2014/main"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a16:creationId xmlns:a16="http://schemas.microsoft.com/office/drawing/2014/main"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a16:creationId xmlns:a16="http://schemas.microsoft.com/office/drawing/2014/main"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a16:creationId xmlns:a16="http://schemas.microsoft.com/office/drawing/2014/main"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a16:creationId xmlns:a16="http://schemas.microsoft.com/office/drawing/2014/main"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a16:creationId xmlns:a16="http://schemas.microsoft.com/office/drawing/2014/main"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a16:creationId xmlns:a16="http://schemas.microsoft.com/office/drawing/2014/main"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a16:creationId xmlns:a16="http://schemas.microsoft.com/office/drawing/2014/main"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a16:creationId xmlns:a16="http://schemas.microsoft.com/office/drawing/2014/main"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a16:creationId xmlns:a16="http://schemas.microsoft.com/office/drawing/2014/main"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a16:creationId xmlns:a16="http://schemas.microsoft.com/office/drawing/2014/main"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a16:creationId xmlns:a16="http://schemas.microsoft.com/office/drawing/2014/main"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a16:creationId xmlns:a16="http://schemas.microsoft.com/office/drawing/2014/main"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a16:creationId xmlns:a16="http://schemas.microsoft.com/office/drawing/2014/main"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a16:creationId xmlns:a16="http://schemas.microsoft.com/office/drawing/2014/main"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a16:creationId xmlns:a16="http://schemas.microsoft.com/office/drawing/2014/main"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a16:creationId xmlns:a16="http://schemas.microsoft.com/office/drawing/2014/main"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a16:creationId xmlns:a16="http://schemas.microsoft.com/office/drawing/2014/main"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a16:creationId xmlns:a16="http://schemas.microsoft.com/office/drawing/2014/main"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a16:creationId xmlns:a16="http://schemas.microsoft.com/office/drawing/2014/main"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a16:creationId xmlns:a16="http://schemas.microsoft.com/office/drawing/2014/main"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a16:creationId xmlns:a16="http://schemas.microsoft.com/office/drawing/2014/main"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a16:creationId xmlns:a16="http://schemas.microsoft.com/office/drawing/2014/main"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a16:creationId xmlns:a16="http://schemas.microsoft.com/office/drawing/2014/main"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a16:creationId xmlns:a16="http://schemas.microsoft.com/office/drawing/2014/main"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a16:creationId xmlns:a16="http://schemas.microsoft.com/office/drawing/2014/main"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a16:creationId xmlns:a16="http://schemas.microsoft.com/office/drawing/2014/main"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a16:creationId xmlns:a16="http://schemas.microsoft.com/office/drawing/2014/main"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a16:creationId xmlns:a16="http://schemas.microsoft.com/office/drawing/2014/main"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a16:creationId xmlns:a16="http://schemas.microsoft.com/office/drawing/2014/main"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a16:creationId xmlns:a16="http://schemas.microsoft.com/office/drawing/2014/main"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a16:creationId xmlns:a16="http://schemas.microsoft.com/office/drawing/2014/main"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a16:creationId xmlns:a16="http://schemas.microsoft.com/office/drawing/2014/main"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a16:creationId xmlns:a16="http://schemas.microsoft.com/office/drawing/2014/main"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28732531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a16:creationId xmlns:a16="http://schemas.microsoft.com/office/drawing/2014/main"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a16:creationId xmlns:a16="http://schemas.microsoft.com/office/drawing/2014/main"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a16:creationId xmlns:a16="http://schemas.microsoft.com/office/drawing/2014/main"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a16:creationId xmlns:a16="http://schemas.microsoft.com/office/drawing/2014/main"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a16:creationId xmlns:a16="http://schemas.microsoft.com/office/drawing/2014/main"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a16:creationId xmlns:a16="http://schemas.microsoft.com/office/drawing/2014/main"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a16:creationId xmlns:a16="http://schemas.microsoft.com/office/drawing/2014/main"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a16:creationId xmlns:a16="http://schemas.microsoft.com/office/drawing/2014/main"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a16:creationId xmlns:a16="http://schemas.microsoft.com/office/drawing/2014/main"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a16:creationId xmlns:a16="http://schemas.microsoft.com/office/drawing/2014/main"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a16:creationId xmlns:a16="http://schemas.microsoft.com/office/drawing/2014/main"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a16:creationId xmlns:a16="http://schemas.microsoft.com/office/drawing/2014/main"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a16:creationId xmlns:a16="http://schemas.microsoft.com/office/drawing/2014/main"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a16:creationId xmlns:a16="http://schemas.microsoft.com/office/drawing/2014/main"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a16:creationId xmlns:a16="http://schemas.microsoft.com/office/drawing/2014/main"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a16:creationId xmlns:a16="http://schemas.microsoft.com/office/drawing/2014/main"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a16:creationId xmlns:a16="http://schemas.microsoft.com/office/drawing/2014/main"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a16:creationId xmlns:a16="http://schemas.microsoft.com/office/drawing/2014/main"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a16:creationId xmlns:a16="http://schemas.microsoft.com/office/drawing/2014/main"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033038250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a16:creationId xmlns:a16="http://schemas.microsoft.com/office/drawing/2014/main"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a16:creationId xmlns:a16="http://schemas.microsoft.com/office/drawing/2014/main"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a16:creationId xmlns:a16="http://schemas.microsoft.com/office/drawing/2014/main"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a16:creationId xmlns:a16="http://schemas.microsoft.com/office/drawing/2014/main"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a16:creationId xmlns:a16="http://schemas.microsoft.com/office/drawing/2014/main"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a16:creationId xmlns:a16="http://schemas.microsoft.com/office/drawing/2014/main"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a16:creationId xmlns:a16="http://schemas.microsoft.com/office/drawing/2014/main"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a16:creationId xmlns:a16="http://schemas.microsoft.com/office/drawing/2014/main"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a16:creationId xmlns:a16="http://schemas.microsoft.com/office/drawing/2014/main"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a16:creationId xmlns:a16="http://schemas.microsoft.com/office/drawing/2014/main"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a16:creationId xmlns:a16="http://schemas.microsoft.com/office/drawing/2014/main"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a16:creationId xmlns:a16="http://schemas.microsoft.com/office/drawing/2014/main"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a16:creationId xmlns:a16="http://schemas.microsoft.com/office/drawing/2014/main"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a16:creationId xmlns:a16="http://schemas.microsoft.com/office/drawing/2014/main"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a16:creationId xmlns:a16="http://schemas.microsoft.com/office/drawing/2014/main"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a16:creationId xmlns:a16="http://schemas.microsoft.com/office/drawing/2014/main"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a16:creationId xmlns:a16="http://schemas.microsoft.com/office/drawing/2014/main"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a16:creationId xmlns:a16="http://schemas.microsoft.com/office/drawing/2014/main"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a16:creationId xmlns:a16="http://schemas.microsoft.com/office/drawing/2014/main"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a16:creationId xmlns:a16="http://schemas.microsoft.com/office/drawing/2014/main"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a16:creationId xmlns:a16="http://schemas.microsoft.com/office/drawing/2014/main"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a16:creationId xmlns:a16="http://schemas.microsoft.com/office/drawing/2014/main"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a16:creationId xmlns:a16="http://schemas.microsoft.com/office/drawing/2014/main"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a16:creationId xmlns:a16="http://schemas.microsoft.com/office/drawing/2014/main"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a16:creationId xmlns:a16="http://schemas.microsoft.com/office/drawing/2014/main"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a16:creationId xmlns:a16="http://schemas.microsoft.com/office/drawing/2014/main"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a16:creationId xmlns:a16="http://schemas.microsoft.com/office/drawing/2014/main"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a16:creationId xmlns:a16="http://schemas.microsoft.com/office/drawing/2014/main"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a16:creationId xmlns:a16="http://schemas.microsoft.com/office/drawing/2014/main"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a16:creationId xmlns:a16="http://schemas.microsoft.com/office/drawing/2014/main"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a16:creationId xmlns:a16="http://schemas.microsoft.com/office/drawing/2014/main"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a16:creationId xmlns:a16="http://schemas.microsoft.com/office/drawing/2014/main"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a16:creationId xmlns:a16="http://schemas.microsoft.com/office/drawing/2014/main"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a16:creationId xmlns:a16="http://schemas.microsoft.com/office/drawing/2014/main"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a16:creationId xmlns:a16="http://schemas.microsoft.com/office/drawing/2014/main"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a16:creationId xmlns:a16="http://schemas.microsoft.com/office/drawing/2014/main"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a16:creationId xmlns:a16="http://schemas.microsoft.com/office/drawing/2014/main"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a16:creationId xmlns:a16="http://schemas.microsoft.com/office/drawing/2014/main"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a16:creationId xmlns:a16="http://schemas.microsoft.com/office/drawing/2014/main"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a16:creationId xmlns:a16="http://schemas.microsoft.com/office/drawing/2014/main"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a16:creationId xmlns:a16="http://schemas.microsoft.com/office/drawing/2014/main"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a16:creationId xmlns:a16="http://schemas.microsoft.com/office/drawing/2014/main"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a16:creationId xmlns:a16="http://schemas.microsoft.com/office/drawing/2014/main"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a16:creationId xmlns:a16="http://schemas.microsoft.com/office/drawing/2014/main"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a16:creationId xmlns:a16="http://schemas.microsoft.com/office/drawing/2014/main"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a16:creationId xmlns:a16="http://schemas.microsoft.com/office/drawing/2014/main"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a16:creationId xmlns:a16="http://schemas.microsoft.com/office/drawing/2014/main"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a16:creationId xmlns:a16="http://schemas.microsoft.com/office/drawing/2014/main"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a16:creationId xmlns:a16="http://schemas.microsoft.com/office/drawing/2014/main"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a16:creationId xmlns:a16="http://schemas.microsoft.com/office/drawing/2014/main"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a16:creationId xmlns:a16="http://schemas.microsoft.com/office/drawing/2014/main"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a16:creationId xmlns:a16="http://schemas.microsoft.com/office/drawing/2014/main"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a16:creationId xmlns:a16="http://schemas.microsoft.com/office/drawing/2014/main"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a16:creationId xmlns:a16="http://schemas.microsoft.com/office/drawing/2014/main"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a16:creationId xmlns:a16="http://schemas.microsoft.com/office/drawing/2014/main"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a16:creationId xmlns:a16="http://schemas.microsoft.com/office/drawing/2014/main"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a16:creationId xmlns:a16="http://schemas.microsoft.com/office/drawing/2014/main"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a16:creationId xmlns:a16="http://schemas.microsoft.com/office/drawing/2014/main"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a16:creationId xmlns:a16="http://schemas.microsoft.com/office/drawing/2014/main"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a16:creationId xmlns:a16="http://schemas.microsoft.com/office/drawing/2014/main"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a16:creationId xmlns:a16="http://schemas.microsoft.com/office/drawing/2014/main"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a16:creationId xmlns:a16="http://schemas.microsoft.com/office/drawing/2014/main"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a16:creationId xmlns:a16="http://schemas.microsoft.com/office/drawing/2014/main"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a16:creationId xmlns:a16="http://schemas.microsoft.com/office/drawing/2014/main"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a16:creationId xmlns:a16="http://schemas.microsoft.com/office/drawing/2014/main"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a16:creationId xmlns:a16="http://schemas.microsoft.com/office/drawing/2014/main"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a16:creationId xmlns:a16="http://schemas.microsoft.com/office/drawing/2014/main"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a16:creationId xmlns:a16="http://schemas.microsoft.com/office/drawing/2014/main"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a16:creationId xmlns:a16="http://schemas.microsoft.com/office/drawing/2014/main"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a16:creationId xmlns:a16="http://schemas.microsoft.com/office/drawing/2014/main"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a16:creationId xmlns:a16="http://schemas.microsoft.com/office/drawing/2014/main"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a16:creationId xmlns:a16="http://schemas.microsoft.com/office/drawing/2014/main"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2253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a16:creationId xmlns:a16="http://schemas.microsoft.com/office/drawing/2014/main"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a16:creationId xmlns:a16="http://schemas.microsoft.com/office/drawing/2014/main"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a16:creationId xmlns:a16="http://schemas.microsoft.com/office/drawing/2014/main"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a16:creationId xmlns:a16="http://schemas.microsoft.com/office/drawing/2014/main"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a16:creationId xmlns:a16="http://schemas.microsoft.com/office/drawing/2014/main"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a16:creationId xmlns:a16="http://schemas.microsoft.com/office/drawing/2014/main"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a16:creationId xmlns:a16="http://schemas.microsoft.com/office/drawing/2014/main"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a16:creationId xmlns:a16="http://schemas.microsoft.com/office/drawing/2014/main"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a16:creationId xmlns:a16="http://schemas.microsoft.com/office/drawing/2014/main"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a16:creationId xmlns:a16="http://schemas.microsoft.com/office/drawing/2014/main"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a16:creationId xmlns:a16="http://schemas.microsoft.com/office/drawing/2014/main"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a16:creationId xmlns:a16="http://schemas.microsoft.com/office/drawing/2014/main"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a16:creationId xmlns:a16="http://schemas.microsoft.com/office/drawing/2014/main"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a16:creationId xmlns:a16="http://schemas.microsoft.com/office/drawing/2014/main"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a16:creationId xmlns:a16="http://schemas.microsoft.com/office/drawing/2014/main"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a16:creationId xmlns:a16="http://schemas.microsoft.com/office/drawing/2014/main"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a16:creationId xmlns:a16="http://schemas.microsoft.com/office/drawing/2014/main"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a16:creationId xmlns:a16="http://schemas.microsoft.com/office/drawing/2014/main"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a16:creationId xmlns:a16="http://schemas.microsoft.com/office/drawing/2014/main"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a16:creationId xmlns:a16="http://schemas.microsoft.com/office/drawing/2014/main"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a16:creationId xmlns:a16="http://schemas.microsoft.com/office/drawing/2014/main"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a16:creationId xmlns:a16="http://schemas.microsoft.com/office/drawing/2014/main"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a16:creationId xmlns:a16="http://schemas.microsoft.com/office/drawing/2014/main"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a16:creationId xmlns:a16="http://schemas.microsoft.com/office/drawing/2014/main"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a16:creationId xmlns:a16="http://schemas.microsoft.com/office/drawing/2014/main"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a16:creationId xmlns:a16="http://schemas.microsoft.com/office/drawing/2014/main"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a16:creationId xmlns:a16="http://schemas.microsoft.com/office/drawing/2014/main"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a16:creationId xmlns:a16="http://schemas.microsoft.com/office/drawing/2014/main"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a16:creationId xmlns:a16="http://schemas.microsoft.com/office/drawing/2014/main"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a16:creationId xmlns:a16="http://schemas.microsoft.com/office/drawing/2014/main"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a16:creationId xmlns:a16="http://schemas.microsoft.com/office/drawing/2014/main"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a16:creationId xmlns:a16="http://schemas.microsoft.com/office/drawing/2014/main"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a16:creationId xmlns:a16="http://schemas.microsoft.com/office/drawing/2014/main"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a16:creationId xmlns:a16="http://schemas.microsoft.com/office/drawing/2014/main"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a16:creationId xmlns:a16="http://schemas.microsoft.com/office/drawing/2014/main"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a16:creationId xmlns:a16="http://schemas.microsoft.com/office/drawing/2014/main"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a16:creationId xmlns:a16="http://schemas.microsoft.com/office/drawing/2014/main"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a16:creationId xmlns:a16="http://schemas.microsoft.com/office/drawing/2014/main"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a16:creationId xmlns:a16="http://schemas.microsoft.com/office/drawing/2014/main"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a16:creationId xmlns:a16="http://schemas.microsoft.com/office/drawing/2014/main"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a16:creationId xmlns:a16="http://schemas.microsoft.com/office/drawing/2014/main"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a16:creationId xmlns:a16="http://schemas.microsoft.com/office/drawing/2014/main"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a16:creationId xmlns:a16="http://schemas.microsoft.com/office/drawing/2014/main"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a16:creationId xmlns:a16="http://schemas.microsoft.com/office/drawing/2014/main"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a16:creationId xmlns:a16="http://schemas.microsoft.com/office/drawing/2014/main"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a16:creationId xmlns:a16="http://schemas.microsoft.com/office/drawing/2014/main"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a16:creationId xmlns:a16="http://schemas.microsoft.com/office/drawing/2014/main"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a16:creationId xmlns:a16="http://schemas.microsoft.com/office/drawing/2014/main"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a16:creationId xmlns:a16="http://schemas.microsoft.com/office/drawing/2014/main"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a16:creationId xmlns:a16="http://schemas.microsoft.com/office/drawing/2014/main"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a16:creationId xmlns:a16="http://schemas.microsoft.com/office/drawing/2014/main"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a16:creationId xmlns:a16="http://schemas.microsoft.com/office/drawing/2014/main"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a16:creationId xmlns:a16="http://schemas.microsoft.com/office/drawing/2014/main"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a16:creationId xmlns:a16="http://schemas.microsoft.com/office/drawing/2014/main"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a16:creationId xmlns:a16="http://schemas.microsoft.com/office/drawing/2014/main"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a16:creationId xmlns:a16="http://schemas.microsoft.com/office/drawing/2014/main"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a16:creationId xmlns:a16="http://schemas.microsoft.com/office/drawing/2014/main"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a16:creationId xmlns:a16="http://schemas.microsoft.com/office/drawing/2014/main"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a16:creationId xmlns:a16="http://schemas.microsoft.com/office/drawing/2014/main"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a16:creationId xmlns:a16="http://schemas.microsoft.com/office/drawing/2014/main"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a16:creationId xmlns:a16="http://schemas.microsoft.com/office/drawing/2014/main"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a16:creationId xmlns:a16="http://schemas.microsoft.com/office/drawing/2014/main"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a16:creationId xmlns:a16="http://schemas.microsoft.com/office/drawing/2014/main"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a16:creationId xmlns:a16="http://schemas.microsoft.com/office/drawing/2014/main"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a16:creationId xmlns:a16="http://schemas.microsoft.com/office/drawing/2014/main"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a16:creationId xmlns:a16="http://schemas.microsoft.com/office/drawing/2014/main"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a16:creationId xmlns:a16="http://schemas.microsoft.com/office/drawing/2014/main"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a16:creationId xmlns:a16="http://schemas.microsoft.com/office/drawing/2014/main"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a16:creationId xmlns:a16="http://schemas.microsoft.com/office/drawing/2014/main"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a16:creationId xmlns:a16="http://schemas.microsoft.com/office/drawing/2014/main"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a16:creationId xmlns:a16="http://schemas.microsoft.com/office/drawing/2014/main"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a16:creationId xmlns:a16="http://schemas.microsoft.com/office/drawing/2014/main"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a16:creationId xmlns:a16="http://schemas.microsoft.com/office/drawing/2014/main"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a16:creationId xmlns:a16="http://schemas.microsoft.com/office/drawing/2014/main"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a16:creationId xmlns:a16="http://schemas.microsoft.com/office/drawing/2014/main"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a16:creationId xmlns:a16="http://schemas.microsoft.com/office/drawing/2014/main"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a16:creationId xmlns:a16="http://schemas.microsoft.com/office/drawing/2014/main"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a16:creationId xmlns:a16="http://schemas.microsoft.com/office/drawing/2014/main"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a16:creationId xmlns:a16="http://schemas.microsoft.com/office/drawing/2014/main"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a16:creationId xmlns:a16="http://schemas.microsoft.com/office/drawing/2014/main"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a16:creationId xmlns:a16="http://schemas.microsoft.com/office/drawing/2014/main"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a16:creationId xmlns:a16="http://schemas.microsoft.com/office/drawing/2014/main"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a16:creationId xmlns:a16="http://schemas.microsoft.com/office/drawing/2014/main"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a16:creationId xmlns:a16="http://schemas.microsoft.com/office/drawing/2014/main"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a16:creationId xmlns:a16="http://schemas.microsoft.com/office/drawing/2014/main"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a16:creationId xmlns:a16="http://schemas.microsoft.com/office/drawing/2014/main"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a16:creationId xmlns:a16="http://schemas.microsoft.com/office/drawing/2014/main"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a16:creationId xmlns:a16="http://schemas.microsoft.com/office/drawing/2014/main"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a16:creationId xmlns:a16="http://schemas.microsoft.com/office/drawing/2014/main"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a16:creationId xmlns:a16="http://schemas.microsoft.com/office/drawing/2014/main"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a16:creationId xmlns:a16="http://schemas.microsoft.com/office/drawing/2014/main"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a16:creationId xmlns:a16="http://schemas.microsoft.com/office/drawing/2014/main"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a16:creationId xmlns:a16="http://schemas.microsoft.com/office/drawing/2014/main"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a16:creationId xmlns:a16="http://schemas.microsoft.com/office/drawing/2014/main"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a16:creationId xmlns:a16="http://schemas.microsoft.com/office/drawing/2014/main"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a16:creationId xmlns:a16="http://schemas.microsoft.com/office/drawing/2014/main"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a16:creationId xmlns:a16="http://schemas.microsoft.com/office/drawing/2014/main"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a16:creationId xmlns:a16="http://schemas.microsoft.com/office/drawing/2014/main"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a16:creationId xmlns:a16="http://schemas.microsoft.com/office/drawing/2014/main"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a16:creationId xmlns:a16="http://schemas.microsoft.com/office/drawing/2014/main"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a16:creationId xmlns:a16="http://schemas.microsoft.com/office/drawing/2014/main"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a16:creationId xmlns:a16="http://schemas.microsoft.com/office/drawing/2014/main"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a16:creationId xmlns:a16="http://schemas.microsoft.com/office/drawing/2014/main"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a16:creationId xmlns:a16="http://schemas.microsoft.com/office/drawing/2014/main"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a16:creationId xmlns:a16="http://schemas.microsoft.com/office/drawing/2014/main"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a16:creationId xmlns:a16="http://schemas.microsoft.com/office/drawing/2014/main"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a16:creationId xmlns:a16="http://schemas.microsoft.com/office/drawing/2014/main"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a16:creationId xmlns:a16="http://schemas.microsoft.com/office/drawing/2014/main"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a16:creationId xmlns:a16="http://schemas.microsoft.com/office/drawing/2014/main"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a16:creationId xmlns:a16="http://schemas.microsoft.com/office/drawing/2014/main"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a16:creationId xmlns:a16="http://schemas.microsoft.com/office/drawing/2014/main"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a16:creationId xmlns:a16="http://schemas.microsoft.com/office/drawing/2014/main"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a16:creationId xmlns:a16="http://schemas.microsoft.com/office/drawing/2014/main"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a16:creationId xmlns:a16="http://schemas.microsoft.com/office/drawing/2014/main"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a16:creationId xmlns:a16="http://schemas.microsoft.com/office/drawing/2014/main"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a16:creationId xmlns:a16="http://schemas.microsoft.com/office/drawing/2014/main"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a16:creationId xmlns:a16="http://schemas.microsoft.com/office/drawing/2014/main"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a16:creationId xmlns:a16="http://schemas.microsoft.com/office/drawing/2014/main"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a16:creationId xmlns:a16="http://schemas.microsoft.com/office/drawing/2014/main"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a16:creationId xmlns:a16="http://schemas.microsoft.com/office/drawing/2014/main"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a16:creationId xmlns:a16="http://schemas.microsoft.com/office/drawing/2014/main"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a16:creationId xmlns:a16="http://schemas.microsoft.com/office/drawing/2014/main"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a16:creationId xmlns:a16="http://schemas.microsoft.com/office/drawing/2014/main"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a16:creationId xmlns:a16="http://schemas.microsoft.com/office/drawing/2014/main"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a16:creationId xmlns:a16="http://schemas.microsoft.com/office/drawing/2014/main"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a16:creationId xmlns:a16="http://schemas.microsoft.com/office/drawing/2014/main"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a16:creationId xmlns:a16="http://schemas.microsoft.com/office/drawing/2014/main"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a16:creationId xmlns:a16="http://schemas.microsoft.com/office/drawing/2014/main"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a16:creationId xmlns:a16="http://schemas.microsoft.com/office/drawing/2014/main"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a16:creationId xmlns:a16="http://schemas.microsoft.com/office/drawing/2014/main"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a16:creationId xmlns:a16="http://schemas.microsoft.com/office/drawing/2014/main"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a16:creationId xmlns:a16="http://schemas.microsoft.com/office/drawing/2014/main"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a16:creationId xmlns:a16="http://schemas.microsoft.com/office/drawing/2014/main"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a16:creationId xmlns:a16="http://schemas.microsoft.com/office/drawing/2014/main"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a16:creationId xmlns:a16="http://schemas.microsoft.com/office/drawing/2014/main"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a16:creationId xmlns:a16="http://schemas.microsoft.com/office/drawing/2014/main"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a16:creationId xmlns:a16="http://schemas.microsoft.com/office/drawing/2014/main"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a16:creationId xmlns:a16="http://schemas.microsoft.com/office/drawing/2014/main"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a16:creationId xmlns:a16="http://schemas.microsoft.com/office/drawing/2014/main"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a16:creationId xmlns:a16="http://schemas.microsoft.com/office/drawing/2014/main"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a16:creationId xmlns:a16="http://schemas.microsoft.com/office/drawing/2014/main"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a16:creationId xmlns:a16="http://schemas.microsoft.com/office/drawing/2014/main"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a16:creationId xmlns:a16="http://schemas.microsoft.com/office/drawing/2014/main"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a16:creationId xmlns:a16="http://schemas.microsoft.com/office/drawing/2014/main"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a16:creationId xmlns:a16="http://schemas.microsoft.com/office/drawing/2014/main"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a16:creationId xmlns:a16="http://schemas.microsoft.com/office/drawing/2014/main"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a16:creationId xmlns:a16="http://schemas.microsoft.com/office/drawing/2014/main"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a16:creationId xmlns:a16="http://schemas.microsoft.com/office/drawing/2014/main"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a16:creationId xmlns:a16="http://schemas.microsoft.com/office/drawing/2014/main"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a16:creationId xmlns:a16="http://schemas.microsoft.com/office/drawing/2014/main"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a16:creationId xmlns:a16="http://schemas.microsoft.com/office/drawing/2014/main"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a16:creationId xmlns:a16="http://schemas.microsoft.com/office/drawing/2014/main"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a16:creationId xmlns:a16="http://schemas.microsoft.com/office/drawing/2014/main"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a16:creationId xmlns:a16="http://schemas.microsoft.com/office/drawing/2014/main"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a16:creationId xmlns:a16="http://schemas.microsoft.com/office/drawing/2014/main"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a16:creationId xmlns:a16="http://schemas.microsoft.com/office/drawing/2014/main"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a16:creationId xmlns:a16="http://schemas.microsoft.com/office/drawing/2014/main"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a16:creationId xmlns:a16="http://schemas.microsoft.com/office/drawing/2014/main"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a16:creationId xmlns:a16="http://schemas.microsoft.com/office/drawing/2014/main"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a16:creationId xmlns:a16="http://schemas.microsoft.com/office/drawing/2014/main"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a16:creationId xmlns:a16="http://schemas.microsoft.com/office/drawing/2014/main"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a16:creationId xmlns:a16="http://schemas.microsoft.com/office/drawing/2014/main"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a16:creationId xmlns:a16="http://schemas.microsoft.com/office/drawing/2014/main"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a16:creationId xmlns:a16="http://schemas.microsoft.com/office/drawing/2014/main"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a16:creationId xmlns:a16="http://schemas.microsoft.com/office/drawing/2014/main"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a16:creationId xmlns:a16="http://schemas.microsoft.com/office/drawing/2014/main"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a16:creationId xmlns:a16="http://schemas.microsoft.com/office/drawing/2014/main"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a16:creationId xmlns:a16="http://schemas.microsoft.com/office/drawing/2014/main"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a16:creationId xmlns:a16="http://schemas.microsoft.com/office/drawing/2014/main"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a16:creationId xmlns:a16="http://schemas.microsoft.com/office/drawing/2014/main"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a16:creationId xmlns:a16="http://schemas.microsoft.com/office/drawing/2014/main"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a16:creationId xmlns:a16="http://schemas.microsoft.com/office/drawing/2014/main"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a16:creationId xmlns:a16="http://schemas.microsoft.com/office/drawing/2014/main"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a16:creationId xmlns:a16="http://schemas.microsoft.com/office/drawing/2014/main"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a16:creationId xmlns:a16="http://schemas.microsoft.com/office/drawing/2014/main"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a16:creationId xmlns:a16="http://schemas.microsoft.com/office/drawing/2014/main"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a16:creationId xmlns:a16="http://schemas.microsoft.com/office/drawing/2014/main"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a16:creationId xmlns:a16="http://schemas.microsoft.com/office/drawing/2014/main"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a16:creationId xmlns:a16="http://schemas.microsoft.com/office/drawing/2014/main"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a16:creationId xmlns:a16="http://schemas.microsoft.com/office/drawing/2014/main"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a16:creationId xmlns:a16="http://schemas.microsoft.com/office/drawing/2014/main"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a16:creationId xmlns:a16="http://schemas.microsoft.com/office/drawing/2014/main"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a16:creationId xmlns:a16="http://schemas.microsoft.com/office/drawing/2014/main"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a16:creationId xmlns:a16="http://schemas.microsoft.com/office/drawing/2014/main"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a16:creationId xmlns:a16="http://schemas.microsoft.com/office/drawing/2014/main"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a16:creationId xmlns:a16="http://schemas.microsoft.com/office/drawing/2014/main"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a16:creationId xmlns:a16="http://schemas.microsoft.com/office/drawing/2014/main"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a16:creationId xmlns:a16="http://schemas.microsoft.com/office/drawing/2014/main"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a16:creationId xmlns:a16="http://schemas.microsoft.com/office/drawing/2014/main"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a16:creationId xmlns:a16="http://schemas.microsoft.com/office/drawing/2014/main"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a16:creationId xmlns:a16="http://schemas.microsoft.com/office/drawing/2014/main"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a16:creationId xmlns:a16="http://schemas.microsoft.com/office/drawing/2014/main"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a16:creationId xmlns:a16="http://schemas.microsoft.com/office/drawing/2014/main"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a16:creationId xmlns:a16="http://schemas.microsoft.com/office/drawing/2014/main"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a16:creationId xmlns:a16="http://schemas.microsoft.com/office/drawing/2014/main"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a16:creationId xmlns:a16="http://schemas.microsoft.com/office/drawing/2014/main"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a16:creationId xmlns:a16="http://schemas.microsoft.com/office/drawing/2014/main"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a16:creationId xmlns:a16="http://schemas.microsoft.com/office/drawing/2014/main"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a16:creationId xmlns:a16="http://schemas.microsoft.com/office/drawing/2014/main"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a16:creationId xmlns:a16="http://schemas.microsoft.com/office/drawing/2014/main"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a16:creationId xmlns:a16="http://schemas.microsoft.com/office/drawing/2014/main"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a16:creationId xmlns:a16="http://schemas.microsoft.com/office/drawing/2014/main"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a16:creationId xmlns:a16="http://schemas.microsoft.com/office/drawing/2014/main"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a16:creationId xmlns:a16="http://schemas.microsoft.com/office/drawing/2014/main"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a16:creationId xmlns:a16="http://schemas.microsoft.com/office/drawing/2014/main"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a16:creationId xmlns:a16="http://schemas.microsoft.com/office/drawing/2014/main"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a16:creationId xmlns:a16="http://schemas.microsoft.com/office/drawing/2014/main"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a16:creationId xmlns:a16="http://schemas.microsoft.com/office/drawing/2014/main"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a16:creationId xmlns:a16="http://schemas.microsoft.com/office/drawing/2014/main"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a16:creationId xmlns:a16="http://schemas.microsoft.com/office/drawing/2014/main"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a16:creationId xmlns:a16="http://schemas.microsoft.com/office/drawing/2014/main"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a16:creationId xmlns:a16="http://schemas.microsoft.com/office/drawing/2014/main"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a16:creationId xmlns:a16="http://schemas.microsoft.com/office/drawing/2014/main"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a16:creationId xmlns:a16="http://schemas.microsoft.com/office/drawing/2014/main"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a16:creationId xmlns:a16="http://schemas.microsoft.com/office/drawing/2014/main"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a16:creationId xmlns:a16="http://schemas.microsoft.com/office/drawing/2014/main"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a16:creationId xmlns:a16="http://schemas.microsoft.com/office/drawing/2014/main"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a16:creationId xmlns:a16="http://schemas.microsoft.com/office/drawing/2014/main"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a16:creationId xmlns:a16="http://schemas.microsoft.com/office/drawing/2014/main"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a16:creationId xmlns:a16="http://schemas.microsoft.com/office/drawing/2014/main"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a16:creationId xmlns:a16="http://schemas.microsoft.com/office/drawing/2014/main"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a16:creationId xmlns:a16="http://schemas.microsoft.com/office/drawing/2014/main"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a16:creationId xmlns:a16="http://schemas.microsoft.com/office/drawing/2014/main"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a16:creationId xmlns:a16="http://schemas.microsoft.com/office/drawing/2014/main"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a16:creationId xmlns:a16="http://schemas.microsoft.com/office/drawing/2014/main"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a16:creationId xmlns:a16="http://schemas.microsoft.com/office/drawing/2014/main"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a16:creationId xmlns:a16="http://schemas.microsoft.com/office/drawing/2014/main"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a16:creationId xmlns:a16="http://schemas.microsoft.com/office/drawing/2014/main"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a16:creationId xmlns:a16="http://schemas.microsoft.com/office/drawing/2014/main"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a16:creationId xmlns:a16="http://schemas.microsoft.com/office/drawing/2014/main"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a16:creationId xmlns:a16="http://schemas.microsoft.com/office/drawing/2014/main"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a16:creationId xmlns:a16="http://schemas.microsoft.com/office/drawing/2014/main"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a16:creationId xmlns:a16="http://schemas.microsoft.com/office/drawing/2014/main"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a16:creationId xmlns:a16="http://schemas.microsoft.com/office/drawing/2014/main"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a16:creationId xmlns:a16="http://schemas.microsoft.com/office/drawing/2014/main"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a16:creationId xmlns:a16="http://schemas.microsoft.com/office/drawing/2014/main"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a16:creationId xmlns:a16="http://schemas.microsoft.com/office/drawing/2014/main"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a16:creationId xmlns:a16="http://schemas.microsoft.com/office/drawing/2014/main"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a16:creationId xmlns:a16="http://schemas.microsoft.com/office/drawing/2014/main"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a16:creationId xmlns:a16="http://schemas.microsoft.com/office/drawing/2014/main"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a16:creationId xmlns:a16="http://schemas.microsoft.com/office/drawing/2014/main"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a16:creationId xmlns:a16="http://schemas.microsoft.com/office/drawing/2014/main"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a16:creationId xmlns:a16="http://schemas.microsoft.com/office/drawing/2014/main"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a16:creationId xmlns:a16="http://schemas.microsoft.com/office/drawing/2014/main"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a16:creationId xmlns:a16="http://schemas.microsoft.com/office/drawing/2014/main"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a16:creationId xmlns:a16="http://schemas.microsoft.com/office/drawing/2014/main"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a16:creationId xmlns:a16="http://schemas.microsoft.com/office/drawing/2014/main"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a16:creationId xmlns:a16="http://schemas.microsoft.com/office/drawing/2014/main"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a16:creationId xmlns:a16="http://schemas.microsoft.com/office/drawing/2014/main"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a16:creationId xmlns:a16="http://schemas.microsoft.com/office/drawing/2014/main"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a16:creationId xmlns:a16="http://schemas.microsoft.com/office/drawing/2014/main"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a16:creationId xmlns:a16="http://schemas.microsoft.com/office/drawing/2014/main"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a16:creationId xmlns:a16="http://schemas.microsoft.com/office/drawing/2014/main"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a16:creationId xmlns:a16="http://schemas.microsoft.com/office/drawing/2014/main"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a16:creationId xmlns:a16="http://schemas.microsoft.com/office/drawing/2014/main"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a16:creationId xmlns:a16="http://schemas.microsoft.com/office/drawing/2014/main"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a16:creationId xmlns:a16="http://schemas.microsoft.com/office/drawing/2014/main"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a16:creationId xmlns:a16="http://schemas.microsoft.com/office/drawing/2014/main"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a16:creationId xmlns:a16="http://schemas.microsoft.com/office/drawing/2014/main"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a16:creationId xmlns:a16="http://schemas.microsoft.com/office/drawing/2014/main"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a16:creationId xmlns:a16="http://schemas.microsoft.com/office/drawing/2014/main"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a16:creationId xmlns:a16="http://schemas.microsoft.com/office/drawing/2014/main"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a16:creationId xmlns:a16="http://schemas.microsoft.com/office/drawing/2014/main"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a16:creationId xmlns:a16="http://schemas.microsoft.com/office/drawing/2014/main"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a16:creationId xmlns:a16="http://schemas.microsoft.com/office/drawing/2014/main"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a16:creationId xmlns:a16="http://schemas.microsoft.com/office/drawing/2014/main"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a16:creationId xmlns:a16="http://schemas.microsoft.com/office/drawing/2014/main"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a16:creationId xmlns:a16="http://schemas.microsoft.com/office/drawing/2014/main"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2819974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a16:creationId xmlns:a16="http://schemas.microsoft.com/office/drawing/2014/main"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a16:creationId xmlns:a16="http://schemas.microsoft.com/office/drawing/2014/main"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a16:creationId xmlns:a16="http://schemas.microsoft.com/office/drawing/2014/main"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a16:creationId xmlns:a16="http://schemas.microsoft.com/office/drawing/2014/main"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a16:creationId xmlns:a16="http://schemas.microsoft.com/office/drawing/2014/main"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a16:creationId xmlns:a16="http://schemas.microsoft.com/office/drawing/2014/main"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a16:creationId xmlns:a16="http://schemas.microsoft.com/office/drawing/2014/main"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a16:creationId xmlns:a16="http://schemas.microsoft.com/office/drawing/2014/main"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a16:creationId xmlns:a16="http://schemas.microsoft.com/office/drawing/2014/main"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a16:creationId xmlns:a16="http://schemas.microsoft.com/office/drawing/2014/main"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a16:creationId xmlns:a16="http://schemas.microsoft.com/office/drawing/2014/main"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a16:creationId xmlns:a16="http://schemas.microsoft.com/office/drawing/2014/main"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a16:creationId xmlns:a16="http://schemas.microsoft.com/office/drawing/2014/main"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a16:creationId xmlns:a16="http://schemas.microsoft.com/office/drawing/2014/main"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a16:creationId xmlns:a16="http://schemas.microsoft.com/office/drawing/2014/main"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a16:creationId xmlns:a16="http://schemas.microsoft.com/office/drawing/2014/main"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a16:creationId xmlns:a16="http://schemas.microsoft.com/office/drawing/2014/main"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a16:creationId xmlns:a16="http://schemas.microsoft.com/office/drawing/2014/main"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a16:creationId xmlns:a16="http://schemas.microsoft.com/office/drawing/2014/main"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a16:creationId xmlns:a16="http://schemas.microsoft.com/office/drawing/2014/main"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a16:creationId xmlns:a16="http://schemas.microsoft.com/office/drawing/2014/main"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a16:creationId xmlns:a16="http://schemas.microsoft.com/office/drawing/2014/main"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a16:creationId xmlns:a16="http://schemas.microsoft.com/office/drawing/2014/main"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a16:creationId xmlns:a16="http://schemas.microsoft.com/office/drawing/2014/main"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a16:creationId xmlns:a16="http://schemas.microsoft.com/office/drawing/2014/main"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a16:creationId xmlns:a16="http://schemas.microsoft.com/office/drawing/2014/main"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a16:creationId xmlns:a16="http://schemas.microsoft.com/office/drawing/2014/main"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a16:creationId xmlns:a16="http://schemas.microsoft.com/office/drawing/2014/main"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a16:creationId xmlns:a16="http://schemas.microsoft.com/office/drawing/2014/main"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a16:creationId xmlns:a16="http://schemas.microsoft.com/office/drawing/2014/main"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a16:creationId xmlns:a16="http://schemas.microsoft.com/office/drawing/2014/main"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a16:creationId xmlns:a16="http://schemas.microsoft.com/office/drawing/2014/main"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a16:creationId xmlns:a16="http://schemas.microsoft.com/office/drawing/2014/main"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a16:creationId xmlns:a16="http://schemas.microsoft.com/office/drawing/2014/main"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a16:creationId xmlns:a16="http://schemas.microsoft.com/office/drawing/2014/main"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a16:creationId xmlns:a16="http://schemas.microsoft.com/office/drawing/2014/main"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a16:creationId xmlns:a16="http://schemas.microsoft.com/office/drawing/2014/main"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a16:creationId xmlns:a16="http://schemas.microsoft.com/office/drawing/2014/main"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a16:creationId xmlns:a16="http://schemas.microsoft.com/office/drawing/2014/main"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a16:creationId xmlns:a16="http://schemas.microsoft.com/office/drawing/2014/main"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a16:creationId xmlns:a16="http://schemas.microsoft.com/office/drawing/2014/main"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a16:creationId xmlns:a16="http://schemas.microsoft.com/office/drawing/2014/main"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a16:creationId xmlns:a16="http://schemas.microsoft.com/office/drawing/2014/main"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a16:creationId xmlns:a16="http://schemas.microsoft.com/office/drawing/2014/main"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a16:creationId xmlns:a16="http://schemas.microsoft.com/office/drawing/2014/main"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a16:creationId xmlns:a16="http://schemas.microsoft.com/office/drawing/2014/main"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a16:creationId xmlns:a16="http://schemas.microsoft.com/office/drawing/2014/main"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a16:creationId xmlns:a16="http://schemas.microsoft.com/office/drawing/2014/main"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a16:creationId xmlns:a16="http://schemas.microsoft.com/office/drawing/2014/main"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a16:creationId xmlns:a16="http://schemas.microsoft.com/office/drawing/2014/main"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a16:creationId xmlns:a16="http://schemas.microsoft.com/office/drawing/2014/main"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a16:creationId xmlns:a16="http://schemas.microsoft.com/office/drawing/2014/main"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3070362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a16:creationId xmlns:a16="http://schemas.microsoft.com/office/drawing/2014/main"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a16:creationId xmlns:a16="http://schemas.microsoft.com/office/drawing/2014/main"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a16:creationId xmlns:a16="http://schemas.microsoft.com/office/drawing/2014/main"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a16:creationId xmlns:a16="http://schemas.microsoft.com/office/drawing/2014/main"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a16:creationId xmlns:a16="http://schemas.microsoft.com/office/drawing/2014/main"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a16:creationId xmlns:a16="http://schemas.microsoft.com/office/drawing/2014/main"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a16:creationId xmlns:a16="http://schemas.microsoft.com/office/drawing/2014/main"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a16:creationId xmlns:a16="http://schemas.microsoft.com/office/drawing/2014/main"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a16:creationId xmlns:a16="http://schemas.microsoft.com/office/drawing/2014/main"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a16:creationId xmlns:a16="http://schemas.microsoft.com/office/drawing/2014/main"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a16:creationId xmlns:a16="http://schemas.microsoft.com/office/drawing/2014/main"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a16:creationId xmlns:a16="http://schemas.microsoft.com/office/drawing/2014/main"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a16:creationId xmlns:a16="http://schemas.microsoft.com/office/drawing/2014/main"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a16:creationId xmlns:a16="http://schemas.microsoft.com/office/drawing/2014/main"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a16:creationId xmlns:a16="http://schemas.microsoft.com/office/drawing/2014/main"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a16:creationId xmlns:a16="http://schemas.microsoft.com/office/drawing/2014/main"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a16:creationId xmlns:a16="http://schemas.microsoft.com/office/drawing/2014/main"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a16:creationId xmlns:a16="http://schemas.microsoft.com/office/drawing/2014/main"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a16:creationId xmlns:a16="http://schemas.microsoft.com/office/drawing/2014/main"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a16:creationId xmlns:a16="http://schemas.microsoft.com/office/drawing/2014/main"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a16:creationId xmlns:a16="http://schemas.microsoft.com/office/drawing/2014/main"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a16:creationId xmlns:a16="http://schemas.microsoft.com/office/drawing/2014/main"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a16:creationId xmlns:a16="http://schemas.microsoft.com/office/drawing/2014/main"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a16:creationId xmlns:a16="http://schemas.microsoft.com/office/drawing/2014/main"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a16:creationId xmlns:a16="http://schemas.microsoft.com/office/drawing/2014/main"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a16:creationId xmlns:a16="http://schemas.microsoft.com/office/drawing/2014/main"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a16:creationId xmlns:a16="http://schemas.microsoft.com/office/drawing/2014/main"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a16:creationId xmlns:a16="http://schemas.microsoft.com/office/drawing/2014/main"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a16:creationId xmlns:a16="http://schemas.microsoft.com/office/drawing/2014/main"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a16:creationId xmlns:a16="http://schemas.microsoft.com/office/drawing/2014/main"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a16:creationId xmlns:a16="http://schemas.microsoft.com/office/drawing/2014/main"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a16:creationId xmlns:a16="http://schemas.microsoft.com/office/drawing/2014/main"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a16:creationId xmlns:a16="http://schemas.microsoft.com/office/drawing/2014/main"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a16:creationId xmlns:a16="http://schemas.microsoft.com/office/drawing/2014/main"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a16:creationId xmlns:a16="http://schemas.microsoft.com/office/drawing/2014/main"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a16:creationId xmlns:a16="http://schemas.microsoft.com/office/drawing/2014/main"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a16:creationId xmlns:a16="http://schemas.microsoft.com/office/drawing/2014/main"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a16:creationId xmlns:a16="http://schemas.microsoft.com/office/drawing/2014/main"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a16:creationId xmlns:a16="http://schemas.microsoft.com/office/drawing/2014/main"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a16:creationId xmlns:a16="http://schemas.microsoft.com/office/drawing/2014/main"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a16:creationId xmlns:a16="http://schemas.microsoft.com/office/drawing/2014/main"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a16:creationId xmlns:a16="http://schemas.microsoft.com/office/drawing/2014/main"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a16:creationId xmlns:a16="http://schemas.microsoft.com/office/drawing/2014/main"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a16:creationId xmlns:a16="http://schemas.microsoft.com/office/drawing/2014/main"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a16:creationId xmlns:a16="http://schemas.microsoft.com/office/drawing/2014/main"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a16:creationId xmlns:a16="http://schemas.microsoft.com/office/drawing/2014/main"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a16:creationId xmlns:a16="http://schemas.microsoft.com/office/drawing/2014/main"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a16:creationId xmlns:a16="http://schemas.microsoft.com/office/drawing/2014/main"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a16:creationId xmlns:a16="http://schemas.microsoft.com/office/drawing/2014/main"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a16:creationId xmlns:a16="http://schemas.microsoft.com/office/drawing/2014/main"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a16:creationId xmlns:a16="http://schemas.microsoft.com/office/drawing/2014/main"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7243955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a16:creationId xmlns:a16="http://schemas.microsoft.com/office/drawing/2014/main"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a16:creationId xmlns:a16="http://schemas.microsoft.com/office/drawing/2014/main"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a16:creationId xmlns:a16="http://schemas.microsoft.com/office/drawing/2014/main"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a16:creationId xmlns:a16="http://schemas.microsoft.com/office/drawing/2014/main"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a16:creationId xmlns:a16="http://schemas.microsoft.com/office/drawing/2014/main"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a16:creationId xmlns:a16="http://schemas.microsoft.com/office/drawing/2014/main"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a16:creationId xmlns:a16="http://schemas.microsoft.com/office/drawing/2014/main"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a16:creationId xmlns:a16="http://schemas.microsoft.com/office/drawing/2014/main"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a16:creationId xmlns:a16="http://schemas.microsoft.com/office/drawing/2014/main"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a16:creationId xmlns:a16="http://schemas.microsoft.com/office/drawing/2014/main"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a16:creationId xmlns:a16="http://schemas.microsoft.com/office/drawing/2014/main"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a16:creationId xmlns:a16="http://schemas.microsoft.com/office/drawing/2014/main"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a16:creationId xmlns:a16="http://schemas.microsoft.com/office/drawing/2014/main"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a16:creationId xmlns:a16="http://schemas.microsoft.com/office/drawing/2014/main"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a16:creationId xmlns:a16="http://schemas.microsoft.com/office/drawing/2014/main"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a16:creationId xmlns:a16="http://schemas.microsoft.com/office/drawing/2014/main"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a16:creationId xmlns:a16="http://schemas.microsoft.com/office/drawing/2014/main"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a16:creationId xmlns:a16="http://schemas.microsoft.com/office/drawing/2014/main"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a16:creationId xmlns:a16="http://schemas.microsoft.com/office/drawing/2014/main"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a16:creationId xmlns:a16="http://schemas.microsoft.com/office/drawing/2014/main"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a16:creationId xmlns:a16="http://schemas.microsoft.com/office/drawing/2014/main"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a16:creationId xmlns:a16="http://schemas.microsoft.com/office/drawing/2014/main"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a16:creationId xmlns:a16="http://schemas.microsoft.com/office/drawing/2014/main"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a16:creationId xmlns:a16="http://schemas.microsoft.com/office/drawing/2014/main"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a16:creationId xmlns:a16="http://schemas.microsoft.com/office/drawing/2014/main"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a16:creationId xmlns:a16="http://schemas.microsoft.com/office/drawing/2014/main"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a16:creationId xmlns:a16="http://schemas.microsoft.com/office/drawing/2014/main"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a16:creationId xmlns:a16="http://schemas.microsoft.com/office/drawing/2014/main"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a16:creationId xmlns:a16="http://schemas.microsoft.com/office/drawing/2014/main"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a16:creationId xmlns:a16="http://schemas.microsoft.com/office/drawing/2014/main"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a16:creationId xmlns:a16="http://schemas.microsoft.com/office/drawing/2014/main"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a16:creationId xmlns:a16="http://schemas.microsoft.com/office/drawing/2014/main"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a16:creationId xmlns:a16="http://schemas.microsoft.com/office/drawing/2014/main"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a16:creationId xmlns:a16="http://schemas.microsoft.com/office/drawing/2014/main"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a16:creationId xmlns:a16="http://schemas.microsoft.com/office/drawing/2014/main"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a16:creationId xmlns:a16="http://schemas.microsoft.com/office/drawing/2014/main"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a16:creationId xmlns:a16="http://schemas.microsoft.com/office/drawing/2014/main"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a16:creationId xmlns:a16="http://schemas.microsoft.com/office/drawing/2014/main"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a16:creationId xmlns:a16="http://schemas.microsoft.com/office/drawing/2014/main"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a16:creationId xmlns:a16="http://schemas.microsoft.com/office/drawing/2014/main"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a16:creationId xmlns:a16="http://schemas.microsoft.com/office/drawing/2014/main"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a16:creationId xmlns:a16="http://schemas.microsoft.com/office/drawing/2014/main"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a16:creationId xmlns:a16="http://schemas.microsoft.com/office/drawing/2014/main"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a16:creationId xmlns:a16="http://schemas.microsoft.com/office/drawing/2014/main"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3115785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a16:creationId xmlns:a16="http://schemas.microsoft.com/office/drawing/2014/main"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a16:creationId xmlns:a16="http://schemas.microsoft.com/office/drawing/2014/main"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a16:creationId xmlns:a16="http://schemas.microsoft.com/office/drawing/2014/main"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a16:creationId xmlns:a16="http://schemas.microsoft.com/office/drawing/2014/main"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a16:creationId xmlns:a16="http://schemas.microsoft.com/office/drawing/2014/main"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a16:creationId xmlns:a16="http://schemas.microsoft.com/office/drawing/2014/main"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a16:creationId xmlns:a16="http://schemas.microsoft.com/office/drawing/2014/main"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a16:creationId xmlns:a16="http://schemas.microsoft.com/office/drawing/2014/main"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a16:creationId xmlns:a16="http://schemas.microsoft.com/office/drawing/2014/main"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a16:creationId xmlns:a16="http://schemas.microsoft.com/office/drawing/2014/main"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a16:creationId xmlns:a16="http://schemas.microsoft.com/office/drawing/2014/main"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a16:creationId xmlns:a16="http://schemas.microsoft.com/office/drawing/2014/main"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a16:creationId xmlns:a16="http://schemas.microsoft.com/office/drawing/2014/main"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a16:creationId xmlns:a16="http://schemas.microsoft.com/office/drawing/2014/main"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a16:creationId xmlns:a16="http://schemas.microsoft.com/office/drawing/2014/main"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a16:creationId xmlns:a16="http://schemas.microsoft.com/office/drawing/2014/main"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a16:creationId xmlns:a16="http://schemas.microsoft.com/office/drawing/2014/main"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a16:creationId xmlns:a16="http://schemas.microsoft.com/office/drawing/2014/main"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a16:creationId xmlns:a16="http://schemas.microsoft.com/office/drawing/2014/main"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a16:creationId xmlns:a16="http://schemas.microsoft.com/office/drawing/2014/main"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a16:creationId xmlns:a16="http://schemas.microsoft.com/office/drawing/2014/main"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a16:creationId xmlns:a16="http://schemas.microsoft.com/office/drawing/2014/main"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a16:creationId xmlns:a16="http://schemas.microsoft.com/office/drawing/2014/main"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a16:creationId xmlns:a16="http://schemas.microsoft.com/office/drawing/2014/main"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a16:creationId xmlns:a16="http://schemas.microsoft.com/office/drawing/2014/main"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a16:creationId xmlns:a16="http://schemas.microsoft.com/office/drawing/2014/main"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a16:creationId xmlns:a16="http://schemas.microsoft.com/office/drawing/2014/main"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a16:creationId xmlns:a16="http://schemas.microsoft.com/office/drawing/2014/main"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a16:creationId xmlns:a16="http://schemas.microsoft.com/office/drawing/2014/main"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a16:creationId xmlns:a16="http://schemas.microsoft.com/office/drawing/2014/main"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a16:creationId xmlns:a16="http://schemas.microsoft.com/office/drawing/2014/main"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a16:creationId xmlns:a16="http://schemas.microsoft.com/office/drawing/2014/main"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a16:creationId xmlns:a16="http://schemas.microsoft.com/office/drawing/2014/main"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a16:creationId xmlns:a16="http://schemas.microsoft.com/office/drawing/2014/main"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a16:creationId xmlns:a16="http://schemas.microsoft.com/office/drawing/2014/main"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a16:creationId xmlns:a16="http://schemas.microsoft.com/office/drawing/2014/main"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a16:creationId xmlns:a16="http://schemas.microsoft.com/office/drawing/2014/main"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a16:creationId xmlns:a16="http://schemas.microsoft.com/office/drawing/2014/main"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a16:creationId xmlns:a16="http://schemas.microsoft.com/office/drawing/2014/main"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a16:creationId xmlns:a16="http://schemas.microsoft.com/office/drawing/2014/main"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a16:creationId xmlns:a16="http://schemas.microsoft.com/office/drawing/2014/main"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a16:creationId xmlns:a16="http://schemas.microsoft.com/office/drawing/2014/main"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a16:creationId xmlns:a16="http://schemas.microsoft.com/office/drawing/2014/main"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a16:creationId xmlns:a16="http://schemas.microsoft.com/office/drawing/2014/main"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a16:creationId xmlns:a16="http://schemas.microsoft.com/office/drawing/2014/main"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a16:creationId xmlns:a16="http://schemas.microsoft.com/office/drawing/2014/main"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a16:creationId xmlns:a16="http://schemas.microsoft.com/office/drawing/2014/main"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a16:creationId xmlns:a16="http://schemas.microsoft.com/office/drawing/2014/main"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a16:creationId xmlns:a16="http://schemas.microsoft.com/office/drawing/2014/main"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a16:creationId xmlns:a16="http://schemas.microsoft.com/office/drawing/2014/main"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a16:creationId xmlns:a16="http://schemas.microsoft.com/office/drawing/2014/main"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a16:creationId xmlns:a16="http://schemas.microsoft.com/office/drawing/2014/main"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a16:creationId xmlns:a16="http://schemas.microsoft.com/office/drawing/2014/main"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a16:creationId xmlns:a16="http://schemas.microsoft.com/office/drawing/2014/main"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a16:creationId xmlns:a16="http://schemas.microsoft.com/office/drawing/2014/main"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a16:creationId xmlns:a16="http://schemas.microsoft.com/office/drawing/2014/main"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a16:creationId xmlns:a16="http://schemas.microsoft.com/office/drawing/2014/main"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a16:creationId xmlns:a16="http://schemas.microsoft.com/office/drawing/2014/main"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a16:creationId xmlns:a16="http://schemas.microsoft.com/office/drawing/2014/main"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a16:creationId xmlns:a16="http://schemas.microsoft.com/office/drawing/2014/main"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a16:creationId xmlns:a16="http://schemas.microsoft.com/office/drawing/2014/main"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a16:creationId xmlns:a16="http://schemas.microsoft.com/office/drawing/2014/main"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a16:creationId xmlns:a16="http://schemas.microsoft.com/office/drawing/2014/main"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a16:creationId xmlns:a16="http://schemas.microsoft.com/office/drawing/2014/main"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a16:creationId xmlns:a16="http://schemas.microsoft.com/office/drawing/2014/main"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a16:creationId xmlns:a16="http://schemas.microsoft.com/office/drawing/2014/main"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a16:creationId xmlns:a16="http://schemas.microsoft.com/office/drawing/2014/main"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a16:creationId xmlns:a16="http://schemas.microsoft.com/office/drawing/2014/main"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a16:creationId xmlns:a16="http://schemas.microsoft.com/office/drawing/2014/main"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a16:creationId xmlns:a16="http://schemas.microsoft.com/office/drawing/2014/main"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a16:creationId xmlns:a16="http://schemas.microsoft.com/office/drawing/2014/main"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a16:creationId xmlns:a16="http://schemas.microsoft.com/office/drawing/2014/main"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a16:creationId xmlns:a16="http://schemas.microsoft.com/office/drawing/2014/main"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a16:creationId xmlns:a16="http://schemas.microsoft.com/office/drawing/2014/main"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a16:creationId xmlns:a16="http://schemas.microsoft.com/office/drawing/2014/main"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a16:creationId xmlns:a16="http://schemas.microsoft.com/office/drawing/2014/main"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a16:creationId xmlns:a16="http://schemas.microsoft.com/office/drawing/2014/main"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a16:creationId xmlns:a16="http://schemas.microsoft.com/office/drawing/2014/main"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a16:creationId xmlns:a16="http://schemas.microsoft.com/office/drawing/2014/main"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a16:creationId xmlns:a16="http://schemas.microsoft.com/office/drawing/2014/main"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a16:creationId xmlns:a16="http://schemas.microsoft.com/office/drawing/2014/main"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a16:creationId xmlns:a16="http://schemas.microsoft.com/office/drawing/2014/main"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a16:creationId xmlns:a16="http://schemas.microsoft.com/office/drawing/2014/main"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a16:creationId xmlns:a16="http://schemas.microsoft.com/office/drawing/2014/main"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a16:creationId xmlns:a16="http://schemas.microsoft.com/office/drawing/2014/main"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a16:creationId xmlns:a16="http://schemas.microsoft.com/office/drawing/2014/main"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a16:creationId xmlns:a16="http://schemas.microsoft.com/office/drawing/2014/main"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a16:creationId xmlns:a16="http://schemas.microsoft.com/office/drawing/2014/main"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a16:creationId xmlns:a16="http://schemas.microsoft.com/office/drawing/2014/main"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a16:creationId xmlns:a16="http://schemas.microsoft.com/office/drawing/2014/main"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a16:creationId xmlns:a16="http://schemas.microsoft.com/office/drawing/2014/main"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8303097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a16:creationId xmlns:a16="http://schemas.microsoft.com/office/drawing/2014/main"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a16:creationId xmlns:a16="http://schemas.microsoft.com/office/drawing/2014/main"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a16:creationId xmlns:a16="http://schemas.microsoft.com/office/drawing/2014/main"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a16:creationId xmlns:a16="http://schemas.microsoft.com/office/drawing/2014/main"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a16:creationId xmlns:a16="http://schemas.microsoft.com/office/drawing/2014/main"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a16:creationId xmlns:a16="http://schemas.microsoft.com/office/drawing/2014/main"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a16:creationId xmlns:a16="http://schemas.microsoft.com/office/drawing/2014/main"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a16:creationId xmlns:a16="http://schemas.microsoft.com/office/drawing/2014/main"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a16:creationId xmlns:a16="http://schemas.microsoft.com/office/drawing/2014/main"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a16:creationId xmlns:a16="http://schemas.microsoft.com/office/drawing/2014/main"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a16:creationId xmlns:a16="http://schemas.microsoft.com/office/drawing/2014/main"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a16:creationId xmlns:a16="http://schemas.microsoft.com/office/drawing/2014/main"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a16:creationId xmlns:a16="http://schemas.microsoft.com/office/drawing/2014/main"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a16:creationId xmlns:a16="http://schemas.microsoft.com/office/drawing/2014/main"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a16:creationId xmlns:a16="http://schemas.microsoft.com/office/drawing/2014/main"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a16:creationId xmlns:a16="http://schemas.microsoft.com/office/drawing/2014/main"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a16:creationId xmlns:a16="http://schemas.microsoft.com/office/drawing/2014/main"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a16:creationId xmlns:a16="http://schemas.microsoft.com/office/drawing/2014/main"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a16:creationId xmlns:a16="http://schemas.microsoft.com/office/drawing/2014/main"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a16:creationId xmlns:a16="http://schemas.microsoft.com/office/drawing/2014/main"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a16:creationId xmlns:a16="http://schemas.microsoft.com/office/drawing/2014/main"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a16:creationId xmlns:a16="http://schemas.microsoft.com/office/drawing/2014/main"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a16:creationId xmlns:a16="http://schemas.microsoft.com/office/drawing/2014/main"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a16:creationId xmlns:a16="http://schemas.microsoft.com/office/drawing/2014/main"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a16:creationId xmlns:a16="http://schemas.microsoft.com/office/drawing/2014/main"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a16:creationId xmlns:a16="http://schemas.microsoft.com/office/drawing/2014/main"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a16:creationId xmlns:a16="http://schemas.microsoft.com/office/drawing/2014/main"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a16:creationId xmlns:a16="http://schemas.microsoft.com/office/drawing/2014/main"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a16:creationId xmlns:a16="http://schemas.microsoft.com/office/drawing/2014/main"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a16:creationId xmlns:a16="http://schemas.microsoft.com/office/drawing/2014/main"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a16:creationId xmlns:a16="http://schemas.microsoft.com/office/drawing/2014/main"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a16:creationId xmlns:a16="http://schemas.microsoft.com/office/drawing/2014/main"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a16:creationId xmlns:a16="http://schemas.microsoft.com/office/drawing/2014/main"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a16:creationId xmlns:a16="http://schemas.microsoft.com/office/drawing/2014/main"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a16:creationId xmlns:a16="http://schemas.microsoft.com/office/drawing/2014/main"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a16:creationId xmlns:a16="http://schemas.microsoft.com/office/drawing/2014/main"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a16:creationId xmlns:a16="http://schemas.microsoft.com/office/drawing/2014/main"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a16:creationId xmlns:a16="http://schemas.microsoft.com/office/drawing/2014/main"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a16:creationId xmlns:a16="http://schemas.microsoft.com/office/drawing/2014/main"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a16:creationId xmlns:a16="http://schemas.microsoft.com/office/drawing/2014/main"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a16:creationId xmlns:a16="http://schemas.microsoft.com/office/drawing/2014/main"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a16:creationId xmlns:a16="http://schemas.microsoft.com/office/drawing/2014/main"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a16:creationId xmlns:a16="http://schemas.microsoft.com/office/drawing/2014/main"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a16:creationId xmlns:a16="http://schemas.microsoft.com/office/drawing/2014/main"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a16:creationId xmlns:a16="http://schemas.microsoft.com/office/drawing/2014/main"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a16:creationId xmlns:a16="http://schemas.microsoft.com/office/drawing/2014/main"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a16:creationId xmlns:a16="http://schemas.microsoft.com/office/drawing/2014/main"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a16:creationId xmlns:a16="http://schemas.microsoft.com/office/drawing/2014/main"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a16:creationId xmlns:a16="http://schemas.microsoft.com/office/drawing/2014/main"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a16:creationId xmlns:a16="http://schemas.microsoft.com/office/drawing/2014/main"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a16:creationId xmlns:a16="http://schemas.microsoft.com/office/drawing/2014/main"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a16:creationId xmlns:a16="http://schemas.microsoft.com/office/drawing/2014/main"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a16:creationId xmlns:a16="http://schemas.microsoft.com/office/drawing/2014/main"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a16:creationId xmlns:a16="http://schemas.microsoft.com/office/drawing/2014/main"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a16:creationId xmlns:a16="http://schemas.microsoft.com/office/drawing/2014/main"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a16:creationId xmlns:a16="http://schemas.microsoft.com/office/drawing/2014/main"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a16:creationId xmlns:a16="http://schemas.microsoft.com/office/drawing/2014/main"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a16:creationId xmlns:a16="http://schemas.microsoft.com/office/drawing/2014/main"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a16:creationId xmlns:a16="http://schemas.microsoft.com/office/drawing/2014/main"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a16:creationId xmlns:a16="http://schemas.microsoft.com/office/drawing/2014/main"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a16:creationId xmlns:a16="http://schemas.microsoft.com/office/drawing/2014/main"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a16:creationId xmlns:a16="http://schemas.microsoft.com/office/drawing/2014/main"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a16:creationId xmlns:a16="http://schemas.microsoft.com/office/drawing/2014/main"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a16:creationId xmlns:a16="http://schemas.microsoft.com/office/drawing/2014/main"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a16:creationId xmlns:a16="http://schemas.microsoft.com/office/drawing/2014/main"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a16:creationId xmlns:a16="http://schemas.microsoft.com/office/drawing/2014/main"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a16:creationId xmlns:a16="http://schemas.microsoft.com/office/drawing/2014/main"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a16:creationId xmlns:a16="http://schemas.microsoft.com/office/drawing/2014/main"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a16:creationId xmlns:a16="http://schemas.microsoft.com/office/drawing/2014/main"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a16:creationId xmlns:a16="http://schemas.microsoft.com/office/drawing/2014/main"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48412579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a16:creationId xmlns:a16="http://schemas.microsoft.com/office/drawing/2014/main"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a16:creationId xmlns:a16="http://schemas.microsoft.com/office/drawing/2014/main"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a16:creationId xmlns:a16="http://schemas.microsoft.com/office/drawing/2014/main"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a16:creationId xmlns:a16="http://schemas.microsoft.com/office/drawing/2014/main"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a16:creationId xmlns:a16="http://schemas.microsoft.com/office/drawing/2014/main"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a16:creationId xmlns:a16="http://schemas.microsoft.com/office/drawing/2014/main"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a16:creationId xmlns:a16="http://schemas.microsoft.com/office/drawing/2014/main"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a16:creationId xmlns:a16="http://schemas.microsoft.com/office/drawing/2014/main"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a16:creationId xmlns:a16="http://schemas.microsoft.com/office/drawing/2014/main"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a16:creationId xmlns:a16="http://schemas.microsoft.com/office/drawing/2014/main"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a16:creationId xmlns:a16="http://schemas.microsoft.com/office/drawing/2014/main"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a16:creationId xmlns:a16="http://schemas.microsoft.com/office/drawing/2014/main"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a16:creationId xmlns:a16="http://schemas.microsoft.com/office/drawing/2014/main"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a16:creationId xmlns:a16="http://schemas.microsoft.com/office/drawing/2014/main"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a16:creationId xmlns:a16="http://schemas.microsoft.com/office/drawing/2014/main"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a16:creationId xmlns:a16="http://schemas.microsoft.com/office/drawing/2014/main"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a16:creationId xmlns:a16="http://schemas.microsoft.com/office/drawing/2014/main"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a16:creationId xmlns:a16="http://schemas.microsoft.com/office/drawing/2014/main"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a16:creationId xmlns:a16="http://schemas.microsoft.com/office/drawing/2014/main"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a16:creationId xmlns:a16="http://schemas.microsoft.com/office/drawing/2014/main"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a16:creationId xmlns:a16="http://schemas.microsoft.com/office/drawing/2014/main"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a16:creationId xmlns:a16="http://schemas.microsoft.com/office/drawing/2014/main"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a16:creationId xmlns:a16="http://schemas.microsoft.com/office/drawing/2014/main"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a16:creationId xmlns:a16="http://schemas.microsoft.com/office/drawing/2014/main"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a16:creationId xmlns:a16="http://schemas.microsoft.com/office/drawing/2014/main"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a16:creationId xmlns:a16="http://schemas.microsoft.com/office/drawing/2014/main"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a16:creationId xmlns:a16="http://schemas.microsoft.com/office/drawing/2014/main"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a16:creationId xmlns:a16="http://schemas.microsoft.com/office/drawing/2014/main"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a16:creationId xmlns:a16="http://schemas.microsoft.com/office/drawing/2014/main"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a16:creationId xmlns:a16="http://schemas.microsoft.com/office/drawing/2014/main"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a16:creationId xmlns:a16="http://schemas.microsoft.com/office/drawing/2014/main"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a16:creationId xmlns:a16="http://schemas.microsoft.com/office/drawing/2014/main"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a16:creationId xmlns:a16="http://schemas.microsoft.com/office/drawing/2014/main"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a16:creationId xmlns:a16="http://schemas.microsoft.com/office/drawing/2014/main"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a16:creationId xmlns:a16="http://schemas.microsoft.com/office/drawing/2014/main"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a16:creationId xmlns:a16="http://schemas.microsoft.com/office/drawing/2014/main"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a16:creationId xmlns:a16="http://schemas.microsoft.com/office/drawing/2014/main"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a16:creationId xmlns:a16="http://schemas.microsoft.com/office/drawing/2014/main"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a16:creationId xmlns:a16="http://schemas.microsoft.com/office/drawing/2014/main"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a16:creationId xmlns:a16="http://schemas.microsoft.com/office/drawing/2014/main"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a16:creationId xmlns:a16="http://schemas.microsoft.com/office/drawing/2014/main"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a16:creationId xmlns:a16="http://schemas.microsoft.com/office/drawing/2014/main"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a16:creationId xmlns:a16="http://schemas.microsoft.com/office/drawing/2014/main"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a16:creationId xmlns:a16="http://schemas.microsoft.com/office/drawing/2014/main"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a16:creationId xmlns:a16="http://schemas.microsoft.com/office/drawing/2014/main"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a16:creationId xmlns:a16="http://schemas.microsoft.com/office/drawing/2014/main"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55433594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a16:creationId xmlns:a16="http://schemas.microsoft.com/office/drawing/2014/main"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a16:creationId xmlns:a16="http://schemas.microsoft.com/office/drawing/2014/main"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a16:creationId xmlns:a16="http://schemas.microsoft.com/office/drawing/2014/main"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a16:creationId xmlns:a16="http://schemas.microsoft.com/office/drawing/2014/main"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a16:creationId xmlns:a16="http://schemas.microsoft.com/office/drawing/2014/main"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a16:creationId xmlns:a16="http://schemas.microsoft.com/office/drawing/2014/main"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a16:creationId xmlns:a16="http://schemas.microsoft.com/office/drawing/2014/main"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a16:creationId xmlns:a16="http://schemas.microsoft.com/office/drawing/2014/main"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a16:creationId xmlns:a16="http://schemas.microsoft.com/office/drawing/2014/main"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a16:creationId xmlns:a16="http://schemas.microsoft.com/office/drawing/2014/main"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a16:creationId xmlns:a16="http://schemas.microsoft.com/office/drawing/2014/main"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a16:creationId xmlns:a16="http://schemas.microsoft.com/office/drawing/2014/main"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a16:creationId xmlns:a16="http://schemas.microsoft.com/office/drawing/2014/main"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76740542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a16:creationId xmlns:a16="http://schemas.microsoft.com/office/drawing/2014/main"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a16:creationId xmlns:a16="http://schemas.microsoft.com/office/drawing/2014/main"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a16:creationId xmlns:a16="http://schemas.microsoft.com/office/drawing/2014/main"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a16:creationId xmlns:a16="http://schemas.microsoft.com/office/drawing/2014/main"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a16:creationId xmlns:a16="http://schemas.microsoft.com/office/drawing/2014/main"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a16:creationId xmlns:a16="http://schemas.microsoft.com/office/drawing/2014/main"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a16:creationId xmlns:a16="http://schemas.microsoft.com/office/drawing/2014/main"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a16:creationId xmlns:a16="http://schemas.microsoft.com/office/drawing/2014/main"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a16:creationId xmlns:a16="http://schemas.microsoft.com/office/drawing/2014/main"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a16:creationId xmlns:a16="http://schemas.microsoft.com/office/drawing/2014/main"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a16:creationId xmlns:a16="http://schemas.microsoft.com/office/drawing/2014/main"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a16:creationId xmlns:a16="http://schemas.microsoft.com/office/drawing/2014/main"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a16:creationId xmlns:a16="http://schemas.microsoft.com/office/drawing/2014/main"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a16:creationId xmlns:a16="http://schemas.microsoft.com/office/drawing/2014/main"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a16:creationId xmlns:a16="http://schemas.microsoft.com/office/drawing/2014/main"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a16:creationId xmlns:a16="http://schemas.microsoft.com/office/drawing/2014/main"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a16:creationId xmlns:a16="http://schemas.microsoft.com/office/drawing/2014/main"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a16:creationId xmlns:a16="http://schemas.microsoft.com/office/drawing/2014/main"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a16:creationId xmlns:a16="http://schemas.microsoft.com/office/drawing/2014/main"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a16:creationId xmlns:a16="http://schemas.microsoft.com/office/drawing/2014/main"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a16:creationId xmlns:a16="http://schemas.microsoft.com/office/drawing/2014/main"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a16:creationId xmlns:a16="http://schemas.microsoft.com/office/drawing/2014/main"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a16:creationId xmlns:a16="http://schemas.microsoft.com/office/drawing/2014/main"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a16:creationId xmlns:a16="http://schemas.microsoft.com/office/drawing/2014/main"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a16:creationId xmlns:a16="http://schemas.microsoft.com/office/drawing/2014/main"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a16:creationId xmlns:a16="http://schemas.microsoft.com/office/drawing/2014/main"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a16:creationId xmlns:a16="http://schemas.microsoft.com/office/drawing/2014/main"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a16:creationId xmlns:a16="http://schemas.microsoft.com/office/drawing/2014/main"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a16:creationId xmlns:a16="http://schemas.microsoft.com/office/drawing/2014/main"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a16:creationId xmlns:a16="http://schemas.microsoft.com/office/drawing/2014/main"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a16:creationId xmlns:a16="http://schemas.microsoft.com/office/drawing/2014/main"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a16:creationId xmlns:a16="http://schemas.microsoft.com/office/drawing/2014/main"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a16:creationId xmlns:a16="http://schemas.microsoft.com/office/drawing/2014/main"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a16:creationId xmlns:a16="http://schemas.microsoft.com/office/drawing/2014/main"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a16:creationId xmlns:a16="http://schemas.microsoft.com/office/drawing/2014/main"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a16:creationId xmlns:a16="http://schemas.microsoft.com/office/drawing/2014/main"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a16:creationId xmlns:a16="http://schemas.microsoft.com/office/drawing/2014/main"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a16:creationId xmlns:a16="http://schemas.microsoft.com/office/drawing/2014/main"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a16:creationId xmlns:a16="http://schemas.microsoft.com/office/drawing/2014/main"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a16:creationId xmlns:a16="http://schemas.microsoft.com/office/drawing/2014/main"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a16:creationId xmlns:a16="http://schemas.microsoft.com/office/drawing/2014/main"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a16:creationId xmlns:a16="http://schemas.microsoft.com/office/drawing/2014/main"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a16:creationId xmlns:a16="http://schemas.microsoft.com/office/drawing/2014/main"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a16:creationId xmlns:a16="http://schemas.microsoft.com/office/drawing/2014/main"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a16:creationId xmlns:a16="http://schemas.microsoft.com/office/drawing/2014/main"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16324527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a16:creationId xmlns:a16="http://schemas.microsoft.com/office/drawing/2014/main"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a16:creationId xmlns:a16="http://schemas.microsoft.com/office/drawing/2014/main"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a16:creationId xmlns:a16="http://schemas.microsoft.com/office/drawing/2014/main"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a16:creationId xmlns:a16="http://schemas.microsoft.com/office/drawing/2014/main"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a16:creationId xmlns:a16="http://schemas.microsoft.com/office/drawing/2014/main"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a16:creationId xmlns:a16="http://schemas.microsoft.com/office/drawing/2014/main"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a16:creationId xmlns:a16="http://schemas.microsoft.com/office/drawing/2014/main"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a16:creationId xmlns:a16="http://schemas.microsoft.com/office/drawing/2014/main"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a16:creationId xmlns:a16="http://schemas.microsoft.com/office/drawing/2014/main"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a16:creationId xmlns:a16="http://schemas.microsoft.com/office/drawing/2014/main"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a16:creationId xmlns:a16="http://schemas.microsoft.com/office/drawing/2014/main"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a16:creationId xmlns:a16="http://schemas.microsoft.com/office/drawing/2014/main"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a16:creationId xmlns:a16="http://schemas.microsoft.com/office/drawing/2014/main"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a16:creationId xmlns:a16="http://schemas.microsoft.com/office/drawing/2014/main"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a16:creationId xmlns:a16="http://schemas.microsoft.com/office/drawing/2014/main"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a16:creationId xmlns:a16="http://schemas.microsoft.com/office/drawing/2014/main"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a16:creationId xmlns:a16="http://schemas.microsoft.com/office/drawing/2014/main"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a16:creationId xmlns:a16="http://schemas.microsoft.com/office/drawing/2014/main"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a16:creationId xmlns:a16="http://schemas.microsoft.com/office/drawing/2014/main"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a16:creationId xmlns:a16="http://schemas.microsoft.com/office/drawing/2014/main"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a16:creationId xmlns:a16="http://schemas.microsoft.com/office/drawing/2014/main"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a16:creationId xmlns:a16="http://schemas.microsoft.com/office/drawing/2014/main"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a16:creationId xmlns:a16="http://schemas.microsoft.com/office/drawing/2014/main"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a16:creationId xmlns:a16="http://schemas.microsoft.com/office/drawing/2014/main"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a16:creationId xmlns:a16="http://schemas.microsoft.com/office/drawing/2014/main"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a16:creationId xmlns:a16="http://schemas.microsoft.com/office/drawing/2014/main"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a16:creationId xmlns:a16="http://schemas.microsoft.com/office/drawing/2014/main"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a16:creationId xmlns:a16="http://schemas.microsoft.com/office/drawing/2014/main"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a16:creationId xmlns:a16="http://schemas.microsoft.com/office/drawing/2014/main"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a16:creationId xmlns:a16="http://schemas.microsoft.com/office/drawing/2014/main"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a16:creationId xmlns:a16="http://schemas.microsoft.com/office/drawing/2014/main"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a16:creationId xmlns:a16="http://schemas.microsoft.com/office/drawing/2014/main"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a16:creationId xmlns:a16="http://schemas.microsoft.com/office/drawing/2014/main"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a16:creationId xmlns:a16="http://schemas.microsoft.com/office/drawing/2014/main"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a16:creationId xmlns:a16="http://schemas.microsoft.com/office/drawing/2014/main"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a16:creationId xmlns:a16="http://schemas.microsoft.com/office/drawing/2014/main"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525507316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a16:creationId xmlns:a16="http://schemas.microsoft.com/office/drawing/2014/main"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a16:creationId xmlns:a16="http://schemas.microsoft.com/office/drawing/2014/main"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a16:creationId xmlns:a16="http://schemas.microsoft.com/office/drawing/2014/main"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a16:creationId xmlns:a16="http://schemas.microsoft.com/office/drawing/2014/main"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a16:creationId xmlns:a16="http://schemas.microsoft.com/office/drawing/2014/main"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a16:creationId xmlns:a16="http://schemas.microsoft.com/office/drawing/2014/main"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a16:creationId xmlns:a16="http://schemas.microsoft.com/office/drawing/2014/main"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a16:creationId xmlns:a16="http://schemas.microsoft.com/office/drawing/2014/main"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a16:creationId xmlns:a16="http://schemas.microsoft.com/office/drawing/2014/main"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a16:creationId xmlns:a16="http://schemas.microsoft.com/office/drawing/2014/main"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a16:creationId xmlns:a16="http://schemas.microsoft.com/office/drawing/2014/main"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a16:creationId xmlns:a16="http://schemas.microsoft.com/office/drawing/2014/main"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a16:creationId xmlns:a16="http://schemas.microsoft.com/office/drawing/2014/main"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a16:creationId xmlns:a16="http://schemas.microsoft.com/office/drawing/2014/main"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a16:creationId xmlns:a16="http://schemas.microsoft.com/office/drawing/2014/main"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a16:creationId xmlns:a16="http://schemas.microsoft.com/office/drawing/2014/main"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a16:creationId xmlns:a16="http://schemas.microsoft.com/office/drawing/2014/main"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a16:creationId xmlns:a16="http://schemas.microsoft.com/office/drawing/2014/main"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a16:creationId xmlns:a16="http://schemas.microsoft.com/office/drawing/2014/main"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a16:creationId xmlns:a16="http://schemas.microsoft.com/office/drawing/2014/main"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a16:creationId xmlns:a16="http://schemas.microsoft.com/office/drawing/2014/main"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a16:creationId xmlns:a16="http://schemas.microsoft.com/office/drawing/2014/main"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a16:creationId xmlns:a16="http://schemas.microsoft.com/office/drawing/2014/main"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a16:creationId xmlns:a16="http://schemas.microsoft.com/office/drawing/2014/main"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a16:creationId xmlns:a16="http://schemas.microsoft.com/office/drawing/2014/main"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a16:creationId xmlns:a16="http://schemas.microsoft.com/office/drawing/2014/main"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a16:creationId xmlns:a16="http://schemas.microsoft.com/office/drawing/2014/main"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a16:creationId xmlns:a16="http://schemas.microsoft.com/office/drawing/2014/main"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a16:creationId xmlns:a16="http://schemas.microsoft.com/office/drawing/2014/main"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a16:creationId xmlns:a16="http://schemas.microsoft.com/office/drawing/2014/main"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a16:creationId xmlns:a16="http://schemas.microsoft.com/office/drawing/2014/main"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a16:creationId xmlns:a16="http://schemas.microsoft.com/office/drawing/2014/main"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a16:creationId xmlns:a16="http://schemas.microsoft.com/office/drawing/2014/main"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a16:creationId xmlns:a16="http://schemas.microsoft.com/office/drawing/2014/main"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a16:creationId xmlns:a16="http://schemas.microsoft.com/office/drawing/2014/main"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a16:creationId xmlns:a16="http://schemas.microsoft.com/office/drawing/2014/main"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a16:creationId xmlns:a16="http://schemas.microsoft.com/office/drawing/2014/main"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a16:creationId xmlns:a16="http://schemas.microsoft.com/office/drawing/2014/main"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a16:creationId xmlns:a16="http://schemas.microsoft.com/office/drawing/2014/main"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a16:creationId xmlns:a16="http://schemas.microsoft.com/office/drawing/2014/main"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a16:creationId xmlns:a16="http://schemas.microsoft.com/office/drawing/2014/main"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a16:creationId xmlns:a16="http://schemas.microsoft.com/office/drawing/2014/main"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a16:creationId xmlns:a16="http://schemas.microsoft.com/office/drawing/2014/main"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a16:creationId xmlns:a16="http://schemas.microsoft.com/office/drawing/2014/main"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a16:creationId xmlns:a16="http://schemas.microsoft.com/office/drawing/2014/main"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46544949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a16:creationId xmlns:a16="http://schemas.microsoft.com/office/drawing/2014/main"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a16:creationId xmlns:a16="http://schemas.microsoft.com/office/drawing/2014/main"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a16:creationId xmlns:a16="http://schemas.microsoft.com/office/drawing/2014/main"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a16:creationId xmlns:a16="http://schemas.microsoft.com/office/drawing/2014/main"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a16:creationId xmlns:a16="http://schemas.microsoft.com/office/drawing/2014/main"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a16:creationId xmlns:a16="http://schemas.microsoft.com/office/drawing/2014/main"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a16:creationId xmlns:a16="http://schemas.microsoft.com/office/drawing/2014/main"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a16:creationId xmlns:a16="http://schemas.microsoft.com/office/drawing/2014/main"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a16:creationId xmlns:a16="http://schemas.microsoft.com/office/drawing/2014/main"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a16:creationId xmlns:a16="http://schemas.microsoft.com/office/drawing/2014/main"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a16:creationId xmlns:a16="http://schemas.microsoft.com/office/drawing/2014/main"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a16:creationId xmlns:a16="http://schemas.microsoft.com/office/drawing/2014/main"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a16:creationId xmlns:a16="http://schemas.microsoft.com/office/drawing/2014/main"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a16:creationId xmlns:a16="http://schemas.microsoft.com/office/drawing/2014/main"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a16:creationId xmlns:a16="http://schemas.microsoft.com/office/drawing/2014/main"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a16:creationId xmlns:a16="http://schemas.microsoft.com/office/drawing/2014/main"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a16:creationId xmlns:a16="http://schemas.microsoft.com/office/drawing/2014/main"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a16:creationId xmlns:a16="http://schemas.microsoft.com/office/drawing/2014/main"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a16:creationId xmlns:a16="http://schemas.microsoft.com/office/drawing/2014/main"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a16:creationId xmlns:a16="http://schemas.microsoft.com/office/drawing/2014/main"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a16:creationId xmlns:a16="http://schemas.microsoft.com/office/drawing/2014/main"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a16:creationId xmlns:a16="http://schemas.microsoft.com/office/drawing/2014/main"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a16:creationId xmlns:a16="http://schemas.microsoft.com/office/drawing/2014/main"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a16:creationId xmlns:a16="http://schemas.microsoft.com/office/drawing/2014/main"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a16:creationId xmlns:a16="http://schemas.microsoft.com/office/drawing/2014/main"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a16:creationId xmlns:a16="http://schemas.microsoft.com/office/drawing/2014/main"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a16:creationId xmlns:a16="http://schemas.microsoft.com/office/drawing/2014/main"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a16:creationId xmlns:a16="http://schemas.microsoft.com/office/drawing/2014/main"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a16:creationId xmlns:a16="http://schemas.microsoft.com/office/drawing/2014/main"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a16:creationId xmlns:a16="http://schemas.microsoft.com/office/drawing/2014/main"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a16:creationId xmlns:a16="http://schemas.microsoft.com/office/drawing/2014/main"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a16:creationId xmlns:a16="http://schemas.microsoft.com/office/drawing/2014/main"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a16:creationId xmlns:a16="http://schemas.microsoft.com/office/drawing/2014/main"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a16:creationId xmlns:a16="http://schemas.microsoft.com/office/drawing/2014/main"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a16:creationId xmlns:a16="http://schemas.microsoft.com/office/drawing/2014/main"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a16:creationId xmlns:a16="http://schemas.microsoft.com/office/drawing/2014/main"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a16:creationId xmlns:a16="http://schemas.microsoft.com/office/drawing/2014/main"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a16:creationId xmlns:a16="http://schemas.microsoft.com/office/drawing/2014/main"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a16:creationId xmlns:a16="http://schemas.microsoft.com/office/drawing/2014/main"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a16:creationId xmlns:a16="http://schemas.microsoft.com/office/drawing/2014/main"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a16:creationId xmlns:a16="http://schemas.microsoft.com/office/drawing/2014/main"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a16:creationId xmlns:a16="http://schemas.microsoft.com/office/drawing/2014/main"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a16:creationId xmlns:a16="http://schemas.microsoft.com/office/drawing/2014/main"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a16:creationId xmlns:a16="http://schemas.microsoft.com/office/drawing/2014/main"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a16:creationId xmlns:a16="http://schemas.microsoft.com/office/drawing/2014/main"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a16:creationId xmlns:a16="http://schemas.microsoft.com/office/drawing/2014/main"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a16:creationId xmlns:a16="http://schemas.microsoft.com/office/drawing/2014/main"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a16:creationId xmlns:a16="http://schemas.microsoft.com/office/drawing/2014/main"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451262478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a16:creationId xmlns:a16="http://schemas.microsoft.com/office/drawing/2014/main"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a16:creationId xmlns:a16="http://schemas.microsoft.com/office/drawing/2014/main"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a16:creationId xmlns:a16="http://schemas.microsoft.com/office/drawing/2014/main"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a16:creationId xmlns:a16="http://schemas.microsoft.com/office/drawing/2014/main"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a16:creationId xmlns:a16="http://schemas.microsoft.com/office/drawing/2014/main"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a16:creationId xmlns:a16="http://schemas.microsoft.com/office/drawing/2014/main"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a16:creationId xmlns:a16="http://schemas.microsoft.com/office/drawing/2014/main"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a16:creationId xmlns:a16="http://schemas.microsoft.com/office/drawing/2014/main"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a16:creationId xmlns:a16="http://schemas.microsoft.com/office/drawing/2014/main"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a16:creationId xmlns:a16="http://schemas.microsoft.com/office/drawing/2014/main"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a16:creationId xmlns:a16="http://schemas.microsoft.com/office/drawing/2014/main"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a16:creationId xmlns:a16="http://schemas.microsoft.com/office/drawing/2014/main"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a16:creationId xmlns:a16="http://schemas.microsoft.com/office/drawing/2014/main"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a16:creationId xmlns:a16="http://schemas.microsoft.com/office/drawing/2014/main"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174490780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a16:creationId xmlns:a16="http://schemas.microsoft.com/office/drawing/2014/main"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a16:creationId xmlns:a16="http://schemas.microsoft.com/office/drawing/2014/main"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a16:creationId xmlns:a16="http://schemas.microsoft.com/office/drawing/2014/main"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a16:creationId xmlns:a16="http://schemas.microsoft.com/office/drawing/2014/main"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a16:creationId xmlns:a16="http://schemas.microsoft.com/office/drawing/2014/main"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a16:creationId xmlns:a16="http://schemas.microsoft.com/office/drawing/2014/main"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a16:creationId xmlns:a16="http://schemas.microsoft.com/office/drawing/2014/main"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a16:creationId xmlns:a16="http://schemas.microsoft.com/office/drawing/2014/main"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6502866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a16:creationId xmlns:a16="http://schemas.microsoft.com/office/drawing/2014/main"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a16:creationId xmlns:a16="http://schemas.microsoft.com/office/drawing/2014/main"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a16:creationId xmlns:a16="http://schemas.microsoft.com/office/drawing/2014/main"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a16:creationId xmlns:a16="http://schemas.microsoft.com/office/drawing/2014/main"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a16:creationId xmlns:a16="http://schemas.microsoft.com/office/drawing/2014/main"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a16:creationId xmlns:a16="http://schemas.microsoft.com/office/drawing/2014/main"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a16:creationId xmlns:a16="http://schemas.microsoft.com/office/drawing/2014/main"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a16:creationId xmlns:a16="http://schemas.microsoft.com/office/drawing/2014/main"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a16:creationId xmlns:a16="http://schemas.microsoft.com/office/drawing/2014/main"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a16:creationId xmlns:a16="http://schemas.microsoft.com/office/drawing/2014/main"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a16:creationId xmlns:a16="http://schemas.microsoft.com/office/drawing/2014/main"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a16:creationId xmlns:a16="http://schemas.microsoft.com/office/drawing/2014/main"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a16:creationId xmlns:a16="http://schemas.microsoft.com/office/drawing/2014/main"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a16:creationId xmlns:a16="http://schemas.microsoft.com/office/drawing/2014/main"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a16:creationId xmlns:a16="http://schemas.microsoft.com/office/drawing/2014/main"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a16:creationId xmlns:a16="http://schemas.microsoft.com/office/drawing/2014/main"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a16:creationId xmlns:a16="http://schemas.microsoft.com/office/drawing/2014/main"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a16:creationId xmlns:a16="http://schemas.microsoft.com/office/drawing/2014/main"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a16:creationId xmlns:a16="http://schemas.microsoft.com/office/drawing/2014/main"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a16:creationId xmlns:a16="http://schemas.microsoft.com/office/drawing/2014/main"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a16:creationId xmlns:a16="http://schemas.microsoft.com/office/drawing/2014/main"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a16:creationId xmlns:a16="http://schemas.microsoft.com/office/drawing/2014/main"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a16:creationId xmlns:a16="http://schemas.microsoft.com/office/drawing/2014/main"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a16:creationId xmlns:a16="http://schemas.microsoft.com/office/drawing/2014/main"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a16:creationId xmlns:a16="http://schemas.microsoft.com/office/drawing/2014/main"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a16:creationId xmlns:a16="http://schemas.microsoft.com/office/drawing/2014/main"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a16:creationId xmlns:a16="http://schemas.microsoft.com/office/drawing/2014/main"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a16:creationId xmlns:a16="http://schemas.microsoft.com/office/drawing/2014/main"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a16:creationId xmlns:a16="http://schemas.microsoft.com/office/drawing/2014/main"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a16:creationId xmlns:a16="http://schemas.microsoft.com/office/drawing/2014/main"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a16:creationId xmlns:a16="http://schemas.microsoft.com/office/drawing/2014/main"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a16:creationId xmlns:a16="http://schemas.microsoft.com/office/drawing/2014/main"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a16:creationId xmlns:a16="http://schemas.microsoft.com/office/drawing/2014/main"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a16:creationId xmlns:a16="http://schemas.microsoft.com/office/drawing/2014/main"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a16:creationId xmlns:a16="http://schemas.microsoft.com/office/drawing/2014/main"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a16:creationId xmlns:a16="http://schemas.microsoft.com/office/drawing/2014/main"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a16:creationId xmlns:a16="http://schemas.microsoft.com/office/drawing/2014/main"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a16:creationId xmlns:a16="http://schemas.microsoft.com/office/drawing/2014/main"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a16:creationId xmlns:a16="http://schemas.microsoft.com/office/drawing/2014/main"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a16:creationId xmlns:a16="http://schemas.microsoft.com/office/drawing/2014/main"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a16:creationId xmlns:a16="http://schemas.microsoft.com/office/drawing/2014/main"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a16:creationId xmlns:a16="http://schemas.microsoft.com/office/drawing/2014/main"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a16:creationId xmlns:a16="http://schemas.microsoft.com/office/drawing/2014/main"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a16:creationId xmlns:a16="http://schemas.microsoft.com/office/drawing/2014/main"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a16:creationId xmlns:a16="http://schemas.microsoft.com/office/drawing/2014/main"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a16:creationId xmlns:a16="http://schemas.microsoft.com/office/drawing/2014/main"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a16:creationId xmlns:a16="http://schemas.microsoft.com/office/drawing/2014/main"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89591564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a16:creationId xmlns:a16="http://schemas.microsoft.com/office/drawing/2014/main"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a16:creationId xmlns:a16="http://schemas.microsoft.com/office/drawing/2014/main"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a16:creationId xmlns:a16="http://schemas.microsoft.com/office/drawing/2014/main"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a16:creationId xmlns:a16="http://schemas.microsoft.com/office/drawing/2014/main"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a16:creationId xmlns:a16="http://schemas.microsoft.com/office/drawing/2014/main"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a16:creationId xmlns:a16="http://schemas.microsoft.com/office/drawing/2014/main"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a16:creationId xmlns:a16="http://schemas.microsoft.com/office/drawing/2014/main"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a16:creationId xmlns:a16="http://schemas.microsoft.com/office/drawing/2014/main"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a16:creationId xmlns:a16="http://schemas.microsoft.com/office/drawing/2014/main"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740807955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a16:creationId xmlns:a16="http://schemas.microsoft.com/office/drawing/2014/main"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a16:creationId xmlns:a16="http://schemas.microsoft.com/office/drawing/2014/main"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a16:creationId xmlns:a16="http://schemas.microsoft.com/office/drawing/2014/main"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a16:creationId xmlns:a16="http://schemas.microsoft.com/office/drawing/2014/main"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a16:creationId xmlns:a16="http://schemas.microsoft.com/office/drawing/2014/main"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a16:creationId xmlns:a16="http://schemas.microsoft.com/office/drawing/2014/main"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a16:creationId xmlns:a16="http://schemas.microsoft.com/office/drawing/2014/main"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a16:creationId xmlns:a16="http://schemas.microsoft.com/office/drawing/2014/main"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a16:creationId xmlns:a16="http://schemas.microsoft.com/office/drawing/2014/main"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a16:creationId xmlns:a16="http://schemas.microsoft.com/office/drawing/2014/main"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a16:creationId xmlns:a16="http://schemas.microsoft.com/office/drawing/2014/main"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a16:creationId xmlns:a16="http://schemas.microsoft.com/office/drawing/2014/main"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a16:creationId xmlns:a16="http://schemas.microsoft.com/office/drawing/2014/main"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a16:creationId xmlns:a16="http://schemas.microsoft.com/office/drawing/2014/main"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2341578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296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a16:creationId xmlns:a16="http://schemas.microsoft.com/office/drawing/2014/main"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a16:creationId xmlns:a16="http://schemas.microsoft.com/office/drawing/2014/main"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a16:creationId xmlns:a16="http://schemas.microsoft.com/office/drawing/2014/main"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a16:creationId xmlns:a16="http://schemas.microsoft.com/office/drawing/2014/main"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a16:creationId xmlns:a16="http://schemas.microsoft.com/office/drawing/2014/main"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a16:creationId xmlns:a16="http://schemas.microsoft.com/office/drawing/2014/main"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a16:creationId xmlns:a16="http://schemas.microsoft.com/office/drawing/2014/main"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a16:creationId xmlns:a16="http://schemas.microsoft.com/office/drawing/2014/main"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a16:creationId xmlns:a16="http://schemas.microsoft.com/office/drawing/2014/main"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a16:creationId xmlns:a16="http://schemas.microsoft.com/office/drawing/2014/main"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a16:creationId xmlns:a16="http://schemas.microsoft.com/office/drawing/2014/main"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a16:creationId xmlns:a16="http://schemas.microsoft.com/office/drawing/2014/main"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a16:creationId xmlns:a16="http://schemas.microsoft.com/office/drawing/2014/main"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a16:creationId xmlns:a16="http://schemas.microsoft.com/office/drawing/2014/main"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a16:creationId xmlns:a16="http://schemas.microsoft.com/office/drawing/2014/main"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a16:creationId xmlns:a16="http://schemas.microsoft.com/office/drawing/2014/main"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a16:creationId xmlns:a16="http://schemas.microsoft.com/office/drawing/2014/main"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a16:creationId xmlns:a16="http://schemas.microsoft.com/office/drawing/2014/main"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a16:creationId xmlns:a16="http://schemas.microsoft.com/office/drawing/2014/main"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59397612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a16:creationId xmlns:a16="http://schemas.microsoft.com/office/drawing/2014/main"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a16:creationId xmlns:a16="http://schemas.microsoft.com/office/drawing/2014/main"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a16:creationId xmlns:a16="http://schemas.microsoft.com/office/drawing/2014/main"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a16:creationId xmlns:a16="http://schemas.microsoft.com/office/drawing/2014/main"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a16:creationId xmlns:a16="http://schemas.microsoft.com/office/drawing/2014/main"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57198633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a16:creationId xmlns:a16="http://schemas.microsoft.com/office/drawing/2014/main"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a16:creationId xmlns:a16="http://schemas.microsoft.com/office/drawing/2014/main"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a16:creationId xmlns:a16="http://schemas.microsoft.com/office/drawing/2014/main"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a16:creationId xmlns:a16="http://schemas.microsoft.com/office/drawing/2014/main"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a16:creationId xmlns:a16="http://schemas.microsoft.com/office/drawing/2014/main"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a16:creationId xmlns:a16="http://schemas.microsoft.com/office/drawing/2014/main"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a16:creationId xmlns:a16="http://schemas.microsoft.com/office/drawing/2014/main"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a16:creationId xmlns:a16="http://schemas.microsoft.com/office/drawing/2014/main"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a16:creationId xmlns:a16="http://schemas.microsoft.com/office/drawing/2014/main"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a16:creationId xmlns:a16="http://schemas.microsoft.com/office/drawing/2014/main"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a16:creationId xmlns:a16="http://schemas.microsoft.com/office/drawing/2014/main"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a16:creationId xmlns:a16="http://schemas.microsoft.com/office/drawing/2014/main"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a16:creationId xmlns:a16="http://schemas.microsoft.com/office/drawing/2014/main"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a16:creationId xmlns:a16="http://schemas.microsoft.com/office/drawing/2014/main"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a16:creationId xmlns:a16="http://schemas.microsoft.com/office/drawing/2014/main"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a16:creationId xmlns:a16="http://schemas.microsoft.com/office/drawing/2014/main"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a16:creationId xmlns:a16="http://schemas.microsoft.com/office/drawing/2014/main"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a16:creationId xmlns:a16="http://schemas.microsoft.com/office/drawing/2014/main"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a16:creationId xmlns:a16="http://schemas.microsoft.com/office/drawing/2014/main"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a16:creationId xmlns:a16="http://schemas.microsoft.com/office/drawing/2014/main"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a16:creationId xmlns:a16="http://schemas.microsoft.com/office/drawing/2014/main"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a16:creationId xmlns:a16="http://schemas.microsoft.com/office/drawing/2014/main"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a16:creationId xmlns:a16="http://schemas.microsoft.com/office/drawing/2014/main"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a16:creationId xmlns:a16="http://schemas.microsoft.com/office/drawing/2014/main"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a16:creationId xmlns:a16="http://schemas.microsoft.com/office/drawing/2014/main"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a16:creationId xmlns:a16="http://schemas.microsoft.com/office/drawing/2014/main"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a16:creationId xmlns:a16="http://schemas.microsoft.com/office/drawing/2014/main"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a16:creationId xmlns:a16="http://schemas.microsoft.com/office/drawing/2014/main"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a16:creationId xmlns:a16="http://schemas.microsoft.com/office/drawing/2014/main"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a16:creationId xmlns:a16="http://schemas.microsoft.com/office/drawing/2014/main"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a16:creationId xmlns:a16="http://schemas.microsoft.com/office/drawing/2014/main"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a16:creationId xmlns:a16="http://schemas.microsoft.com/office/drawing/2014/main"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a16:creationId xmlns:a16="http://schemas.microsoft.com/office/drawing/2014/main"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a16:creationId xmlns:a16="http://schemas.microsoft.com/office/drawing/2014/main"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a16:creationId xmlns:a16="http://schemas.microsoft.com/office/drawing/2014/main"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a16:creationId xmlns:a16="http://schemas.microsoft.com/office/drawing/2014/main"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a16:creationId xmlns:a16="http://schemas.microsoft.com/office/drawing/2014/main"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a16:creationId xmlns:a16="http://schemas.microsoft.com/office/drawing/2014/main"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a16:creationId xmlns:a16="http://schemas.microsoft.com/office/drawing/2014/main"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a16:creationId xmlns:a16="http://schemas.microsoft.com/office/drawing/2014/main"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a16:creationId xmlns:a16="http://schemas.microsoft.com/office/drawing/2014/main"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a16:creationId xmlns:a16="http://schemas.microsoft.com/office/drawing/2014/main"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a16:creationId xmlns:a16="http://schemas.microsoft.com/office/drawing/2014/main"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9706335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a16:creationId xmlns:a16="http://schemas.microsoft.com/office/drawing/2014/main"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a16:creationId xmlns:a16="http://schemas.microsoft.com/office/drawing/2014/main"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a16:creationId xmlns:a16="http://schemas.microsoft.com/office/drawing/2014/main"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a16:creationId xmlns:a16="http://schemas.microsoft.com/office/drawing/2014/main"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a16:creationId xmlns:a16="http://schemas.microsoft.com/office/drawing/2014/main"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a16:creationId xmlns:a16="http://schemas.microsoft.com/office/drawing/2014/main"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a16:creationId xmlns:a16="http://schemas.microsoft.com/office/drawing/2014/main"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a16:creationId xmlns:a16="http://schemas.microsoft.com/office/drawing/2014/main"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a16:creationId xmlns:a16="http://schemas.microsoft.com/office/drawing/2014/main"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a16:creationId xmlns:a16="http://schemas.microsoft.com/office/drawing/2014/main"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a16:creationId xmlns:a16="http://schemas.microsoft.com/office/drawing/2014/main"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a16:creationId xmlns:a16="http://schemas.microsoft.com/office/drawing/2014/main"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a16:creationId xmlns:a16="http://schemas.microsoft.com/office/drawing/2014/main"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a16:creationId xmlns:a16="http://schemas.microsoft.com/office/drawing/2014/main"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a16:creationId xmlns:a16="http://schemas.microsoft.com/office/drawing/2014/main"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a16:creationId xmlns:a16="http://schemas.microsoft.com/office/drawing/2014/main"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a16:creationId xmlns:a16="http://schemas.microsoft.com/office/drawing/2014/main"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a16:creationId xmlns:a16="http://schemas.microsoft.com/office/drawing/2014/main"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a16:creationId xmlns:a16="http://schemas.microsoft.com/office/drawing/2014/main"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a16:creationId xmlns:a16="http://schemas.microsoft.com/office/drawing/2014/main"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a16:creationId xmlns:a16="http://schemas.microsoft.com/office/drawing/2014/main"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a16:creationId xmlns:a16="http://schemas.microsoft.com/office/drawing/2014/main"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a16:creationId xmlns:a16="http://schemas.microsoft.com/office/drawing/2014/main"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a16:creationId xmlns:a16="http://schemas.microsoft.com/office/drawing/2014/main"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a16:creationId xmlns:a16="http://schemas.microsoft.com/office/drawing/2014/main"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a16:creationId xmlns:a16="http://schemas.microsoft.com/office/drawing/2014/main"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a16:creationId xmlns:a16="http://schemas.microsoft.com/office/drawing/2014/main"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a16:creationId xmlns:a16="http://schemas.microsoft.com/office/drawing/2014/main"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a16:creationId xmlns:a16="http://schemas.microsoft.com/office/drawing/2014/main"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a16:creationId xmlns:a16="http://schemas.microsoft.com/office/drawing/2014/main"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a16:creationId xmlns:a16="http://schemas.microsoft.com/office/drawing/2014/main"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a16:creationId xmlns:a16="http://schemas.microsoft.com/office/drawing/2014/main"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a16:creationId xmlns:a16="http://schemas.microsoft.com/office/drawing/2014/main"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a16:creationId xmlns:a16="http://schemas.microsoft.com/office/drawing/2014/main"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a16:creationId xmlns:a16="http://schemas.microsoft.com/office/drawing/2014/main"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a16:creationId xmlns:a16="http://schemas.microsoft.com/office/drawing/2014/main"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a16:creationId xmlns:a16="http://schemas.microsoft.com/office/drawing/2014/main"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a16:creationId xmlns:a16="http://schemas.microsoft.com/office/drawing/2014/main"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a16:creationId xmlns:a16="http://schemas.microsoft.com/office/drawing/2014/main"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a16:creationId xmlns:a16="http://schemas.microsoft.com/office/drawing/2014/main"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a16:creationId xmlns:a16="http://schemas.microsoft.com/office/drawing/2014/main"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a16:creationId xmlns:a16="http://schemas.microsoft.com/office/drawing/2014/main"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a16:creationId xmlns:a16="http://schemas.microsoft.com/office/drawing/2014/main"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a16:creationId xmlns:a16="http://schemas.microsoft.com/office/drawing/2014/main"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a16:creationId xmlns:a16="http://schemas.microsoft.com/office/drawing/2014/main"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a16:creationId xmlns:a16="http://schemas.microsoft.com/office/drawing/2014/main"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a16:creationId xmlns:a16="http://schemas.microsoft.com/office/drawing/2014/main"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a16:creationId xmlns:a16="http://schemas.microsoft.com/office/drawing/2014/main"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a16:creationId xmlns:a16="http://schemas.microsoft.com/office/drawing/2014/main"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a16:creationId xmlns:a16="http://schemas.microsoft.com/office/drawing/2014/main"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a16:creationId xmlns:a16="http://schemas.microsoft.com/office/drawing/2014/main"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a16:creationId xmlns:a16="http://schemas.microsoft.com/office/drawing/2014/main"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a16:creationId xmlns:a16="http://schemas.microsoft.com/office/drawing/2014/main"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a16:creationId xmlns:a16="http://schemas.microsoft.com/office/drawing/2014/main"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a16:creationId xmlns:a16="http://schemas.microsoft.com/office/drawing/2014/main"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a16:creationId xmlns:a16="http://schemas.microsoft.com/office/drawing/2014/main"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a16:creationId xmlns:a16="http://schemas.microsoft.com/office/drawing/2014/main"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a16:creationId xmlns:a16="http://schemas.microsoft.com/office/drawing/2014/main"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a16:creationId xmlns:a16="http://schemas.microsoft.com/office/drawing/2014/main"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a16:creationId xmlns:a16="http://schemas.microsoft.com/office/drawing/2014/main"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a16:creationId xmlns:a16="http://schemas.microsoft.com/office/drawing/2014/main"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a16:creationId xmlns:a16="http://schemas.microsoft.com/office/drawing/2014/main"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a16:creationId xmlns:a16="http://schemas.microsoft.com/office/drawing/2014/main"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a16:creationId xmlns:a16="http://schemas.microsoft.com/office/drawing/2014/main"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a16:creationId xmlns:a16="http://schemas.microsoft.com/office/drawing/2014/main"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a16:creationId xmlns:a16="http://schemas.microsoft.com/office/drawing/2014/main"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a16:creationId xmlns:a16="http://schemas.microsoft.com/office/drawing/2014/main"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a16:creationId xmlns:a16="http://schemas.microsoft.com/office/drawing/2014/main"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a16:creationId xmlns:a16="http://schemas.microsoft.com/office/drawing/2014/main"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a16:creationId xmlns:a16="http://schemas.microsoft.com/office/drawing/2014/main"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a16:creationId xmlns:a16="http://schemas.microsoft.com/office/drawing/2014/main"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a16:creationId xmlns:a16="http://schemas.microsoft.com/office/drawing/2014/main"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a16:creationId xmlns:a16="http://schemas.microsoft.com/office/drawing/2014/main"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a16:creationId xmlns:a16="http://schemas.microsoft.com/office/drawing/2014/main"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a16:creationId xmlns:a16="http://schemas.microsoft.com/office/drawing/2014/main"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a16:creationId xmlns:a16="http://schemas.microsoft.com/office/drawing/2014/main"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a16:creationId xmlns:a16="http://schemas.microsoft.com/office/drawing/2014/main"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a16:creationId xmlns:a16="http://schemas.microsoft.com/office/drawing/2014/main"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a16:creationId xmlns:a16="http://schemas.microsoft.com/office/drawing/2014/main"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a16:creationId xmlns:a16="http://schemas.microsoft.com/office/drawing/2014/main"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a16:creationId xmlns:a16="http://schemas.microsoft.com/office/drawing/2014/main"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a16:creationId xmlns:a16="http://schemas.microsoft.com/office/drawing/2014/main"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a16:creationId xmlns:a16="http://schemas.microsoft.com/office/drawing/2014/main"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a16:creationId xmlns:a16="http://schemas.microsoft.com/office/drawing/2014/main"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a16:creationId xmlns:a16="http://schemas.microsoft.com/office/drawing/2014/main"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a16:creationId xmlns:a16="http://schemas.microsoft.com/office/drawing/2014/main"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a16:creationId xmlns:a16="http://schemas.microsoft.com/office/drawing/2014/main"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a16:creationId xmlns:a16="http://schemas.microsoft.com/office/drawing/2014/main"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a16:creationId xmlns:a16="http://schemas.microsoft.com/office/drawing/2014/main"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a16:creationId xmlns:a16="http://schemas.microsoft.com/office/drawing/2014/main"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a16:creationId xmlns:a16="http://schemas.microsoft.com/office/drawing/2014/main"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a16:creationId xmlns:a16="http://schemas.microsoft.com/office/drawing/2014/main"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a16:creationId xmlns:a16="http://schemas.microsoft.com/office/drawing/2014/main"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a16:creationId xmlns:a16="http://schemas.microsoft.com/office/drawing/2014/main"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a16:creationId xmlns:a16="http://schemas.microsoft.com/office/drawing/2014/main"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a16:creationId xmlns:a16="http://schemas.microsoft.com/office/drawing/2014/main"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a16:creationId xmlns:a16="http://schemas.microsoft.com/office/drawing/2014/main"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a16:creationId xmlns:a16="http://schemas.microsoft.com/office/drawing/2014/main"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9427088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a16:creationId xmlns:a16="http://schemas.microsoft.com/office/drawing/2014/main"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a16:creationId xmlns:a16="http://schemas.microsoft.com/office/drawing/2014/main"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a16:creationId xmlns:a16="http://schemas.microsoft.com/office/drawing/2014/main"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a16:creationId xmlns:a16="http://schemas.microsoft.com/office/drawing/2014/main"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a16:creationId xmlns:a16="http://schemas.microsoft.com/office/drawing/2014/main"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a16:creationId xmlns:a16="http://schemas.microsoft.com/office/drawing/2014/main"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a16:creationId xmlns:a16="http://schemas.microsoft.com/office/drawing/2014/main"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a16:creationId xmlns:a16="http://schemas.microsoft.com/office/drawing/2014/main"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a16:creationId xmlns:a16="http://schemas.microsoft.com/office/drawing/2014/main"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a16:creationId xmlns:a16="http://schemas.microsoft.com/office/drawing/2014/main"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a16:creationId xmlns:a16="http://schemas.microsoft.com/office/drawing/2014/main"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a16:creationId xmlns:a16="http://schemas.microsoft.com/office/drawing/2014/main"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a16:creationId xmlns:a16="http://schemas.microsoft.com/office/drawing/2014/main"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a16:creationId xmlns:a16="http://schemas.microsoft.com/office/drawing/2014/main"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a16:creationId xmlns:a16="http://schemas.microsoft.com/office/drawing/2014/main"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a16:creationId xmlns:a16="http://schemas.microsoft.com/office/drawing/2014/main"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a16:creationId xmlns:a16="http://schemas.microsoft.com/office/drawing/2014/main"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a16:creationId xmlns:a16="http://schemas.microsoft.com/office/drawing/2014/main"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a16:creationId xmlns:a16="http://schemas.microsoft.com/office/drawing/2014/main"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a16:creationId xmlns:a16="http://schemas.microsoft.com/office/drawing/2014/main"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a16:creationId xmlns:a16="http://schemas.microsoft.com/office/drawing/2014/main"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a16:creationId xmlns:a16="http://schemas.microsoft.com/office/drawing/2014/main"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a16:creationId xmlns:a16="http://schemas.microsoft.com/office/drawing/2014/main"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a16:creationId xmlns:a16="http://schemas.microsoft.com/office/drawing/2014/main"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a16:creationId xmlns:a16="http://schemas.microsoft.com/office/drawing/2014/main"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a16:creationId xmlns:a16="http://schemas.microsoft.com/office/drawing/2014/main"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a16:creationId xmlns:a16="http://schemas.microsoft.com/office/drawing/2014/main"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a16:creationId xmlns:a16="http://schemas.microsoft.com/office/drawing/2014/main"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a16:creationId xmlns:a16="http://schemas.microsoft.com/office/drawing/2014/main"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a16:creationId xmlns:a16="http://schemas.microsoft.com/office/drawing/2014/main"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a16:creationId xmlns:a16="http://schemas.microsoft.com/office/drawing/2014/main"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a16:creationId xmlns:a16="http://schemas.microsoft.com/office/drawing/2014/main"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a16:creationId xmlns:a16="http://schemas.microsoft.com/office/drawing/2014/main"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a16:creationId xmlns:a16="http://schemas.microsoft.com/office/drawing/2014/main"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a16:creationId xmlns:a16="http://schemas.microsoft.com/office/drawing/2014/main"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a16:creationId xmlns:a16="http://schemas.microsoft.com/office/drawing/2014/main"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a16:creationId xmlns:a16="http://schemas.microsoft.com/office/drawing/2014/main"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a16:creationId xmlns:a16="http://schemas.microsoft.com/office/drawing/2014/main"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a16:creationId xmlns:a16="http://schemas.microsoft.com/office/drawing/2014/main"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a16:creationId xmlns:a16="http://schemas.microsoft.com/office/drawing/2014/main"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a16:creationId xmlns:a16="http://schemas.microsoft.com/office/drawing/2014/main"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a16:creationId xmlns:a16="http://schemas.microsoft.com/office/drawing/2014/main"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a16:creationId xmlns:a16="http://schemas.microsoft.com/office/drawing/2014/main"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a16:creationId xmlns:a16="http://schemas.microsoft.com/office/drawing/2014/main"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a16:creationId xmlns:a16="http://schemas.microsoft.com/office/drawing/2014/main"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a16:creationId xmlns:a16="http://schemas.microsoft.com/office/drawing/2014/main"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a16:creationId xmlns:a16="http://schemas.microsoft.com/office/drawing/2014/main"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a16:creationId xmlns:a16="http://schemas.microsoft.com/office/drawing/2014/main"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a16:creationId xmlns:a16="http://schemas.microsoft.com/office/drawing/2014/main"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a16:creationId xmlns:a16="http://schemas.microsoft.com/office/drawing/2014/main"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a16:creationId xmlns:a16="http://schemas.microsoft.com/office/drawing/2014/main"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a16:creationId xmlns:a16="http://schemas.microsoft.com/office/drawing/2014/main"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a16:creationId xmlns:a16="http://schemas.microsoft.com/office/drawing/2014/main"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a16:creationId xmlns:a16="http://schemas.microsoft.com/office/drawing/2014/main"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a16:creationId xmlns:a16="http://schemas.microsoft.com/office/drawing/2014/main"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a16:creationId xmlns:a16="http://schemas.microsoft.com/office/drawing/2014/main"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a16:creationId xmlns:a16="http://schemas.microsoft.com/office/drawing/2014/main"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a16:creationId xmlns:a16="http://schemas.microsoft.com/office/drawing/2014/main"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a16:creationId xmlns:a16="http://schemas.microsoft.com/office/drawing/2014/main"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a16:creationId xmlns:a16="http://schemas.microsoft.com/office/drawing/2014/main"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a16:creationId xmlns:a16="http://schemas.microsoft.com/office/drawing/2014/main"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a16:creationId xmlns:a16="http://schemas.microsoft.com/office/drawing/2014/main"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a16:creationId xmlns:a16="http://schemas.microsoft.com/office/drawing/2014/main"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a16:creationId xmlns:a16="http://schemas.microsoft.com/office/drawing/2014/main"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a16:creationId xmlns:a16="http://schemas.microsoft.com/office/drawing/2014/main"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81191025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a16:creationId xmlns:a16="http://schemas.microsoft.com/office/drawing/2014/main"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a16:creationId xmlns:a16="http://schemas.microsoft.com/office/drawing/2014/main"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a16:creationId xmlns:a16="http://schemas.microsoft.com/office/drawing/2014/main"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a16:creationId xmlns:a16="http://schemas.microsoft.com/office/drawing/2014/main"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a16:creationId xmlns:a16="http://schemas.microsoft.com/office/drawing/2014/main"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a16:creationId xmlns:a16="http://schemas.microsoft.com/office/drawing/2014/main"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a16:creationId xmlns:a16="http://schemas.microsoft.com/office/drawing/2014/main"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a16:creationId xmlns:a16="http://schemas.microsoft.com/office/drawing/2014/main"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a16:creationId xmlns:a16="http://schemas.microsoft.com/office/drawing/2014/main"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a16:creationId xmlns:a16="http://schemas.microsoft.com/office/drawing/2014/main"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a16:creationId xmlns:a16="http://schemas.microsoft.com/office/drawing/2014/main"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a16:creationId xmlns:a16="http://schemas.microsoft.com/office/drawing/2014/main"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a16:creationId xmlns:a16="http://schemas.microsoft.com/office/drawing/2014/main"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a16:creationId xmlns:a16="http://schemas.microsoft.com/office/drawing/2014/main"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a16:creationId xmlns:a16="http://schemas.microsoft.com/office/drawing/2014/main"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a16:creationId xmlns:a16="http://schemas.microsoft.com/office/drawing/2014/main"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a16:creationId xmlns:a16="http://schemas.microsoft.com/office/drawing/2014/main"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a16:creationId xmlns:a16="http://schemas.microsoft.com/office/drawing/2014/main"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a16:creationId xmlns:a16="http://schemas.microsoft.com/office/drawing/2014/main"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a16:creationId xmlns:a16="http://schemas.microsoft.com/office/drawing/2014/main"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a16:creationId xmlns:a16="http://schemas.microsoft.com/office/drawing/2014/main"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a16:creationId xmlns:a16="http://schemas.microsoft.com/office/drawing/2014/main"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a16:creationId xmlns:a16="http://schemas.microsoft.com/office/drawing/2014/main"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a16:creationId xmlns:a16="http://schemas.microsoft.com/office/drawing/2014/main"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a16:creationId xmlns:a16="http://schemas.microsoft.com/office/drawing/2014/main"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a16:creationId xmlns:a16="http://schemas.microsoft.com/office/drawing/2014/main"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a16:creationId xmlns:a16="http://schemas.microsoft.com/office/drawing/2014/main"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a16:creationId xmlns:a16="http://schemas.microsoft.com/office/drawing/2014/main"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a16:creationId xmlns:a16="http://schemas.microsoft.com/office/drawing/2014/main"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a16:creationId xmlns:a16="http://schemas.microsoft.com/office/drawing/2014/main"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a16:creationId xmlns:a16="http://schemas.microsoft.com/office/drawing/2014/main"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a16:creationId xmlns:a16="http://schemas.microsoft.com/office/drawing/2014/main"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a16:creationId xmlns:a16="http://schemas.microsoft.com/office/drawing/2014/main"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a16:creationId xmlns:a16="http://schemas.microsoft.com/office/drawing/2014/main"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a16:creationId xmlns:a16="http://schemas.microsoft.com/office/drawing/2014/main"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a16:creationId xmlns:a16="http://schemas.microsoft.com/office/drawing/2014/main"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a16:creationId xmlns:a16="http://schemas.microsoft.com/office/drawing/2014/main"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a16:creationId xmlns:a16="http://schemas.microsoft.com/office/drawing/2014/main"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a16:creationId xmlns:a16="http://schemas.microsoft.com/office/drawing/2014/main"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a16:creationId xmlns:a16="http://schemas.microsoft.com/office/drawing/2014/main"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a16:creationId xmlns:a16="http://schemas.microsoft.com/office/drawing/2014/main"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a16:creationId xmlns:a16="http://schemas.microsoft.com/office/drawing/2014/main"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a16:creationId xmlns:a16="http://schemas.microsoft.com/office/drawing/2014/main"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a16:creationId xmlns:a16="http://schemas.microsoft.com/office/drawing/2014/main"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a16:creationId xmlns:a16="http://schemas.microsoft.com/office/drawing/2014/main"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a16:creationId xmlns:a16="http://schemas.microsoft.com/office/drawing/2014/main"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a16:creationId xmlns:a16="http://schemas.microsoft.com/office/drawing/2014/main"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a16:creationId xmlns:a16="http://schemas.microsoft.com/office/drawing/2014/main"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a16:creationId xmlns:a16="http://schemas.microsoft.com/office/drawing/2014/main"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a16:creationId xmlns:a16="http://schemas.microsoft.com/office/drawing/2014/main"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a16:creationId xmlns:a16="http://schemas.microsoft.com/office/drawing/2014/main"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a16:creationId xmlns:a16="http://schemas.microsoft.com/office/drawing/2014/main"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a16:creationId xmlns:a16="http://schemas.microsoft.com/office/drawing/2014/main"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a16:creationId xmlns:a16="http://schemas.microsoft.com/office/drawing/2014/main"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a16:creationId xmlns:a16="http://schemas.microsoft.com/office/drawing/2014/main"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a16:creationId xmlns:a16="http://schemas.microsoft.com/office/drawing/2014/main"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a16:creationId xmlns:a16="http://schemas.microsoft.com/office/drawing/2014/main"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a16:creationId xmlns:a16="http://schemas.microsoft.com/office/drawing/2014/main"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a16:creationId xmlns:a16="http://schemas.microsoft.com/office/drawing/2014/main"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a16:creationId xmlns:a16="http://schemas.microsoft.com/office/drawing/2014/main"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a16:creationId xmlns:a16="http://schemas.microsoft.com/office/drawing/2014/main"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a16:creationId xmlns:a16="http://schemas.microsoft.com/office/drawing/2014/main"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a16:creationId xmlns:a16="http://schemas.microsoft.com/office/drawing/2014/main"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a16:creationId xmlns:a16="http://schemas.microsoft.com/office/drawing/2014/main"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21034715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a16:creationId xmlns:a16="http://schemas.microsoft.com/office/drawing/2014/main"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a16:creationId xmlns:a16="http://schemas.microsoft.com/office/drawing/2014/main"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a16:creationId xmlns:a16="http://schemas.microsoft.com/office/drawing/2014/main"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a16:creationId xmlns:a16="http://schemas.microsoft.com/office/drawing/2014/main"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a16:creationId xmlns:a16="http://schemas.microsoft.com/office/drawing/2014/main"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a16:creationId xmlns:a16="http://schemas.microsoft.com/office/drawing/2014/main"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a16:creationId xmlns:a16="http://schemas.microsoft.com/office/drawing/2014/main"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a16:creationId xmlns:a16="http://schemas.microsoft.com/office/drawing/2014/main"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a16:creationId xmlns:a16="http://schemas.microsoft.com/office/drawing/2014/main"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a16:creationId xmlns:a16="http://schemas.microsoft.com/office/drawing/2014/main"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a16:creationId xmlns:a16="http://schemas.microsoft.com/office/drawing/2014/main"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a16:creationId xmlns:a16="http://schemas.microsoft.com/office/drawing/2014/main"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a16:creationId xmlns:a16="http://schemas.microsoft.com/office/drawing/2014/main"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a16:creationId xmlns:a16="http://schemas.microsoft.com/office/drawing/2014/main"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a16:creationId xmlns:a16="http://schemas.microsoft.com/office/drawing/2014/main"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a16:creationId xmlns:a16="http://schemas.microsoft.com/office/drawing/2014/main"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a16:creationId xmlns:a16="http://schemas.microsoft.com/office/drawing/2014/main"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a16:creationId xmlns:a16="http://schemas.microsoft.com/office/drawing/2014/main"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a16:creationId xmlns:a16="http://schemas.microsoft.com/office/drawing/2014/main"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a16:creationId xmlns:a16="http://schemas.microsoft.com/office/drawing/2014/main"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a16:creationId xmlns:a16="http://schemas.microsoft.com/office/drawing/2014/main"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a16:creationId xmlns:a16="http://schemas.microsoft.com/office/drawing/2014/main"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a16:creationId xmlns:a16="http://schemas.microsoft.com/office/drawing/2014/main"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a16:creationId xmlns:a16="http://schemas.microsoft.com/office/drawing/2014/main"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a16:creationId xmlns:a16="http://schemas.microsoft.com/office/drawing/2014/main"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a16:creationId xmlns:a16="http://schemas.microsoft.com/office/drawing/2014/main"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a16:creationId xmlns:a16="http://schemas.microsoft.com/office/drawing/2014/main"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a16:creationId xmlns:a16="http://schemas.microsoft.com/office/drawing/2014/main"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a16:creationId xmlns:a16="http://schemas.microsoft.com/office/drawing/2014/main"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a16:creationId xmlns:a16="http://schemas.microsoft.com/office/drawing/2014/main"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a16:creationId xmlns:a16="http://schemas.microsoft.com/office/drawing/2014/main"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a16:creationId xmlns:a16="http://schemas.microsoft.com/office/drawing/2014/main"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a16:creationId xmlns:a16="http://schemas.microsoft.com/office/drawing/2014/main"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a16:creationId xmlns:a16="http://schemas.microsoft.com/office/drawing/2014/main"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a16:creationId xmlns:a16="http://schemas.microsoft.com/office/drawing/2014/main"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a16:creationId xmlns:a16="http://schemas.microsoft.com/office/drawing/2014/main"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a16:creationId xmlns:a16="http://schemas.microsoft.com/office/drawing/2014/main"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a16:creationId xmlns:a16="http://schemas.microsoft.com/office/drawing/2014/main"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a16:creationId xmlns:a16="http://schemas.microsoft.com/office/drawing/2014/main"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a16:creationId xmlns:a16="http://schemas.microsoft.com/office/drawing/2014/main"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a16:creationId xmlns:a16="http://schemas.microsoft.com/office/drawing/2014/main"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a16:creationId xmlns:a16="http://schemas.microsoft.com/office/drawing/2014/main"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a16:creationId xmlns:a16="http://schemas.microsoft.com/office/drawing/2014/main"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a16:creationId xmlns:a16="http://schemas.microsoft.com/office/drawing/2014/main"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a16:creationId xmlns:a16="http://schemas.microsoft.com/office/drawing/2014/main"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a16:creationId xmlns:a16="http://schemas.microsoft.com/office/drawing/2014/main"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a16:creationId xmlns:a16="http://schemas.microsoft.com/office/drawing/2014/main"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a16:creationId xmlns:a16="http://schemas.microsoft.com/office/drawing/2014/main"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a16:creationId xmlns:a16="http://schemas.microsoft.com/office/drawing/2014/main"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a16:creationId xmlns:a16="http://schemas.microsoft.com/office/drawing/2014/main"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a16:creationId xmlns:a16="http://schemas.microsoft.com/office/drawing/2014/main"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a16:creationId xmlns:a16="http://schemas.microsoft.com/office/drawing/2014/main"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a16:creationId xmlns:a16="http://schemas.microsoft.com/office/drawing/2014/main"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a16:creationId xmlns:a16="http://schemas.microsoft.com/office/drawing/2014/main"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a16:creationId xmlns:a16="http://schemas.microsoft.com/office/drawing/2014/main"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a16:creationId xmlns:a16="http://schemas.microsoft.com/office/drawing/2014/main"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a16:creationId xmlns:a16="http://schemas.microsoft.com/office/drawing/2014/main"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a16:creationId xmlns:a16="http://schemas.microsoft.com/office/drawing/2014/main"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a16:creationId xmlns:a16="http://schemas.microsoft.com/office/drawing/2014/main"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a16:creationId xmlns:a16="http://schemas.microsoft.com/office/drawing/2014/main"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a16:creationId xmlns:a16="http://schemas.microsoft.com/office/drawing/2014/main"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a16:creationId xmlns:a16="http://schemas.microsoft.com/office/drawing/2014/main"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a16:creationId xmlns:a16="http://schemas.microsoft.com/office/drawing/2014/main"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a16:creationId xmlns:a16="http://schemas.microsoft.com/office/drawing/2014/main"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a16:creationId xmlns:a16="http://schemas.microsoft.com/office/drawing/2014/main"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a16:creationId xmlns:a16="http://schemas.microsoft.com/office/drawing/2014/main"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a16:creationId xmlns:a16="http://schemas.microsoft.com/office/drawing/2014/main"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a16:creationId xmlns:a16="http://schemas.microsoft.com/office/drawing/2014/main"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a16:creationId xmlns:a16="http://schemas.microsoft.com/office/drawing/2014/main"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a16:creationId xmlns:a16="http://schemas.microsoft.com/office/drawing/2014/main"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a16:creationId xmlns:a16="http://schemas.microsoft.com/office/drawing/2014/main"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11719639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a16:creationId xmlns:a16="http://schemas.microsoft.com/office/drawing/2014/main"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a16:creationId xmlns:a16="http://schemas.microsoft.com/office/drawing/2014/main"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a16:creationId xmlns:a16="http://schemas.microsoft.com/office/drawing/2014/main"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a16:creationId xmlns:a16="http://schemas.microsoft.com/office/drawing/2014/main"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a16:creationId xmlns:a16="http://schemas.microsoft.com/office/drawing/2014/main"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a16:creationId xmlns:a16="http://schemas.microsoft.com/office/drawing/2014/main"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a16:creationId xmlns:a16="http://schemas.microsoft.com/office/drawing/2014/main"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a16:creationId xmlns:a16="http://schemas.microsoft.com/office/drawing/2014/main"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a16:creationId xmlns:a16="http://schemas.microsoft.com/office/drawing/2014/main"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a16:creationId xmlns:a16="http://schemas.microsoft.com/office/drawing/2014/main"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a16:creationId xmlns:a16="http://schemas.microsoft.com/office/drawing/2014/main"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a16:creationId xmlns:a16="http://schemas.microsoft.com/office/drawing/2014/main"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a16:creationId xmlns:a16="http://schemas.microsoft.com/office/drawing/2014/main"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a16:creationId xmlns:a16="http://schemas.microsoft.com/office/drawing/2014/main"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a16:creationId xmlns:a16="http://schemas.microsoft.com/office/drawing/2014/main"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a16:creationId xmlns:a16="http://schemas.microsoft.com/office/drawing/2014/main"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a16:creationId xmlns:a16="http://schemas.microsoft.com/office/drawing/2014/main"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a16:creationId xmlns:a16="http://schemas.microsoft.com/office/drawing/2014/main"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a16:creationId xmlns:a16="http://schemas.microsoft.com/office/drawing/2014/main"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a16:creationId xmlns:a16="http://schemas.microsoft.com/office/drawing/2014/main"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a16:creationId xmlns:a16="http://schemas.microsoft.com/office/drawing/2014/main"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a16:creationId xmlns:a16="http://schemas.microsoft.com/office/drawing/2014/main"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a16:creationId xmlns:a16="http://schemas.microsoft.com/office/drawing/2014/main"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a16:creationId xmlns:a16="http://schemas.microsoft.com/office/drawing/2014/main"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a16:creationId xmlns:a16="http://schemas.microsoft.com/office/drawing/2014/main"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a16:creationId xmlns:a16="http://schemas.microsoft.com/office/drawing/2014/main"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a16:creationId xmlns:a16="http://schemas.microsoft.com/office/drawing/2014/main"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a16:creationId xmlns:a16="http://schemas.microsoft.com/office/drawing/2014/main"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a16:creationId xmlns:a16="http://schemas.microsoft.com/office/drawing/2014/main"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a16:creationId xmlns:a16="http://schemas.microsoft.com/office/drawing/2014/main"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a16:creationId xmlns:a16="http://schemas.microsoft.com/office/drawing/2014/main"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4176520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a16:creationId xmlns:a16="http://schemas.microsoft.com/office/drawing/2014/main"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a16:creationId xmlns:a16="http://schemas.microsoft.com/office/drawing/2014/main"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タイトル 1">
            <a:extLst>
              <a:ext uri="{FF2B5EF4-FFF2-40B4-BE49-F238E27FC236}">
                <a16:creationId xmlns:a16="http://schemas.microsoft.com/office/drawing/2014/main"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a16:creationId xmlns:a16="http://schemas.microsoft.com/office/drawing/2014/main"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a16:creationId xmlns:a16="http://schemas.microsoft.com/office/drawing/2014/main"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a16:creationId xmlns:a16="http://schemas.microsoft.com/office/drawing/2014/main"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a16:creationId xmlns:a16="http://schemas.microsoft.com/office/drawing/2014/main"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a16:creationId xmlns:a16="http://schemas.microsoft.com/office/drawing/2014/main"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a16:creationId xmlns:a16="http://schemas.microsoft.com/office/drawing/2014/main"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a16:creationId xmlns:a16="http://schemas.microsoft.com/office/drawing/2014/main"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a16:creationId xmlns:a16="http://schemas.microsoft.com/office/drawing/2014/main"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a16:creationId xmlns:a16="http://schemas.microsoft.com/office/drawing/2014/main"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a16:creationId xmlns:a16="http://schemas.microsoft.com/office/drawing/2014/main"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a16:creationId xmlns:a16="http://schemas.microsoft.com/office/drawing/2014/main"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a16:creationId xmlns:a16="http://schemas.microsoft.com/office/drawing/2014/main"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a16:creationId xmlns:a16="http://schemas.microsoft.com/office/drawing/2014/main"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a16:creationId xmlns:a16="http://schemas.microsoft.com/office/drawing/2014/main"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a16:creationId xmlns:a16="http://schemas.microsoft.com/office/drawing/2014/main"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a16:creationId xmlns:a16="http://schemas.microsoft.com/office/drawing/2014/main"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a16:creationId xmlns:a16="http://schemas.microsoft.com/office/drawing/2014/main"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a16:creationId xmlns:a16="http://schemas.microsoft.com/office/drawing/2014/main"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a16:creationId xmlns:a16="http://schemas.microsoft.com/office/drawing/2014/main"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a16:creationId xmlns:a16="http://schemas.microsoft.com/office/drawing/2014/main"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a16:creationId xmlns:a16="http://schemas.microsoft.com/office/drawing/2014/main"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a16:creationId xmlns:a16="http://schemas.microsoft.com/office/drawing/2014/main"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a16:creationId xmlns:a16="http://schemas.microsoft.com/office/drawing/2014/main"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a16:creationId xmlns:a16="http://schemas.microsoft.com/office/drawing/2014/main"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a16:creationId xmlns:a16="http://schemas.microsoft.com/office/drawing/2014/main"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a16:creationId xmlns:a16="http://schemas.microsoft.com/office/drawing/2014/main"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a16:creationId xmlns:a16="http://schemas.microsoft.com/office/drawing/2014/main"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2423989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a16:creationId xmlns:a16="http://schemas.microsoft.com/office/drawing/2014/main"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a16:creationId xmlns:a16="http://schemas.microsoft.com/office/drawing/2014/main"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a16:creationId xmlns:a16="http://schemas.microsoft.com/office/drawing/2014/main"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a16:creationId xmlns:a16="http://schemas.microsoft.com/office/drawing/2014/main"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a16:creationId xmlns:a16="http://schemas.microsoft.com/office/drawing/2014/main"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a16:creationId xmlns:a16="http://schemas.microsoft.com/office/drawing/2014/main"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a16:creationId xmlns:a16="http://schemas.microsoft.com/office/drawing/2014/main"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a16:creationId xmlns:a16="http://schemas.microsoft.com/office/drawing/2014/main"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a16:creationId xmlns:a16="http://schemas.microsoft.com/office/drawing/2014/main"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a16:creationId xmlns:a16="http://schemas.microsoft.com/office/drawing/2014/main"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a16:creationId xmlns:a16="http://schemas.microsoft.com/office/drawing/2014/main"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5221072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a16:creationId xmlns:a16="http://schemas.microsoft.com/office/drawing/2014/main"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a16:creationId xmlns:a16="http://schemas.microsoft.com/office/drawing/2014/main"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a16:creationId xmlns:a16="http://schemas.microsoft.com/office/drawing/2014/main"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a16:creationId xmlns:a16="http://schemas.microsoft.com/office/drawing/2014/main"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a16:creationId xmlns:a16="http://schemas.microsoft.com/office/drawing/2014/main"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a16:creationId xmlns:a16="http://schemas.microsoft.com/office/drawing/2014/main"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a16:creationId xmlns:a16="http://schemas.microsoft.com/office/drawing/2014/main"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a16:creationId xmlns:a16="http://schemas.microsoft.com/office/drawing/2014/main"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a16:creationId xmlns:a16="http://schemas.microsoft.com/office/drawing/2014/main"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a16:creationId xmlns:a16="http://schemas.microsoft.com/office/drawing/2014/main"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a16:creationId xmlns:a16="http://schemas.microsoft.com/office/drawing/2014/main"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a16:creationId xmlns:a16="http://schemas.microsoft.com/office/drawing/2014/main"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a16:creationId xmlns:a16="http://schemas.microsoft.com/office/drawing/2014/main"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a16:creationId xmlns:a16="http://schemas.microsoft.com/office/drawing/2014/main"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a16:creationId xmlns:a16="http://schemas.microsoft.com/office/drawing/2014/main"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a16:creationId xmlns:a16="http://schemas.microsoft.com/office/drawing/2014/main"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a16:creationId xmlns:a16="http://schemas.microsoft.com/office/drawing/2014/main"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a16:creationId xmlns:a16="http://schemas.microsoft.com/office/drawing/2014/main"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a16:creationId xmlns:a16="http://schemas.microsoft.com/office/drawing/2014/main"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a16:creationId xmlns:a16="http://schemas.microsoft.com/office/drawing/2014/main"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a16:creationId xmlns:a16="http://schemas.microsoft.com/office/drawing/2014/main"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a16:creationId xmlns:a16="http://schemas.microsoft.com/office/drawing/2014/main"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a16:creationId xmlns:a16="http://schemas.microsoft.com/office/drawing/2014/main"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a16:creationId xmlns:a16="http://schemas.microsoft.com/office/drawing/2014/main"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a16:creationId xmlns:a16="http://schemas.microsoft.com/office/drawing/2014/main"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a16:creationId xmlns:a16="http://schemas.microsoft.com/office/drawing/2014/main"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a16:creationId xmlns:a16="http://schemas.microsoft.com/office/drawing/2014/main"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a16:creationId xmlns:a16="http://schemas.microsoft.com/office/drawing/2014/main"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a16:creationId xmlns:a16="http://schemas.microsoft.com/office/drawing/2014/main"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a16:creationId xmlns:a16="http://schemas.microsoft.com/office/drawing/2014/main"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a16:creationId xmlns:a16="http://schemas.microsoft.com/office/drawing/2014/main"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a16:creationId xmlns:a16="http://schemas.microsoft.com/office/drawing/2014/main"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a16:creationId xmlns:a16="http://schemas.microsoft.com/office/drawing/2014/main"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a16:creationId xmlns:a16="http://schemas.microsoft.com/office/drawing/2014/main"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a16:creationId xmlns:a16="http://schemas.microsoft.com/office/drawing/2014/main"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a16:creationId xmlns:a16="http://schemas.microsoft.com/office/drawing/2014/main"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a16:creationId xmlns:a16="http://schemas.microsoft.com/office/drawing/2014/main"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a16:creationId xmlns:a16="http://schemas.microsoft.com/office/drawing/2014/main"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a16:creationId xmlns:a16="http://schemas.microsoft.com/office/drawing/2014/main"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a16:creationId xmlns:a16="http://schemas.microsoft.com/office/drawing/2014/main"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a16:creationId xmlns:a16="http://schemas.microsoft.com/office/drawing/2014/main"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a16:creationId xmlns:a16="http://schemas.microsoft.com/office/drawing/2014/main"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a16:creationId xmlns:a16="http://schemas.microsoft.com/office/drawing/2014/main"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a16:creationId xmlns:a16="http://schemas.microsoft.com/office/drawing/2014/main"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a16:creationId xmlns:a16="http://schemas.microsoft.com/office/drawing/2014/main"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a16:creationId xmlns:a16="http://schemas.microsoft.com/office/drawing/2014/main"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a16:creationId xmlns:a16="http://schemas.microsoft.com/office/drawing/2014/main"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a16:creationId xmlns:a16="http://schemas.microsoft.com/office/drawing/2014/main"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a16:creationId xmlns:a16="http://schemas.microsoft.com/office/drawing/2014/main"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a16:creationId xmlns:a16="http://schemas.microsoft.com/office/drawing/2014/main"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a16:creationId xmlns:a16="http://schemas.microsoft.com/office/drawing/2014/main"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a16:creationId xmlns:a16="http://schemas.microsoft.com/office/drawing/2014/main"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a16:creationId xmlns:a16="http://schemas.microsoft.com/office/drawing/2014/main"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a16:creationId xmlns:a16="http://schemas.microsoft.com/office/drawing/2014/main"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a16:creationId xmlns:a16="http://schemas.microsoft.com/office/drawing/2014/main"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a16:creationId xmlns:a16="http://schemas.microsoft.com/office/drawing/2014/main"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a16:creationId xmlns:a16="http://schemas.microsoft.com/office/drawing/2014/main"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a16:creationId xmlns:a16="http://schemas.microsoft.com/office/drawing/2014/main"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a16:creationId xmlns:a16="http://schemas.microsoft.com/office/drawing/2014/main"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a16:creationId xmlns:a16="http://schemas.microsoft.com/office/drawing/2014/main"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a16:creationId xmlns:a16="http://schemas.microsoft.com/office/drawing/2014/main"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a16:creationId xmlns:a16="http://schemas.microsoft.com/office/drawing/2014/main"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a16:creationId xmlns:a16="http://schemas.microsoft.com/office/drawing/2014/main"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a16:creationId xmlns:a16="http://schemas.microsoft.com/office/drawing/2014/main"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a16:creationId xmlns:a16="http://schemas.microsoft.com/office/drawing/2014/main"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a16:creationId xmlns:a16="http://schemas.microsoft.com/office/drawing/2014/main"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a16:creationId xmlns:a16="http://schemas.microsoft.com/office/drawing/2014/main"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a16:creationId xmlns:a16="http://schemas.microsoft.com/office/drawing/2014/main"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a16:creationId xmlns:a16="http://schemas.microsoft.com/office/drawing/2014/main"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a16:creationId xmlns:a16="http://schemas.microsoft.com/office/drawing/2014/main"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a16:creationId xmlns:a16="http://schemas.microsoft.com/office/drawing/2014/main"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a16:creationId xmlns:a16="http://schemas.microsoft.com/office/drawing/2014/main"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a16:creationId xmlns:a16="http://schemas.microsoft.com/office/drawing/2014/main"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a16:creationId xmlns:a16="http://schemas.microsoft.com/office/drawing/2014/main"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a16:creationId xmlns:a16="http://schemas.microsoft.com/office/drawing/2014/main"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a16:creationId xmlns:a16="http://schemas.microsoft.com/office/drawing/2014/main"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a16:creationId xmlns:a16="http://schemas.microsoft.com/office/drawing/2014/main"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a16:creationId xmlns:a16="http://schemas.microsoft.com/office/drawing/2014/main"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a16:creationId xmlns:a16="http://schemas.microsoft.com/office/drawing/2014/main"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a16:creationId xmlns:a16="http://schemas.microsoft.com/office/drawing/2014/main"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a16:creationId xmlns:a16="http://schemas.microsoft.com/office/drawing/2014/main"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a16:creationId xmlns:a16="http://schemas.microsoft.com/office/drawing/2014/main"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a16:creationId xmlns:a16="http://schemas.microsoft.com/office/drawing/2014/main"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900433213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a16:creationId xmlns:a16="http://schemas.microsoft.com/office/drawing/2014/main"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a16:creationId xmlns:a16="http://schemas.microsoft.com/office/drawing/2014/main"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a16:creationId xmlns:a16="http://schemas.microsoft.com/office/drawing/2014/main"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a16:creationId xmlns:a16="http://schemas.microsoft.com/office/drawing/2014/main"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a16:creationId xmlns:a16="http://schemas.microsoft.com/office/drawing/2014/main"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a16:creationId xmlns:a16="http://schemas.microsoft.com/office/drawing/2014/main"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a16:creationId xmlns:a16="http://schemas.microsoft.com/office/drawing/2014/main"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a16:creationId xmlns:a16="http://schemas.microsoft.com/office/drawing/2014/main"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a16:creationId xmlns:a16="http://schemas.microsoft.com/office/drawing/2014/main"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a16:creationId xmlns:a16="http://schemas.microsoft.com/office/drawing/2014/main"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a16:creationId xmlns:a16="http://schemas.microsoft.com/office/drawing/2014/main"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a16:creationId xmlns:a16="http://schemas.microsoft.com/office/drawing/2014/main"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a16:creationId xmlns:a16="http://schemas.microsoft.com/office/drawing/2014/main"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a16:creationId xmlns:a16="http://schemas.microsoft.com/office/drawing/2014/main"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a16:creationId xmlns:a16="http://schemas.microsoft.com/office/drawing/2014/main"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a16:creationId xmlns:a16="http://schemas.microsoft.com/office/drawing/2014/main"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a16:creationId xmlns:a16="http://schemas.microsoft.com/office/drawing/2014/main"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a16:creationId xmlns:a16="http://schemas.microsoft.com/office/drawing/2014/main"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a16:creationId xmlns:a16="http://schemas.microsoft.com/office/drawing/2014/main"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a16:creationId xmlns:a16="http://schemas.microsoft.com/office/drawing/2014/main"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a16:creationId xmlns:a16="http://schemas.microsoft.com/office/drawing/2014/main"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a16:creationId xmlns:a16="http://schemas.microsoft.com/office/drawing/2014/main"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a16:creationId xmlns:a16="http://schemas.microsoft.com/office/drawing/2014/main"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a16:creationId xmlns:a16="http://schemas.microsoft.com/office/drawing/2014/main"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a16:creationId xmlns:a16="http://schemas.microsoft.com/office/drawing/2014/main"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a16:creationId xmlns:a16="http://schemas.microsoft.com/office/drawing/2014/main"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a16:creationId xmlns:a16="http://schemas.microsoft.com/office/drawing/2014/main"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a16:creationId xmlns:a16="http://schemas.microsoft.com/office/drawing/2014/main"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a16:creationId xmlns:a16="http://schemas.microsoft.com/office/drawing/2014/main"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a16:creationId xmlns:a16="http://schemas.microsoft.com/office/drawing/2014/main"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a16:creationId xmlns:a16="http://schemas.microsoft.com/office/drawing/2014/main"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a16:creationId xmlns:a16="http://schemas.microsoft.com/office/drawing/2014/main"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a16:creationId xmlns:a16="http://schemas.microsoft.com/office/drawing/2014/main"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a16:creationId xmlns:a16="http://schemas.microsoft.com/office/drawing/2014/main"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a16:creationId xmlns:a16="http://schemas.microsoft.com/office/drawing/2014/main"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a16:creationId xmlns:a16="http://schemas.microsoft.com/office/drawing/2014/main"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a16:creationId xmlns:a16="http://schemas.microsoft.com/office/drawing/2014/main"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a16:creationId xmlns:a16="http://schemas.microsoft.com/office/drawing/2014/main"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a16:creationId xmlns:a16="http://schemas.microsoft.com/office/drawing/2014/main"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a16:creationId xmlns:a16="http://schemas.microsoft.com/office/drawing/2014/main"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a16:creationId xmlns:a16="http://schemas.microsoft.com/office/drawing/2014/main"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a16:creationId xmlns:a16="http://schemas.microsoft.com/office/drawing/2014/main"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a16:creationId xmlns:a16="http://schemas.microsoft.com/office/drawing/2014/main"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a16:creationId xmlns:a16="http://schemas.microsoft.com/office/drawing/2014/main"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a16:creationId xmlns:a16="http://schemas.microsoft.com/office/drawing/2014/main"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a16:creationId xmlns:a16="http://schemas.microsoft.com/office/drawing/2014/main"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a16:creationId xmlns:a16="http://schemas.microsoft.com/office/drawing/2014/main"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a16:creationId xmlns:a16="http://schemas.microsoft.com/office/drawing/2014/main"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a16:creationId xmlns:a16="http://schemas.microsoft.com/office/drawing/2014/main"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a16:creationId xmlns:a16="http://schemas.microsoft.com/office/drawing/2014/main"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a16:creationId xmlns:a16="http://schemas.microsoft.com/office/drawing/2014/main"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a16:creationId xmlns:a16="http://schemas.microsoft.com/office/drawing/2014/main"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a16:creationId xmlns:a16="http://schemas.microsoft.com/office/drawing/2014/main"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a16:creationId xmlns:a16="http://schemas.microsoft.com/office/drawing/2014/main"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a16:creationId xmlns:a16="http://schemas.microsoft.com/office/drawing/2014/main"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a16:creationId xmlns:a16="http://schemas.microsoft.com/office/drawing/2014/main"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a16:creationId xmlns:a16="http://schemas.microsoft.com/office/drawing/2014/main"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a16:creationId xmlns:a16="http://schemas.microsoft.com/office/drawing/2014/main"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a16:creationId xmlns:a16="http://schemas.microsoft.com/office/drawing/2014/main"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a16:creationId xmlns:a16="http://schemas.microsoft.com/office/drawing/2014/main"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a16:creationId xmlns:a16="http://schemas.microsoft.com/office/drawing/2014/main"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a16:creationId xmlns:a16="http://schemas.microsoft.com/office/drawing/2014/main"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a16:creationId xmlns:a16="http://schemas.microsoft.com/office/drawing/2014/main"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a16:creationId xmlns:a16="http://schemas.microsoft.com/office/drawing/2014/main"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a16:creationId xmlns:a16="http://schemas.microsoft.com/office/drawing/2014/main"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a16:creationId xmlns:a16="http://schemas.microsoft.com/office/drawing/2014/main"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a16:creationId xmlns:a16="http://schemas.microsoft.com/office/drawing/2014/main"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a16:creationId xmlns:a16="http://schemas.microsoft.com/office/drawing/2014/main"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a16:creationId xmlns:a16="http://schemas.microsoft.com/office/drawing/2014/main"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a16:creationId xmlns:a16="http://schemas.microsoft.com/office/drawing/2014/main"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a16:creationId xmlns:a16="http://schemas.microsoft.com/office/drawing/2014/main"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a16:creationId xmlns:a16="http://schemas.microsoft.com/office/drawing/2014/main"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a16:creationId xmlns:a16="http://schemas.microsoft.com/office/drawing/2014/main"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a16:creationId xmlns:a16="http://schemas.microsoft.com/office/drawing/2014/main"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a16:creationId xmlns:a16="http://schemas.microsoft.com/office/drawing/2014/main"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a16:creationId xmlns:a16="http://schemas.microsoft.com/office/drawing/2014/main"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a16:creationId xmlns:a16="http://schemas.microsoft.com/office/drawing/2014/main"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a16:creationId xmlns:a16="http://schemas.microsoft.com/office/drawing/2014/main"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a16:creationId xmlns:a16="http://schemas.microsoft.com/office/drawing/2014/main"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a16:creationId xmlns:a16="http://schemas.microsoft.com/office/drawing/2014/main"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a16:creationId xmlns:a16="http://schemas.microsoft.com/office/drawing/2014/main"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a16:creationId xmlns:a16="http://schemas.microsoft.com/office/drawing/2014/main"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a16:creationId xmlns:a16="http://schemas.microsoft.com/office/drawing/2014/main"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a16:creationId xmlns:a16="http://schemas.microsoft.com/office/drawing/2014/main"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a16:creationId xmlns:a16="http://schemas.microsoft.com/office/drawing/2014/main"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a16:creationId xmlns:a16="http://schemas.microsoft.com/office/drawing/2014/main"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a16:creationId xmlns:a16="http://schemas.microsoft.com/office/drawing/2014/main"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a16:creationId xmlns:a16="http://schemas.microsoft.com/office/drawing/2014/main"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a16:creationId xmlns:a16="http://schemas.microsoft.com/office/drawing/2014/main"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a16:creationId xmlns:a16="http://schemas.microsoft.com/office/drawing/2014/main"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a16:creationId xmlns:a16="http://schemas.microsoft.com/office/drawing/2014/main"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a16:creationId xmlns:a16="http://schemas.microsoft.com/office/drawing/2014/main"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a16:creationId xmlns:a16="http://schemas.microsoft.com/office/drawing/2014/main"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a16:creationId xmlns:a16="http://schemas.microsoft.com/office/drawing/2014/main"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a16:creationId xmlns:a16="http://schemas.microsoft.com/office/drawing/2014/main"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a16:creationId xmlns:a16="http://schemas.microsoft.com/office/drawing/2014/main"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a16:creationId xmlns:a16="http://schemas.microsoft.com/office/drawing/2014/main"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a16:creationId xmlns:a16="http://schemas.microsoft.com/office/drawing/2014/main"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a16:creationId xmlns:a16="http://schemas.microsoft.com/office/drawing/2014/main"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a16:creationId xmlns:a16="http://schemas.microsoft.com/office/drawing/2014/main"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a16:creationId xmlns:a16="http://schemas.microsoft.com/office/drawing/2014/main"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a16:creationId xmlns:a16="http://schemas.microsoft.com/office/drawing/2014/main"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a16:creationId xmlns:a16="http://schemas.microsoft.com/office/drawing/2014/main"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a16:creationId xmlns:a16="http://schemas.microsoft.com/office/drawing/2014/main"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a16:creationId xmlns:a16="http://schemas.microsoft.com/office/drawing/2014/main"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a16:creationId xmlns:a16="http://schemas.microsoft.com/office/drawing/2014/main"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a16:creationId xmlns:a16="http://schemas.microsoft.com/office/drawing/2014/main"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a16:creationId xmlns:a16="http://schemas.microsoft.com/office/drawing/2014/main"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a16:creationId xmlns:a16="http://schemas.microsoft.com/office/drawing/2014/main"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a16:creationId xmlns:a16="http://schemas.microsoft.com/office/drawing/2014/main"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a16:creationId xmlns:a16="http://schemas.microsoft.com/office/drawing/2014/main"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a16:creationId xmlns:a16="http://schemas.microsoft.com/office/drawing/2014/main"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a16:creationId xmlns:a16="http://schemas.microsoft.com/office/drawing/2014/main"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a16:creationId xmlns:a16="http://schemas.microsoft.com/office/drawing/2014/main"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a16:creationId xmlns:a16="http://schemas.microsoft.com/office/drawing/2014/main"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a16:creationId xmlns:a16="http://schemas.microsoft.com/office/drawing/2014/main"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a16:creationId xmlns:a16="http://schemas.microsoft.com/office/drawing/2014/main"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a16:creationId xmlns:a16="http://schemas.microsoft.com/office/drawing/2014/main"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a16:creationId xmlns:a16="http://schemas.microsoft.com/office/drawing/2014/main"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a16:creationId xmlns:a16="http://schemas.microsoft.com/office/drawing/2014/main"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a16:creationId xmlns:a16="http://schemas.microsoft.com/office/drawing/2014/main"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a16:creationId xmlns:a16="http://schemas.microsoft.com/office/drawing/2014/main"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a16:creationId xmlns:a16="http://schemas.microsoft.com/office/drawing/2014/main"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a16:creationId xmlns:a16="http://schemas.microsoft.com/office/drawing/2014/main"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a16:creationId xmlns:a16="http://schemas.microsoft.com/office/drawing/2014/main"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a16:creationId xmlns:a16="http://schemas.microsoft.com/office/drawing/2014/main"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a16:creationId xmlns:a16="http://schemas.microsoft.com/office/drawing/2014/main"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a16:creationId xmlns:a16="http://schemas.microsoft.com/office/drawing/2014/main"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a16:creationId xmlns:a16="http://schemas.microsoft.com/office/drawing/2014/main"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a16:creationId xmlns:a16="http://schemas.microsoft.com/office/drawing/2014/main"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a16:creationId xmlns:a16="http://schemas.microsoft.com/office/drawing/2014/main"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a16:creationId xmlns:a16="http://schemas.microsoft.com/office/drawing/2014/main"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a16:creationId xmlns:a16="http://schemas.microsoft.com/office/drawing/2014/main"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a16:creationId xmlns:a16="http://schemas.microsoft.com/office/drawing/2014/main"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a16:creationId xmlns:a16="http://schemas.microsoft.com/office/drawing/2014/main"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a16:creationId xmlns:a16="http://schemas.microsoft.com/office/drawing/2014/main"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a16:creationId xmlns:a16="http://schemas.microsoft.com/office/drawing/2014/main"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a16:creationId xmlns:a16="http://schemas.microsoft.com/office/drawing/2014/main"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a16:creationId xmlns:a16="http://schemas.microsoft.com/office/drawing/2014/main"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a16:creationId xmlns:a16="http://schemas.microsoft.com/office/drawing/2014/main"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a16:creationId xmlns:a16="http://schemas.microsoft.com/office/drawing/2014/main"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a16:creationId xmlns:a16="http://schemas.microsoft.com/office/drawing/2014/main"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a16:creationId xmlns:a16="http://schemas.microsoft.com/office/drawing/2014/main"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a16:creationId xmlns:a16="http://schemas.microsoft.com/office/drawing/2014/main"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a16:creationId xmlns:a16="http://schemas.microsoft.com/office/drawing/2014/main"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a16:creationId xmlns:a16="http://schemas.microsoft.com/office/drawing/2014/main"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a16:creationId xmlns:a16="http://schemas.microsoft.com/office/drawing/2014/main"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a16:creationId xmlns:a16="http://schemas.microsoft.com/office/drawing/2014/main"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a16:creationId xmlns:a16="http://schemas.microsoft.com/office/drawing/2014/main"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a16:creationId xmlns:a16="http://schemas.microsoft.com/office/drawing/2014/main"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a16:creationId xmlns:a16="http://schemas.microsoft.com/office/drawing/2014/main"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a16:creationId xmlns:a16="http://schemas.microsoft.com/office/drawing/2014/main"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a16:creationId xmlns:a16="http://schemas.microsoft.com/office/drawing/2014/main"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a16:creationId xmlns:a16="http://schemas.microsoft.com/office/drawing/2014/main"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a16:creationId xmlns:a16="http://schemas.microsoft.com/office/drawing/2014/main"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a16:creationId xmlns:a16="http://schemas.microsoft.com/office/drawing/2014/main"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a16:creationId xmlns:a16="http://schemas.microsoft.com/office/drawing/2014/main"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a16:creationId xmlns:a16="http://schemas.microsoft.com/office/drawing/2014/main"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a16:creationId xmlns:a16="http://schemas.microsoft.com/office/drawing/2014/main"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a16:creationId xmlns:a16="http://schemas.microsoft.com/office/drawing/2014/main"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a16:creationId xmlns:a16="http://schemas.microsoft.com/office/drawing/2014/main"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a16:creationId xmlns:a16="http://schemas.microsoft.com/office/drawing/2014/main"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a16:creationId xmlns:a16="http://schemas.microsoft.com/office/drawing/2014/main"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a16:creationId xmlns:a16="http://schemas.microsoft.com/office/drawing/2014/main"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a16:creationId xmlns:a16="http://schemas.microsoft.com/office/drawing/2014/main"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a16:creationId xmlns:a16="http://schemas.microsoft.com/office/drawing/2014/main"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a16:creationId xmlns:a16="http://schemas.microsoft.com/office/drawing/2014/main"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a16:creationId xmlns:a16="http://schemas.microsoft.com/office/drawing/2014/main"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a16:creationId xmlns:a16="http://schemas.microsoft.com/office/drawing/2014/main"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a16:creationId xmlns:a16="http://schemas.microsoft.com/office/drawing/2014/main"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a16:creationId xmlns:a16="http://schemas.microsoft.com/office/drawing/2014/main"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a16:creationId xmlns:a16="http://schemas.microsoft.com/office/drawing/2014/main"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a16:creationId xmlns:a16="http://schemas.microsoft.com/office/drawing/2014/main"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a16:creationId xmlns:a16="http://schemas.microsoft.com/office/drawing/2014/main"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a16:creationId xmlns:a16="http://schemas.microsoft.com/office/drawing/2014/main"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a16:creationId xmlns:a16="http://schemas.microsoft.com/office/drawing/2014/main"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a16:creationId xmlns:a16="http://schemas.microsoft.com/office/drawing/2014/main"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a16:creationId xmlns:a16="http://schemas.microsoft.com/office/drawing/2014/main"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a16:creationId xmlns:a16="http://schemas.microsoft.com/office/drawing/2014/main"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a16:creationId xmlns:a16="http://schemas.microsoft.com/office/drawing/2014/main"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a16:creationId xmlns:a16="http://schemas.microsoft.com/office/drawing/2014/main"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a16:creationId xmlns:a16="http://schemas.microsoft.com/office/drawing/2014/main"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a16:creationId xmlns:a16="http://schemas.microsoft.com/office/drawing/2014/main"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a16:creationId xmlns:a16="http://schemas.microsoft.com/office/drawing/2014/main"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a16:creationId xmlns:a16="http://schemas.microsoft.com/office/drawing/2014/main"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a16:creationId xmlns:a16="http://schemas.microsoft.com/office/drawing/2014/main"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a16:creationId xmlns:a16="http://schemas.microsoft.com/office/drawing/2014/main"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a16:creationId xmlns:a16="http://schemas.microsoft.com/office/drawing/2014/main"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a16:creationId xmlns:a16="http://schemas.microsoft.com/office/drawing/2014/main"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a16:creationId xmlns:a16="http://schemas.microsoft.com/office/drawing/2014/main"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a16:creationId xmlns:a16="http://schemas.microsoft.com/office/drawing/2014/main"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a16:creationId xmlns:a16="http://schemas.microsoft.com/office/drawing/2014/main"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a16:creationId xmlns:a16="http://schemas.microsoft.com/office/drawing/2014/main"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a16:creationId xmlns:a16="http://schemas.microsoft.com/office/drawing/2014/main"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a16:creationId xmlns:a16="http://schemas.microsoft.com/office/drawing/2014/main"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a16:creationId xmlns:a16="http://schemas.microsoft.com/office/drawing/2014/main"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a16:creationId xmlns:a16="http://schemas.microsoft.com/office/drawing/2014/main"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a16:creationId xmlns:a16="http://schemas.microsoft.com/office/drawing/2014/main"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a16:creationId xmlns:a16="http://schemas.microsoft.com/office/drawing/2014/main"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a16:creationId xmlns:a16="http://schemas.microsoft.com/office/drawing/2014/main"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a16:creationId xmlns:a16="http://schemas.microsoft.com/office/drawing/2014/main"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a16:creationId xmlns:a16="http://schemas.microsoft.com/office/drawing/2014/main"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a16:creationId xmlns:a16="http://schemas.microsoft.com/office/drawing/2014/main"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a16:creationId xmlns:a16="http://schemas.microsoft.com/office/drawing/2014/main"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a16:creationId xmlns:a16="http://schemas.microsoft.com/office/drawing/2014/main"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a16:creationId xmlns:a16="http://schemas.microsoft.com/office/drawing/2014/main"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a16:creationId xmlns:a16="http://schemas.microsoft.com/office/drawing/2014/main"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a16:creationId xmlns:a16="http://schemas.microsoft.com/office/drawing/2014/main"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a16:creationId xmlns:a16="http://schemas.microsoft.com/office/drawing/2014/main"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a16:creationId xmlns:a16="http://schemas.microsoft.com/office/drawing/2014/main"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a16:creationId xmlns:a16="http://schemas.microsoft.com/office/drawing/2014/main"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a16:creationId xmlns:a16="http://schemas.microsoft.com/office/drawing/2014/main"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a16:creationId xmlns:a16="http://schemas.microsoft.com/office/drawing/2014/main"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a16:creationId xmlns:a16="http://schemas.microsoft.com/office/drawing/2014/main"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a16:creationId xmlns:a16="http://schemas.microsoft.com/office/drawing/2014/main"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a16:creationId xmlns:a16="http://schemas.microsoft.com/office/drawing/2014/main"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a16:creationId xmlns:a16="http://schemas.microsoft.com/office/drawing/2014/main"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a16:creationId xmlns:a16="http://schemas.microsoft.com/office/drawing/2014/main"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a16:creationId xmlns:a16="http://schemas.microsoft.com/office/drawing/2014/main"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a16:creationId xmlns:a16="http://schemas.microsoft.com/office/drawing/2014/main"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a16:creationId xmlns:a16="http://schemas.microsoft.com/office/drawing/2014/main"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a16:creationId xmlns:a16="http://schemas.microsoft.com/office/drawing/2014/main"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a16:creationId xmlns:a16="http://schemas.microsoft.com/office/drawing/2014/main"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a16:creationId xmlns:a16="http://schemas.microsoft.com/office/drawing/2014/main"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a16:creationId xmlns:a16="http://schemas.microsoft.com/office/drawing/2014/main"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a16:creationId xmlns:a16="http://schemas.microsoft.com/office/drawing/2014/main"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a16:creationId xmlns:a16="http://schemas.microsoft.com/office/drawing/2014/main"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a16:creationId xmlns:a16="http://schemas.microsoft.com/office/drawing/2014/main"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a16:creationId xmlns:a16="http://schemas.microsoft.com/office/drawing/2014/main"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a16:creationId xmlns:a16="http://schemas.microsoft.com/office/drawing/2014/main"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a16:creationId xmlns:a16="http://schemas.microsoft.com/office/drawing/2014/main"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a16:creationId xmlns:a16="http://schemas.microsoft.com/office/drawing/2014/main"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a16:creationId xmlns:a16="http://schemas.microsoft.com/office/drawing/2014/main"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a16:creationId xmlns:a16="http://schemas.microsoft.com/office/drawing/2014/main"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a16:creationId xmlns:a16="http://schemas.microsoft.com/office/drawing/2014/main"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a16:creationId xmlns:a16="http://schemas.microsoft.com/office/drawing/2014/main"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a16:creationId xmlns:a16="http://schemas.microsoft.com/office/drawing/2014/main"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a16:creationId xmlns:a16="http://schemas.microsoft.com/office/drawing/2014/main"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a16:creationId xmlns:a16="http://schemas.microsoft.com/office/drawing/2014/main"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a16:creationId xmlns:a16="http://schemas.microsoft.com/office/drawing/2014/main"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a16:creationId xmlns:a16="http://schemas.microsoft.com/office/drawing/2014/main"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a16:creationId xmlns:a16="http://schemas.microsoft.com/office/drawing/2014/main"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a16:creationId xmlns:a16="http://schemas.microsoft.com/office/drawing/2014/main"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a16:creationId xmlns:a16="http://schemas.microsoft.com/office/drawing/2014/main"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a16:creationId xmlns:a16="http://schemas.microsoft.com/office/drawing/2014/main"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a16:creationId xmlns:a16="http://schemas.microsoft.com/office/drawing/2014/main"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a16:creationId xmlns:a16="http://schemas.microsoft.com/office/drawing/2014/main"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a16:creationId xmlns:a16="http://schemas.microsoft.com/office/drawing/2014/main"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a16:creationId xmlns:a16="http://schemas.microsoft.com/office/drawing/2014/main"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a16:creationId xmlns:a16="http://schemas.microsoft.com/office/drawing/2014/main"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a16:creationId xmlns:a16="http://schemas.microsoft.com/office/drawing/2014/main"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a16:creationId xmlns:a16="http://schemas.microsoft.com/office/drawing/2014/main"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a16:creationId xmlns:a16="http://schemas.microsoft.com/office/drawing/2014/main"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a16:creationId xmlns:a16="http://schemas.microsoft.com/office/drawing/2014/main"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a16:creationId xmlns:a16="http://schemas.microsoft.com/office/drawing/2014/main"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a16:creationId xmlns:a16="http://schemas.microsoft.com/office/drawing/2014/main"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a16:creationId xmlns:a16="http://schemas.microsoft.com/office/drawing/2014/main"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a16:creationId xmlns:a16="http://schemas.microsoft.com/office/drawing/2014/main"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a16:creationId xmlns:a16="http://schemas.microsoft.com/office/drawing/2014/main"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a16:creationId xmlns:a16="http://schemas.microsoft.com/office/drawing/2014/main"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a16:creationId xmlns:a16="http://schemas.microsoft.com/office/drawing/2014/main"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a16:creationId xmlns:a16="http://schemas.microsoft.com/office/drawing/2014/main"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a16:creationId xmlns:a16="http://schemas.microsoft.com/office/drawing/2014/main"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a16:creationId xmlns:a16="http://schemas.microsoft.com/office/drawing/2014/main"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a16:creationId xmlns:a16="http://schemas.microsoft.com/office/drawing/2014/main"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a16:creationId xmlns:a16="http://schemas.microsoft.com/office/drawing/2014/main"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a16:creationId xmlns:a16="http://schemas.microsoft.com/office/drawing/2014/main"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a16:creationId xmlns:a16="http://schemas.microsoft.com/office/drawing/2014/main"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a16:creationId xmlns:a16="http://schemas.microsoft.com/office/drawing/2014/main"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a16:creationId xmlns:a16="http://schemas.microsoft.com/office/drawing/2014/main"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a16:creationId xmlns:a16="http://schemas.microsoft.com/office/drawing/2014/main"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a16:creationId xmlns:a16="http://schemas.microsoft.com/office/drawing/2014/main"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a16:creationId xmlns:a16="http://schemas.microsoft.com/office/drawing/2014/main"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a16:creationId xmlns:a16="http://schemas.microsoft.com/office/drawing/2014/main"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a16:creationId xmlns:a16="http://schemas.microsoft.com/office/drawing/2014/main"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a16:creationId xmlns:a16="http://schemas.microsoft.com/office/drawing/2014/main"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a16:creationId xmlns:a16="http://schemas.microsoft.com/office/drawing/2014/main"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a16:creationId xmlns:a16="http://schemas.microsoft.com/office/drawing/2014/main"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a16:creationId xmlns:a16="http://schemas.microsoft.com/office/drawing/2014/main"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a16:creationId xmlns:a16="http://schemas.microsoft.com/office/drawing/2014/main"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a16:creationId xmlns:a16="http://schemas.microsoft.com/office/drawing/2014/main"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a16:creationId xmlns:a16="http://schemas.microsoft.com/office/drawing/2014/main"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a16:creationId xmlns:a16="http://schemas.microsoft.com/office/drawing/2014/main"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a16:creationId xmlns:a16="http://schemas.microsoft.com/office/drawing/2014/main"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a16:creationId xmlns:a16="http://schemas.microsoft.com/office/drawing/2014/main"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a16:creationId xmlns:a16="http://schemas.microsoft.com/office/drawing/2014/main"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a16:creationId xmlns:a16="http://schemas.microsoft.com/office/drawing/2014/main"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a16:creationId xmlns:a16="http://schemas.microsoft.com/office/drawing/2014/main"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a16:creationId xmlns:a16="http://schemas.microsoft.com/office/drawing/2014/main"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a16:creationId xmlns:a16="http://schemas.microsoft.com/office/drawing/2014/main"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a16:creationId xmlns:a16="http://schemas.microsoft.com/office/drawing/2014/main"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a16:creationId xmlns:a16="http://schemas.microsoft.com/office/drawing/2014/main"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a16:creationId xmlns:a16="http://schemas.microsoft.com/office/drawing/2014/main"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a16:creationId xmlns:a16="http://schemas.microsoft.com/office/drawing/2014/main"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a16:creationId xmlns:a16="http://schemas.microsoft.com/office/drawing/2014/main"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a16:creationId xmlns:a16="http://schemas.microsoft.com/office/drawing/2014/main"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a16:creationId xmlns:a16="http://schemas.microsoft.com/office/drawing/2014/main"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a16:creationId xmlns:a16="http://schemas.microsoft.com/office/drawing/2014/main"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a16:creationId xmlns:a16="http://schemas.microsoft.com/office/drawing/2014/main"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a16:creationId xmlns:a16="http://schemas.microsoft.com/office/drawing/2014/main"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a16:creationId xmlns:a16="http://schemas.microsoft.com/office/drawing/2014/main"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a16:creationId xmlns:a16="http://schemas.microsoft.com/office/drawing/2014/main"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a16:creationId xmlns:a16="http://schemas.microsoft.com/office/drawing/2014/main"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a16:creationId xmlns:a16="http://schemas.microsoft.com/office/drawing/2014/main"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a16:creationId xmlns:a16="http://schemas.microsoft.com/office/drawing/2014/main"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a16:creationId xmlns:a16="http://schemas.microsoft.com/office/drawing/2014/main"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a16:creationId xmlns:a16="http://schemas.microsoft.com/office/drawing/2014/main"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a16:creationId xmlns:a16="http://schemas.microsoft.com/office/drawing/2014/main"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a16:creationId xmlns:a16="http://schemas.microsoft.com/office/drawing/2014/main"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a16:creationId xmlns:a16="http://schemas.microsoft.com/office/drawing/2014/main"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a16:creationId xmlns:a16="http://schemas.microsoft.com/office/drawing/2014/main"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a16:creationId xmlns:a16="http://schemas.microsoft.com/office/drawing/2014/main"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a16:creationId xmlns:a16="http://schemas.microsoft.com/office/drawing/2014/main"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a16:creationId xmlns:a16="http://schemas.microsoft.com/office/drawing/2014/main"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a16:creationId xmlns:a16="http://schemas.microsoft.com/office/drawing/2014/main"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a16:creationId xmlns:a16="http://schemas.microsoft.com/office/drawing/2014/main"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a16:creationId xmlns:a16="http://schemas.microsoft.com/office/drawing/2014/main"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a16:creationId xmlns:a16="http://schemas.microsoft.com/office/drawing/2014/main"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a16:creationId xmlns:a16="http://schemas.microsoft.com/office/drawing/2014/main"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a16:creationId xmlns:a16="http://schemas.microsoft.com/office/drawing/2014/main"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a16:creationId xmlns:a16="http://schemas.microsoft.com/office/drawing/2014/main"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a16:creationId xmlns:a16="http://schemas.microsoft.com/office/drawing/2014/main"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a16:creationId xmlns:a16="http://schemas.microsoft.com/office/drawing/2014/main"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a16:creationId xmlns:a16="http://schemas.microsoft.com/office/drawing/2014/main"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a16:creationId xmlns:a16="http://schemas.microsoft.com/office/drawing/2014/main"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a16:creationId xmlns:a16="http://schemas.microsoft.com/office/drawing/2014/main"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a16:creationId xmlns:a16="http://schemas.microsoft.com/office/drawing/2014/main"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a16:creationId xmlns:a16="http://schemas.microsoft.com/office/drawing/2014/main"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a16:creationId xmlns:a16="http://schemas.microsoft.com/office/drawing/2014/main"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a16:creationId xmlns:a16="http://schemas.microsoft.com/office/drawing/2014/main"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a16:creationId xmlns:a16="http://schemas.microsoft.com/office/drawing/2014/main"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a16:creationId xmlns:a16="http://schemas.microsoft.com/office/drawing/2014/main"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a16:creationId xmlns:a16="http://schemas.microsoft.com/office/drawing/2014/main"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a16:creationId xmlns:a16="http://schemas.microsoft.com/office/drawing/2014/main"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a16:creationId xmlns:a16="http://schemas.microsoft.com/office/drawing/2014/main"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a16:creationId xmlns:a16="http://schemas.microsoft.com/office/drawing/2014/main"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a16:creationId xmlns:a16="http://schemas.microsoft.com/office/drawing/2014/main"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a16:creationId xmlns:a16="http://schemas.microsoft.com/office/drawing/2014/main"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a16:creationId xmlns:a16="http://schemas.microsoft.com/office/drawing/2014/main"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a16:creationId xmlns:a16="http://schemas.microsoft.com/office/drawing/2014/main"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a16:creationId xmlns:a16="http://schemas.microsoft.com/office/drawing/2014/main"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a16:creationId xmlns:a16="http://schemas.microsoft.com/office/drawing/2014/main"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a16:creationId xmlns:a16="http://schemas.microsoft.com/office/drawing/2014/main"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a16:creationId xmlns:a16="http://schemas.microsoft.com/office/drawing/2014/main"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a16:creationId xmlns:a16="http://schemas.microsoft.com/office/drawing/2014/main"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a16:creationId xmlns:a16="http://schemas.microsoft.com/office/drawing/2014/main"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a16:creationId xmlns:a16="http://schemas.microsoft.com/office/drawing/2014/main"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a16:creationId xmlns:a16="http://schemas.microsoft.com/office/drawing/2014/main"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a16:creationId xmlns:a16="http://schemas.microsoft.com/office/drawing/2014/main"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a16:creationId xmlns:a16="http://schemas.microsoft.com/office/drawing/2014/main"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a16:creationId xmlns:a16="http://schemas.microsoft.com/office/drawing/2014/main"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a16:creationId xmlns:a16="http://schemas.microsoft.com/office/drawing/2014/main"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a16:creationId xmlns:a16="http://schemas.microsoft.com/office/drawing/2014/main"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a16:creationId xmlns:a16="http://schemas.microsoft.com/office/drawing/2014/main"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a16:creationId xmlns:a16="http://schemas.microsoft.com/office/drawing/2014/main"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a16:creationId xmlns:a16="http://schemas.microsoft.com/office/drawing/2014/main"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a16:creationId xmlns:a16="http://schemas.microsoft.com/office/drawing/2014/main"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a16:creationId xmlns:a16="http://schemas.microsoft.com/office/drawing/2014/main"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a16:creationId xmlns:a16="http://schemas.microsoft.com/office/drawing/2014/main"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a16:creationId xmlns:a16="http://schemas.microsoft.com/office/drawing/2014/main"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a16:creationId xmlns:a16="http://schemas.microsoft.com/office/drawing/2014/main"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a16:creationId xmlns:a16="http://schemas.microsoft.com/office/drawing/2014/main"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a16:creationId xmlns:a16="http://schemas.microsoft.com/office/drawing/2014/main"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a16:creationId xmlns:a16="http://schemas.microsoft.com/office/drawing/2014/main"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a16:creationId xmlns:a16="http://schemas.microsoft.com/office/drawing/2014/main"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a16:creationId xmlns:a16="http://schemas.microsoft.com/office/drawing/2014/main"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a16:creationId xmlns:a16="http://schemas.microsoft.com/office/drawing/2014/main"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a16:creationId xmlns:a16="http://schemas.microsoft.com/office/drawing/2014/main"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a16:creationId xmlns:a16="http://schemas.microsoft.com/office/drawing/2014/main"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a16:creationId xmlns:a16="http://schemas.microsoft.com/office/drawing/2014/main"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a16:creationId xmlns:a16="http://schemas.microsoft.com/office/drawing/2014/main"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a16:creationId xmlns:a16="http://schemas.microsoft.com/office/drawing/2014/main"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a16:creationId xmlns:a16="http://schemas.microsoft.com/office/drawing/2014/main"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a16:creationId xmlns:a16="http://schemas.microsoft.com/office/drawing/2014/main"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a16:creationId xmlns:a16="http://schemas.microsoft.com/office/drawing/2014/main"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a16:creationId xmlns:a16="http://schemas.microsoft.com/office/drawing/2014/main"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a16:creationId xmlns:a16="http://schemas.microsoft.com/office/drawing/2014/main"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a16:creationId xmlns:a16="http://schemas.microsoft.com/office/drawing/2014/main"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a16:creationId xmlns:a16="http://schemas.microsoft.com/office/drawing/2014/main"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a16:creationId xmlns:a16="http://schemas.microsoft.com/office/drawing/2014/main"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a16:creationId xmlns:a16="http://schemas.microsoft.com/office/drawing/2014/main"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a16:creationId xmlns:a16="http://schemas.microsoft.com/office/drawing/2014/main"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a16:creationId xmlns:a16="http://schemas.microsoft.com/office/drawing/2014/main"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a16:creationId xmlns:a16="http://schemas.microsoft.com/office/drawing/2014/main"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a16:creationId xmlns:a16="http://schemas.microsoft.com/office/drawing/2014/main"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a16:creationId xmlns:a16="http://schemas.microsoft.com/office/drawing/2014/main"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a16:creationId xmlns:a16="http://schemas.microsoft.com/office/drawing/2014/main"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a16:creationId xmlns:a16="http://schemas.microsoft.com/office/drawing/2014/main"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a16:creationId xmlns:a16="http://schemas.microsoft.com/office/drawing/2014/main"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a16:creationId xmlns:a16="http://schemas.microsoft.com/office/drawing/2014/main"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a16:creationId xmlns:a16="http://schemas.microsoft.com/office/drawing/2014/main"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a16:creationId xmlns:a16="http://schemas.microsoft.com/office/drawing/2014/main"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a16:creationId xmlns:a16="http://schemas.microsoft.com/office/drawing/2014/main"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a16:creationId xmlns:a16="http://schemas.microsoft.com/office/drawing/2014/main"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a16:creationId xmlns:a16="http://schemas.microsoft.com/office/drawing/2014/main"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a16:creationId xmlns:a16="http://schemas.microsoft.com/office/drawing/2014/main"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a16:creationId xmlns:a16="http://schemas.microsoft.com/office/drawing/2014/main"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a16:creationId xmlns:a16="http://schemas.microsoft.com/office/drawing/2014/main"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a16:creationId xmlns:a16="http://schemas.microsoft.com/office/drawing/2014/main"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a16:creationId xmlns:a16="http://schemas.microsoft.com/office/drawing/2014/main"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a16:creationId xmlns:a16="http://schemas.microsoft.com/office/drawing/2014/main"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a16:creationId xmlns:a16="http://schemas.microsoft.com/office/drawing/2014/main"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a16:creationId xmlns:a16="http://schemas.microsoft.com/office/drawing/2014/main"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a16:creationId xmlns:a16="http://schemas.microsoft.com/office/drawing/2014/main"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a16:creationId xmlns:a16="http://schemas.microsoft.com/office/drawing/2014/main"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a16:creationId xmlns:a16="http://schemas.microsoft.com/office/drawing/2014/main"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a16:creationId xmlns:a16="http://schemas.microsoft.com/office/drawing/2014/main"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a16:creationId xmlns:a16="http://schemas.microsoft.com/office/drawing/2014/main"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a16:creationId xmlns:a16="http://schemas.microsoft.com/office/drawing/2014/main"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a16:creationId xmlns:a16="http://schemas.microsoft.com/office/drawing/2014/main"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a16:creationId xmlns:a16="http://schemas.microsoft.com/office/drawing/2014/main"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a16:creationId xmlns:a16="http://schemas.microsoft.com/office/drawing/2014/main"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a16:creationId xmlns:a16="http://schemas.microsoft.com/office/drawing/2014/main"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a16:creationId xmlns:a16="http://schemas.microsoft.com/office/drawing/2014/main"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a16:creationId xmlns:a16="http://schemas.microsoft.com/office/drawing/2014/main"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a16:creationId xmlns:a16="http://schemas.microsoft.com/office/drawing/2014/main"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a16:creationId xmlns:a16="http://schemas.microsoft.com/office/drawing/2014/main"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a16:creationId xmlns:a16="http://schemas.microsoft.com/office/drawing/2014/main"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a16:creationId xmlns:a16="http://schemas.microsoft.com/office/drawing/2014/main"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a16:creationId xmlns:a16="http://schemas.microsoft.com/office/drawing/2014/main"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a16:creationId xmlns:a16="http://schemas.microsoft.com/office/drawing/2014/main"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a16:creationId xmlns:a16="http://schemas.microsoft.com/office/drawing/2014/main"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a16:creationId xmlns:a16="http://schemas.microsoft.com/office/drawing/2014/main"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a16:creationId xmlns:a16="http://schemas.microsoft.com/office/drawing/2014/main"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a16:creationId xmlns:a16="http://schemas.microsoft.com/office/drawing/2014/main"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a16:creationId xmlns:a16="http://schemas.microsoft.com/office/drawing/2014/main"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a16:creationId xmlns:a16="http://schemas.microsoft.com/office/drawing/2014/main"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a16:creationId xmlns:a16="http://schemas.microsoft.com/office/drawing/2014/main"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a16:creationId xmlns:a16="http://schemas.microsoft.com/office/drawing/2014/main"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a16:creationId xmlns:a16="http://schemas.microsoft.com/office/drawing/2014/main"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a16:creationId xmlns:a16="http://schemas.microsoft.com/office/drawing/2014/main"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a16:creationId xmlns:a16="http://schemas.microsoft.com/office/drawing/2014/main"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a16:creationId xmlns:a16="http://schemas.microsoft.com/office/drawing/2014/main"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a16:creationId xmlns:a16="http://schemas.microsoft.com/office/drawing/2014/main"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a16:creationId xmlns:a16="http://schemas.microsoft.com/office/drawing/2014/main"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a16:creationId xmlns:a16="http://schemas.microsoft.com/office/drawing/2014/main"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a16:creationId xmlns:a16="http://schemas.microsoft.com/office/drawing/2014/main"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a16:creationId xmlns:a16="http://schemas.microsoft.com/office/drawing/2014/main"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a16:creationId xmlns:a16="http://schemas.microsoft.com/office/drawing/2014/main"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a16:creationId xmlns:a16="http://schemas.microsoft.com/office/drawing/2014/main"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a16:creationId xmlns:a16="http://schemas.microsoft.com/office/drawing/2014/main"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a16:creationId xmlns:a16="http://schemas.microsoft.com/office/drawing/2014/main"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a16:creationId xmlns:a16="http://schemas.microsoft.com/office/drawing/2014/main"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a16:creationId xmlns:a16="http://schemas.microsoft.com/office/drawing/2014/main"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a16:creationId xmlns:a16="http://schemas.microsoft.com/office/drawing/2014/main"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a16:creationId xmlns:a16="http://schemas.microsoft.com/office/drawing/2014/main"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a16:creationId xmlns:a16="http://schemas.microsoft.com/office/drawing/2014/main"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a16:creationId xmlns:a16="http://schemas.microsoft.com/office/drawing/2014/main"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a16:creationId xmlns:a16="http://schemas.microsoft.com/office/drawing/2014/main"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a16:creationId xmlns:a16="http://schemas.microsoft.com/office/drawing/2014/main"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a16:creationId xmlns:a16="http://schemas.microsoft.com/office/drawing/2014/main"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a16:creationId xmlns:a16="http://schemas.microsoft.com/office/drawing/2014/main"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a16:creationId xmlns:a16="http://schemas.microsoft.com/office/drawing/2014/main"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a16:creationId xmlns:a16="http://schemas.microsoft.com/office/drawing/2014/main"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a16:creationId xmlns:a16="http://schemas.microsoft.com/office/drawing/2014/main"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a16:creationId xmlns:a16="http://schemas.microsoft.com/office/drawing/2014/main"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a16:creationId xmlns:a16="http://schemas.microsoft.com/office/drawing/2014/main"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a16:creationId xmlns:a16="http://schemas.microsoft.com/office/drawing/2014/main"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a16:creationId xmlns:a16="http://schemas.microsoft.com/office/drawing/2014/main"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a16:creationId xmlns:a16="http://schemas.microsoft.com/office/drawing/2014/main"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a16:creationId xmlns:a16="http://schemas.microsoft.com/office/drawing/2014/main"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a16:creationId xmlns:a16="http://schemas.microsoft.com/office/drawing/2014/main"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a16:creationId xmlns:a16="http://schemas.microsoft.com/office/drawing/2014/main"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a16:creationId xmlns:a16="http://schemas.microsoft.com/office/drawing/2014/main"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a16:creationId xmlns:a16="http://schemas.microsoft.com/office/drawing/2014/main"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a16:creationId xmlns:a16="http://schemas.microsoft.com/office/drawing/2014/main"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a16:creationId xmlns:a16="http://schemas.microsoft.com/office/drawing/2014/main"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a16:creationId xmlns:a16="http://schemas.microsoft.com/office/drawing/2014/main"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a16:creationId xmlns:a16="http://schemas.microsoft.com/office/drawing/2014/main"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a16:creationId xmlns:a16="http://schemas.microsoft.com/office/drawing/2014/main"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a16:creationId xmlns:a16="http://schemas.microsoft.com/office/drawing/2014/main"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a16:creationId xmlns:a16="http://schemas.microsoft.com/office/drawing/2014/main"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a16:creationId xmlns:a16="http://schemas.microsoft.com/office/drawing/2014/main"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a16:creationId xmlns:a16="http://schemas.microsoft.com/office/drawing/2014/main"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a16:creationId xmlns:a16="http://schemas.microsoft.com/office/drawing/2014/main"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a16:creationId xmlns:a16="http://schemas.microsoft.com/office/drawing/2014/main"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a16:creationId xmlns:a16="http://schemas.microsoft.com/office/drawing/2014/main"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a16:creationId xmlns:a16="http://schemas.microsoft.com/office/drawing/2014/main"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a16:creationId xmlns:a16="http://schemas.microsoft.com/office/drawing/2014/main"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a16:creationId xmlns:a16="http://schemas.microsoft.com/office/drawing/2014/main"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a16:creationId xmlns:a16="http://schemas.microsoft.com/office/drawing/2014/main"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a16:creationId xmlns:a16="http://schemas.microsoft.com/office/drawing/2014/main"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a16:creationId xmlns:a16="http://schemas.microsoft.com/office/drawing/2014/main"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a16:creationId xmlns:a16="http://schemas.microsoft.com/office/drawing/2014/main"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a16:creationId xmlns:a16="http://schemas.microsoft.com/office/drawing/2014/main"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a16:creationId xmlns:a16="http://schemas.microsoft.com/office/drawing/2014/main"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a16:creationId xmlns:a16="http://schemas.microsoft.com/office/drawing/2014/main"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a16:creationId xmlns:a16="http://schemas.microsoft.com/office/drawing/2014/main"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a16:creationId xmlns:a16="http://schemas.microsoft.com/office/drawing/2014/main"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a16:creationId xmlns:a16="http://schemas.microsoft.com/office/drawing/2014/main"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a16:creationId xmlns:a16="http://schemas.microsoft.com/office/drawing/2014/main"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a16:creationId xmlns:a16="http://schemas.microsoft.com/office/drawing/2014/main"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a16:creationId xmlns:a16="http://schemas.microsoft.com/office/drawing/2014/main"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a16:creationId xmlns:a16="http://schemas.microsoft.com/office/drawing/2014/main"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a16:creationId xmlns:a16="http://schemas.microsoft.com/office/drawing/2014/main"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a16:creationId xmlns:a16="http://schemas.microsoft.com/office/drawing/2014/main"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a16:creationId xmlns:a16="http://schemas.microsoft.com/office/drawing/2014/main"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a16:creationId xmlns:a16="http://schemas.microsoft.com/office/drawing/2014/main"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a16:creationId xmlns:a16="http://schemas.microsoft.com/office/drawing/2014/main"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a16:creationId xmlns:a16="http://schemas.microsoft.com/office/drawing/2014/main"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a16:creationId xmlns:a16="http://schemas.microsoft.com/office/drawing/2014/main"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a16:creationId xmlns:a16="http://schemas.microsoft.com/office/drawing/2014/main"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a16:creationId xmlns:a16="http://schemas.microsoft.com/office/drawing/2014/main"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a16:creationId xmlns:a16="http://schemas.microsoft.com/office/drawing/2014/main"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a16:creationId xmlns:a16="http://schemas.microsoft.com/office/drawing/2014/main"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a16:creationId xmlns:a16="http://schemas.microsoft.com/office/drawing/2014/main"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a16:creationId xmlns:a16="http://schemas.microsoft.com/office/drawing/2014/main"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a16:creationId xmlns:a16="http://schemas.microsoft.com/office/drawing/2014/main"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a16:creationId xmlns:a16="http://schemas.microsoft.com/office/drawing/2014/main"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a16:creationId xmlns:a16="http://schemas.microsoft.com/office/drawing/2014/main"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a16:creationId xmlns:a16="http://schemas.microsoft.com/office/drawing/2014/main"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a16:creationId xmlns:a16="http://schemas.microsoft.com/office/drawing/2014/main"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a16:creationId xmlns:a16="http://schemas.microsoft.com/office/drawing/2014/main"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a16:creationId xmlns:a16="http://schemas.microsoft.com/office/drawing/2014/main"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a16:creationId xmlns:a16="http://schemas.microsoft.com/office/drawing/2014/main"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a16:creationId xmlns:a16="http://schemas.microsoft.com/office/drawing/2014/main"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a16:creationId xmlns:a16="http://schemas.microsoft.com/office/drawing/2014/main"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a16:creationId xmlns:a16="http://schemas.microsoft.com/office/drawing/2014/main"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a16:creationId xmlns:a16="http://schemas.microsoft.com/office/drawing/2014/main"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a16:creationId xmlns:a16="http://schemas.microsoft.com/office/drawing/2014/main"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a16:creationId xmlns:a16="http://schemas.microsoft.com/office/drawing/2014/main"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a16:creationId xmlns:a16="http://schemas.microsoft.com/office/drawing/2014/main"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a16:creationId xmlns:a16="http://schemas.microsoft.com/office/drawing/2014/main"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a16:creationId xmlns:a16="http://schemas.microsoft.com/office/drawing/2014/main"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a16:creationId xmlns:a16="http://schemas.microsoft.com/office/drawing/2014/main"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a16:creationId xmlns:a16="http://schemas.microsoft.com/office/drawing/2014/main"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a16:creationId xmlns:a16="http://schemas.microsoft.com/office/drawing/2014/main"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a16:creationId xmlns:a16="http://schemas.microsoft.com/office/drawing/2014/main"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a16:creationId xmlns:a16="http://schemas.microsoft.com/office/drawing/2014/main"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a16:creationId xmlns:a16="http://schemas.microsoft.com/office/drawing/2014/main"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a16:creationId xmlns:a16="http://schemas.microsoft.com/office/drawing/2014/main"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a16:creationId xmlns:a16="http://schemas.microsoft.com/office/drawing/2014/main"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a16:creationId xmlns:a16="http://schemas.microsoft.com/office/drawing/2014/main"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a16:creationId xmlns:a16="http://schemas.microsoft.com/office/drawing/2014/main"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a16:creationId xmlns:a16="http://schemas.microsoft.com/office/drawing/2014/main"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a16:creationId xmlns:a16="http://schemas.microsoft.com/office/drawing/2014/main"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a16:creationId xmlns:a16="http://schemas.microsoft.com/office/drawing/2014/main"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a16:creationId xmlns:a16="http://schemas.microsoft.com/office/drawing/2014/main"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a16:creationId xmlns:a16="http://schemas.microsoft.com/office/drawing/2014/main"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a16:creationId xmlns:a16="http://schemas.microsoft.com/office/drawing/2014/main"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a16:creationId xmlns:a16="http://schemas.microsoft.com/office/drawing/2014/main"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a16:creationId xmlns:a16="http://schemas.microsoft.com/office/drawing/2014/main"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a16:creationId xmlns:a16="http://schemas.microsoft.com/office/drawing/2014/main"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a16:creationId xmlns:a16="http://schemas.microsoft.com/office/drawing/2014/main"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a16:creationId xmlns:a16="http://schemas.microsoft.com/office/drawing/2014/main"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a16:creationId xmlns:a16="http://schemas.microsoft.com/office/drawing/2014/main"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a16:creationId xmlns:a16="http://schemas.microsoft.com/office/drawing/2014/main"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a16:creationId xmlns:a16="http://schemas.microsoft.com/office/drawing/2014/main"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a16:creationId xmlns:a16="http://schemas.microsoft.com/office/drawing/2014/main"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a16:creationId xmlns:a16="http://schemas.microsoft.com/office/drawing/2014/main"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a16:creationId xmlns:a16="http://schemas.microsoft.com/office/drawing/2014/main"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a16:creationId xmlns:a16="http://schemas.microsoft.com/office/drawing/2014/main"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a16:creationId xmlns:a16="http://schemas.microsoft.com/office/drawing/2014/main"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a16:creationId xmlns:a16="http://schemas.microsoft.com/office/drawing/2014/main"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a16:creationId xmlns:a16="http://schemas.microsoft.com/office/drawing/2014/main"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a16:creationId xmlns:a16="http://schemas.microsoft.com/office/drawing/2014/main"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a16:creationId xmlns:a16="http://schemas.microsoft.com/office/drawing/2014/main"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a16:creationId xmlns:a16="http://schemas.microsoft.com/office/drawing/2014/main"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a16:creationId xmlns:a16="http://schemas.microsoft.com/office/drawing/2014/main"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a16:creationId xmlns:a16="http://schemas.microsoft.com/office/drawing/2014/main"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a16:creationId xmlns:a16="http://schemas.microsoft.com/office/drawing/2014/main"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a16:creationId xmlns:a16="http://schemas.microsoft.com/office/drawing/2014/main"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a16:creationId xmlns:a16="http://schemas.microsoft.com/office/drawing/2014/main"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a16:creationId xmlns:a16="http://schemas.microsoft.com/office/drawing/2014/main"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a16:creationId xmlns:a16="http://schemas.microsoft.com/office/drawing/2014/main"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a16:creationId xmlns:a16="http://schemas.microsoft.com/office/drawing/2014/main"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a16:creationId xmlns:a16="http://schemas.microsoft.com/office/drawing/2014/main"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a16:creationId xmlns:a16="http://schemas.microsoft.com/office/drawing/2014/main"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a16:creationId xmlns:a16="http://schemas.microsoft.com/office/drawing/2014/main"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a16:creationId xmlns:a16="http://schemas.microsoft.com/office/drawing/2014/main"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a16:creationId xmlns:a16="http://schemas.microsoft.com/office/drawing/2014/main"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a16:creationId xmlns:a16="http://schemas.microsoft.com/office/drawing/2014/main"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a16:creationId xmlns:a16="http://schemas.microsoft.com/office/drawing/2014/main"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a16:creationId xmlns:a16="http://schemas.microsoft.com/office/drawing/2014/main"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a16:creationId xmlns:a16="http://schemas.microsoft.com/office/drawing/2014/main"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a16:creationId xmlns:a16="http://schemas.microsoft.com/office/drawing/2014/main"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a16:creationId xmlns:a16="http://schemas.microsoft.com/office/drawing/2014/main"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a16:creationId xmlns:a16="http://schemas.microsoft.com/office/drawing/2014/main"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a16:creationId xmlns:a16="http://schemas.microsoft.com/office/drawing/2014/main"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a16:creationId xmlns:a16="http://schemas.microsoft.com/office/drawing/2014/main"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a16:creationId xmlns:a16="http://schemas.microsoft.com/office/drawing/2014/main"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a16:creationId xmlns:a16="http://schemas.microsoft.com/office/drawing/2014/main"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a16:creationId xmlns:a16="http://schemas.microsoft.com/office/drawing/2014/main"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a16:creationId xmlns:a16="http://schemas.microsoft.com/office/drawing/2014/main"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a16:creationId xmlns:a16="http://schemas.microsoft.com/office/drawing/2014/main"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a16:creationId xmlns:a16="http://schemas.microsoft.com/office/drawing/2014/main"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a16:creationId xmlns:a16="http://schemas.microsoft.com/office/drawing/2014/main"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a16:creationId xmlns:a16="http://schemas.microsoft.com/office/drawing/2014/main"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a16:creationId xmlns:a16="http://schemas.microsoft.com/office/drawing/2014/main"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a16:creationId xmlns:a16="http://schemas.microsoft.com/office/drawing/2014/main"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a16:creationId xmlns:a16="http://schemas.microsoft.com/office/drawing/2014/main"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a16:creationId xmlns:a16="http://schemas.microsoft.com/office/drawing/2014/main"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a16:creationId xmlns:a16="http://schemas.microsoft.com/office/drawing/2014/main"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a16:creationId xmlns:a16="http://schemas.microsoft.com/office/drawing/2014/main"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a16:creationId xmlns:a16="http://schemas.microsoft.com/office/drawing/2014/main"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a16:creationId xmlns:a16="http://schemas.microsoft.com/office/drawing/2014/main"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a16:creationId xmlns:a16="http://schemas.microsoft.com/office/drawing/2014/main"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a16:creationId xmlns:a16="http://schemas.microsoft.com/office/drawing/2014/main"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a16:creationId xmlns:a16="http://schemas.microsoft.com/office/drawing/2014/main"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a16:creationId xmlns:a16="http://schemas.microsoft.com/office/drawing/2014/main"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a16:creationId xmlns:a16="http://schemas.microsoft.com/office/drawing/2014/main"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a16:creationId xmlns:a16="http://schemas.microsoft.com/office/drawing/2014/main"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a16:creationId xmlns:a16="http://schemas.microsoft.com/office/drawing/2014/main"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a16:creationId xmlns:a16="http://schemas.microsoft.com/office/drawing/2014/main"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a16:creationId xmlns:a16="http://schemas.microsoft.com/office/drawing/2014/main"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a16:creationId xmlns:a16="http://schemas.microsoft.com/office/drawing/2014/main"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a16:creationId xmlns:a16="http://schemas.microsoft.com/office/drawing/2014/main"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a16:creationId xmlns:a16="http://schemas.microsoft.com/office/drawing/2014/main"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a16:creationId xmlns:a16="http://schemas.microsoft.com/office/drawing/2014/main"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a16:creationId xmlns:a16="http://schemas.microsoft.com/office/drawing/2014/main"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a16:creationId xmlns:a16="http://schemas.microsoft.com/office/drawing/2014/main"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a16:creationId xmlns:a16="http://schemas.microsoft.com/office/drawing/2014/main"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a16:creationId xmlns:a16="http://schemas.microsoft.com/office/drawing/2014/main"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a16:creationId xmlns:a16="http://schemas.microsoft.com/office/drawing/2014/main"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a16:creationId xmlns:a16="http://schemas.microsoft.com/office/drawing/2014/main"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a16:creationId xmlns:a16="http://schemas.microsoft.com/office/drawing/2014/main"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a16:creationId xmlns:a16="http://schemas.microsoft.com/office/drawing/2014/main"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a16:creationId xmlns:a16="http://schemas.microsoft.com/office/drawing/2014/main"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a16:creationId xmlns:a16="http://schemas.microsoft.com/office/drawing/2014/main"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a16:creationId xmlns:a16="http://schemas.microsoft.com/office/drawing/2014/main"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a16:creationId xmlns:a16="http://schemas.microsoft.com/office/drawing/2014/main"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a16:creationId xmlns:a16="http://schemas.microsoft.com/office/drawing/2014/main"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a16:creationId xmlns:a16="http://schemas.microsoft.com/office/drawing/2014/main"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a16:creationId xmlns:a16="http://schemas.microsoft.com/office/drawing/2014/main"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a16:creationId xmlns:a16="http://schemas.microsoft.com/office/drawing/2014/main"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a16:creationId xmlns:a16="http://schemas.microsoft.com/office/drawing/2014/main"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a16:creationId xmlns:a16="http://schemas.microsoft.com/office/drawing/2014/main"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a16:creationId xmlns:a16="http://schemas.microsoft.com/office/drawing/2014/main"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a16:creationId xmlns:a16="http://schemas.microsoft.com/office/drawing/2014/main"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a16:creationId xmlns:a16="http://schemas.microsoft.com/office/drawing/2014/main"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a16:creationId xmlns:a16="http://schemas.microsoft.com/office/drawing/2014/main"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a16:creationId xmlns:a16="http://schemas.microsoft.com/office/drawing/2014/main"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a16:creationId xmlns:a16="http://schemas.microsoft.com/office/drawing/2014/main"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a16:creationId xmlns:a16="http://schemas.microsoft.com/office/drawing/2014/main"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a16:creationId xmlns:a16="http://schemas.microsoft.com/office/drawing/2014/main"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a16:creationId xmlns:a16="http://schemas.microsoft.com/office/drawing/2014/main"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a16:creationId xmlns:a16="http://schemas.microsoft.com/office/drawing/2014/main"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a16:creationId xmlns:a16="http://schemas.microsoft.com/office/drawing/2014/main"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a16:creationId xmlns:a16="http://schemas.microsoft.com/office/drawing/2014/main"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a16:creationId xmlns:a16="http://schemas.microsoft.com/office/drawing/2014/main"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a16:creationId xmlns:a16="http://schemas.microsoft.com/office/drawing/2014/main"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a16:creationId xmlns:a16="http://schemas.microsoft.com/office/drawing/2014/main"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a16:creationId xmlns:a16="http://schemas.microsoft.com/office/drawing/2014/main"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a16:creationId xmlns:a16="http://schemas.microsoft.com/office/drawing/2014/main"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a16:creationId xmlns:a16="http://schemas.microsoft.com/office/drawing/2014/main"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a16:creationId xmlns:a16="http://schemas.microsoft.com/office/drawing/2014/main"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a16:creationId xmlns:a16="http://schemas.microsoft.com/office/drawing/2014/main"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a16:creationId xmlns:a16="http://schemas.microsoft.com/office/drawing/2014/main"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a16:creationId xmlns:a16="http://schemas.microsoft.com/office/drawing/2014/main"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a16:creationId xmlns:a16="http://schemas.microsoft.com/office/drawing/2014/main"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a16:creationId xmlns:a16="http://schemas.microsoft.com/office/drawing/2014/main"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a16:creationId xmlns:a16="http://schemas.microsoft.com/office/drawing/2014/main"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a16:creationId xmlns:a16="http://schemas.microsoft.com/office/drawing/2014/main"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a16:creationId xmlns:a16="http://schemas.microsoft.com/office/drawing/2014/main"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a16:creationId xmlns:a16="http://schemas.microsoft.com/office/drawing/2014/main"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a16:creationId xmlns:a16="http://schemas.microsoft.com/office/drawing/2014/main"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880798943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a16:creationId xmlns:a16="http://schemas.microsoft.com/office/drawing/2014/main"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a16:creationId xmlns:a16="http://schemas.microsoft.com/office/drawing/2014/main"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a16:creationId xmlns:a16="http://schemas.microsoft.com/office/drawing/2014/main"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a16:creationId xmlns:a16="http://schemas.microsoft.com/office/drawing/2014/main"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a16:creationId xmlns:a16="http://schemas.microsoft.com/office/drawing/2014/main"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a16:creationId xmlns:a16="http://schemas.microsoft.com/office/drawing/2014/main"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a16:creationId xmlns:a16="http://schemas.microsoft.com/office/drawing/2014/main"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a16:creationId xmlns:a16="http://schemas.microsoft.com/office/drawing/2014/main"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a16:creationId xmlns:a16="http://schemas.microsoft.com/office/drawing/2014/main"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a16:creationId xmlns:a16="http://schemas.microsoft.com/office/drawing/2014/main"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a16:creationId xmlns:a16="http://schemas.microsoft.com/office/drawing/2014/main"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a16:creationId xmlns:a16="http://schemas.microsoft.com/office/drawing/2014/main"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a16:creationId xmlns:a16="http://schemas.microsoft.com/office/drawing/2014/main"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a16:creationId xmlns:a16="http://schemas.microsoft.com/office/drawing/2014/main"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a16:creationId xmlns:a16="http://schemas.microsoft.com/office/drawing/2014/main"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a16:creationId xmlns:a16="http://schemas.microsoft.com/office/drawing/2014/main"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a16:creationId xmlns:a16="http://schemas.microsoft.com/office/drawing/2014/main"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a16:creationId xmlns:a16="http://schemas.microsoft.com/office/drawing/2014/main"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a16:creationId xmlns:a16="http://schemas.microsoft.com/office/drawing/2014/main"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a16:creationId xmlns:a16="http://schemas.microsoft.com/office/drawing/2014/main"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a16:creationId xmlns:a16="http://schemas.microsoft.com/office/drawing/2014/main"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a16:creationId xmlns:a16="http://schemas.microsoft.com/office/drawing/2014/main"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a16:creationId xmlns:a16="http://schemas.microsoft.com/office/drawing/2014/main"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a16:creationId xmlns:a16="http://schemas.microsoft.com/office/drawing/2014/main"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a16:creationId xmlns:a16="http://schemas.microsoft.com/office/drawing/2014/main"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a16:creationId xmlns:a16="http://schemas.microsoft.com/office/drawing/2014/main"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a16:creationId xmlns:a16="http://schemas.microsoft.com/office/drawing/2014/main"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a16:creationId xmlns:a16="http://schemas.microsoft.com/office/drawing/2014/main"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a16:creationId xmlns:a16="http://schemas.microsoft.com/office/drawing/2014/main"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a16:creationId xmlns:a16="http://schemas.microsoft.com/office/drawing/2014/main"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a16:creationId xmlns:a16="http://schemas.microsoft.com/office/drawing/2014/main"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a16:creationId xmlns:a16="http://schemas.microsoft.com/office/drawing/2014/main"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a16:creationId xmlns:a16="http://schemas.microsoft.com/office/drawing/2014/main"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a16:creationId xmlns:a16="http://schemas.microsoft.com/office/drawing/2014/main"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a16:creationId xmlns:a16="http://schemas.microsoft.com/office/drawing/2014/main"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a16:creationId xmlns:a16="http://schemas.microsoft.com/office/drawing/2014/main"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a16:creationId xmlns:a16="http://schemas.microsoft.com/office/drawing/2014/main"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a16:creationId xmlns:a16="http://schemas.microsoft.com/office/drawing/2014/main"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a16:creationId xmlns:a16="http://schemas.microsoft.com/office/drawing/2014/main"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a16:creationId xmlns:a16="http://schemas.microsoft.com/office/drawing/2014/main"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a16:creationId xmlns:a16="http://schemas.microsoft.com/office/drawing/2014/main"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a16:creationId xmlns:a16="http://schemas.microsoft.com/office/drawing/2014/main"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a16:creationId xmlns:a16="http://schemas.microsoft.com/office/drawing/2014/main"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a16:creationId xmlns:a16="http://schemas.microsoft.com/office/drawing/2014/main"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a16:creationId xmlns:a16="http://schemas.microsoft.com/office/drawing/2014/main"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a16:creationId xmlns:a16="http://schemas.microsoft.com/office/drawing/2014/main"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a16:creationId xmlns:a16="http://schemas.microsoft.com/office/drawing/2014/main"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a16:creationId xmlns:a16="http://schemas.microsoft.com/office/drawing/2014/main"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a16:creationId xmlns:a16="http://schemas.microsoft.com/office/drawing/2014/main"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a16:creationId xmlns:a16="http://schemas.microsoft.com/office/drawing/2014/main"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a16:creationId xmlns:a16="http://schemas.microsoft.com/office/drawing/2014/main"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a16:creationId xmlns:a16="http://schemas.microsoft.com/office/drawing/2014/main"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a16:creationId xmlns:a16="http://schemas.microsoft.com/office/drawing/2014/main"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a16:creationId xmlns:a16="http://schemas.microsoft.com/office/drawing/2014/main"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a16:creationId xmlns:a16="http://schemas.microsoft.com/office/drawing/2014/main"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a16:creationId xmlns:a16="http://schemas.microsoft.com/office/drawing/2014/main"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a16:creationId xmlns:a16="http://schemas.microsoft.com/office/drawing/2014/main"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a16:creationId xmlns:a16="http://schemas.microsoft.com/office/drawing/2014/main"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a16:creationId xmlns:a16="http://schemas.microsoft.com/office/drawing/2014/main"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a16:creationId xmlns:a16="http://schemas.microsoft.com/office/drawing/2014/main"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a16:creationId xmlns:a16="http://schemas.microsoft.com/office/drawing/2014/main"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a16:creationId xmlns:a16="http://schemas.microsoft.com/office/drawing/2014/main"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a16:creationId xmlns:a16="http://schemas.microsoft.com/office/drawing/2014/main"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a16:creationId xmlns:a16="http://schemas.microsoft.com/office/drawing/2014/main"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a16:creationId xmlns:a16="http://schemas.microsoft.com/office/drawing/2014/main"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a16:creationId xmlns:a16="http://schemas.microsoft.com/office/drawing/2014/main"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a16:creationId xmlns:a16="http://schemas.microsoft.com/office/drawing/2014/main"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a16:creationId xmlns:a16="http://schemas.microsoft.com/office/drawing/2014/main"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a16:creationId xmlns:a16="http://schemas.microsoft.com/office/drawing/2014/main"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a16:creationId xmlns:a16="http://schemas.microsoft.com/office/drawing/2014/main"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a16:creationId xmlns:a16="http://schemas.microsoft.com/office/drawing/2014/main"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a16:creationId xmlns:a16="http://schemas.microsoft.com/office/drawing/2014/main"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3939121432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a16:creationId xmlns:a16="http://schemas.microsoft.com/office/drawing/2014/main"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a16:creationId xmlns:a16="http://schemas.microsoft.com/office/drawing/2014/main"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a16:creationId xmlns:a16="http://schemas.microsoft.com/office/drawing/2014/main"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a16:creationId xmlns:a16="http://schemas.microsoft.com/office/drawing/2014/main"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a16:creationId xmlns:a16="http://schemas.microsoft.com/office/drawing/2014/main"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a16:creationId xmlns:a16="http://schemas.microsoft.com/office/drawing/2014/main"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a16:creationId xmlns:a16="http://schemas.microsoft.com/office/drawing/2014/main"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a16:creationId xmlns:a16="http://schemas.microsoft.com/office/drawing/2014/main"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a16:creationId xmlns:a16="http://schemas.microsoft.com/office/drawing/2014/main"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a16:creationId xmlns:a16="http://schemas.microsoft.com/office/drawing/2014/main"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a16:creationId xmlns:a16="http://schemas.microsoft.com/office/drawing/2014/main"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a16:creationId xmlns:a16="http://schemas.microsoft.com/office/drawing/2014/main"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a16:creationId xmlns:a16="http://schemas.microsoft.com/office/drawing/2014/main"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a16:creationId xmlns:a16="http://schemas.microsoft.com/office/drawing/2014/main"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a16:creationId xmlns:a16="http://schemas.microsoft.com/office/drawing/2014/main"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93600686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a16:creationId xmlns:a16="http://schemas.microsoft.com/office/drawing/2014/main"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a16:creationId xmlns:a16="http://schemas.microsoft.com/office/drawing/2014/main"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a16:creationId xmlns:a16="http://schemas.microsoft.com/office/drawing/2014/main"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a16:creationId xmlns:a16="http://schemas.microsoft.com/office/drawing/2014/main"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a16:creationId xmlns:a16="http://schemas.microsoft.com/office/drawing/2014/main"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a16:creationId xmlns:a16="http://schemas.microsoft.com/office/drawing/2014/main"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a16:creationId xmlns:a16="http://schemas.microsoft.com/office/drawing/2014/main"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a16:creationId xmlns:a16="http://schemas.microsoft.com/office/drawing/2014/main"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a16:creationId xmlns:a16="http://schemas.microsoft.com/office/drawing/2014/main"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a16:creationId xmlns:a16="http://schemas.microsoft.com/office/drawing/2014/main"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a16:creationId xmlns:a16="http://schemas.microsoft.com/office/drawing/2014/main"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a16:creationId xmlns:a16="http://schemas.microsoft.com/office/drawing/2014/main"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a16:creationId xmlns:a16="http://schemas.microsoft.com/office/drawing/2014/main"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a16:creationId xmlns:a16="http://schemas.microsoft.com/office/drawing/2014/main"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a16:creationId xmlns:a16="http://schemas.microsoft.com/office/drawing/2014/main"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a16:creationId xmlns:a16="http://schemas.microsoft.com/office/drawing/2014/main"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a16:creationId xmlns:a16="http://schemas.microsoft.com/office/drawing/2014/main"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a16:creationId xmlns:a16="http://schemas.microsoft.com/office/drawing/2014/main"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a16:creationId xmlns:a16="http://schemas.microsoft.com/office/drawing/2014/main"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a16:creationId xmlns:a16="http://schemas.microsoft.com/office/drawing/2014/main"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a16:creationId xmlns:a16="http://schemas.microsoft.com/office/drawing/2014/main"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a16:creationId xmlns:a16="http://schemas.microsoft.com/office/drawing/2014/main"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a16:creationId xmlns:a16="http://schemas.microsoft.com/office/drawing/2014/main"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a16:creationId xmlns:a16="http://schemas.microsoft.com/office/drawing/2014/main"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a16:creationId xmlns:a16="http://schemas.microsoft.com/office/drawing/2014/main"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a16:creationId xmlns:a16="http://schemas.microsoft.com/office/drawing/2014/main"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a16:creationId xmlns:a16="http://schemas.microsoft.com/office/drawing/2014/main"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a16:creationId xmlns:a16="http://schemas.microsoft.com/office/drawing/2014/main"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a16:creationId xmlns:a16="http://schemas.microsoft.com/office/drawing/2014/main"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a16:creationId xmlns:a16="http://schemas.microsoft.com/office/drawing/2014/main"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a16:creationId xmlns:a16="http://schemas.microsoft.com/office/drawing/2014/main"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a16:creationId xmlns:a16="http://schemas.microsoft.com/office/drawing/2014/main"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a16:creationId xmlns:a16="http://schemas.microsoft.com/office/drawing/2014/main"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a16:creationId xmlns:a16="http://schemas.microsoft.com/office/drawing/2014/main"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a16:creationId xmlns:a16="http://schemas.microsoft.com/office/drawing/2014/main"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a16:creationId xmlns:a16="http://schemas.microsoft.com/office/drawing/2014/main"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a16:creationId xmlns:a16="http://schemas.microsoft.com/office/drawing/2014/main"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a16:creationId xmlns:a16="http://schemas.microsoft.com/office/drawing/2014/main"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a16:creationId xmlns:a16="http://schemas.microsoft.com/office/drawing/2014/main"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a16:creationId xmlns:a16="http://schemas.microsoft.com/office/drawing/2014/main"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a16:creationId xmlns:a16="http://schemas.microsoft.com/office/drawing/2014/main"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a16:creationId xmlns:a16="http://schemas.microsoft.com/office/drawing/2014/main"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a16:creationId xmlns:a16="http://schemas.microsoft.com/office/drawing/2014/main"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a16:creationId xmlns:a16="http://schemas.microsoft.com/office/drawing/2014/main"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a16:creationId xmlns:a16="http://schemas.microsoft.com/office/drawing/2014/main"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a16:creationId xmlns:a16="http://schemas.microsoft.com/office/drawing/2014/main"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a16:creationId xmlns:a16="http://schemas.microsoft.com/office/drawing/2014/main"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a16:creationId xmlns:a16="http://schemas.microsoft.com/office/drawing/2014/main"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a16:creationId xmlns:a16="http://schemas.microsoft.com/office/drawing/2014/main"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a16:creationId xmlns:a16="http://schemas.microsoft.com/office/drawing/2014/main"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a16:creationId xmlns:a16="http://schemas.microsoft.com/office/drawing/2014/main"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a16:creationId xmlns:a16="http://schemas.microsoft.com/office/drawing/2014/main"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a16:creationId xmlns:a16="http://schemas.microsoft.com/office/drawing/2014/main"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a16:creationId xmlns:a16="http://schemas.microsoft.com/office/drawing/2014/main"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a16:creationId xmlns:a16="http://schemas.microsoft.com/office/drawing/2014/main"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a16:creationId xmlns:a16="http://schemas.microsoft.com/office/drawing/2014/main"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a16:creationId xmlns:a16="http://schemas.microsoft.com/office/drawing/2014/main"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a16:creationId xmlns:a16="http://schemas.microsoft.com/office/drawing/2014/main"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a16:creationId xmlns:a16="http://schemas.microsoft.com/office/drawing/2014/main"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a16:creationId xmlns:a16="http://schemas.microsoft.com/office/drawing/2014/main"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a16:creationId xmlns:a16="http://schemas.microsoft.com/office/drawing/2014/main"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a16:creationId xmlns:a16="http://schemas.microsoft.com/office/drawing/2014/main"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a16:creationId xmlns:a16="http://schemas.microsoft.com/office/drawing/2014/main"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a16:creationId xmlns:a16="http://schemas.microsoft.com/office/drawing/2014/main"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a16:creationId xmlns:a16="http://schemas.microsoft.com/office/drawing/2014/main"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a16:creationId xmlns:a16="http://schemas.microsoft.com/office/drawing/2014/main"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a16:creationId xmlns:a16="http://schemas.microsoft.com/office/drawing/2014/main"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a16:creationId xmlns:a16="http://schemas.microsoft.com/office/drawing/2014/main"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a16:creationId xmlns:a16="http://schemas.microsoft.com/office/drawing/2014/main"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a16:creationId xmlns:a16="http://schemas.microsoft.com/office/drawing/2014/main"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a16:creationId xmlns:a16="http://schemas.microsoft.com/office/drawing/2014/main"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a16:creationId xmlns:a16="http://schemas.microsoft.com/office/drawing/2014/main"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a16:creationId xmlns:a16="http://schemas.microsoft.com/office/drawing/2014/main"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a16:creationId xmlns:a16="http://schemas.microsoft.com/office/drawing/2014/main"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a16:creationId xmlns:a16="http://schemas.microsoft.com/office/drawing/2014/main"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a16:creationId xmlns:a16="http://schemas.microsoft.com/office/drawing/2014/main"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a16:creationId xmlns:a16="http://schemas.microsoft.com/office/drawing/2014/main"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a16:creationId xmlns:a16="http://schemas.microsoft.com/office/drawing/2014/main"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a16:creationId xmlns:a16="http://schemas.microsoft.com/office/drawing/2014/main"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a16:creationId xmlns:a16="http://schemas.microsoft.com/office/drawing/2014/main"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a16:creationId xmlns:a16="http://schemas.microsoft.com/office/drawing/2014/main"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a16:creationId xmlns:a16="http://schemas.microsoft.com/office/drawing/2014/main"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a16:creationId xmlns:a16="http://schemas.microsoft.com/office/drawing/2014/main"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a16:creationId xmlns:a16="http://schemas.microsoft.com/office/drawing/2014/main"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a16:creationId xmlns:a16="http://schemas.microsoft.com/office/drawing/2014/main"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a16:creationId xmlns:a16="http://schemas.microsoft.com/office/drawing/2014/main"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a16:creationId xmlns:a16="http://schemas.microsoft.com/office/drawing/2014/main"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a16:creationId xmlns:a16="http://schemas.microsoft.com/office/drawing/2014/main"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a16:creationId xmlns:a16="http://schemas.microsoft.com/office/drawing/2014/main"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a16:creationId xmlns:a16="http://schemas.microsoft.com/office/drawing/2014/main"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a16:creationId xmlns:a16="http://schemas.microsoft.com/office/drawing/2014/main"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a16:creationId xmlns:a16="http://schemas.microsoft.com/office/drawing/2014/main"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a16:creationId xmlns:a16="http://schemas.microsoft.com/office/drawing/2014/main"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a16:creationId xmlns:a16="http://schemas.microsoft.com/office/drawing/2014/main"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a16:creationId xmlns:a16="http://schemas.microsoft.com/office/drawing/2014/main"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a16:creationId xmlns:a16="http://schemas.microsoft.com/office/drawing/2014/main"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a16:creationId xmlns:a16="http://schemas.microsoft.com/office/drawing/2014/main"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a16:creationId xmlns:a16="http://schemas.microsoft.com/office/drawing/2014/main"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a16:creationId xmlns:a16="http://schemas.microsoft.com/office/drawing/2014/main"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a16:creationId xmlns:a16="http://schemas.microsoft.com/office/drawing/2014/main"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a16:creationId xmlns:a16="http://schemas.microsoft.com/office/drawing/2014/main"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a16:creationId xmlns:a16="http://schemas.microsoft.com/office/drawing/2014/main"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a16:creationId xmlns:a16="http://schemas.microsoft.com/office/drawing/2014/main"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a16:creationId xmlns:a16="http://schemas.microsoft.com/office/drawing/2014/main"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a16:creationId xmlns:a16="http://schemas.microsoft.com/office/drawing/2014/main"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a16:creationId xmlns:a16="http://schemas.microsoft.com/office/drawing/2014/main"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a16:creationId xmlns:a16="http://schemas.microsoft.com/office/drawing/2014/main"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a16:creationId xmlns:a16="http://schemas.microsoft.com/office/drawing/2014/main"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a16:creationId xmlns:a16="http://schemas.microsoft.com/office/drawing/2014/main"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41340075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a16:creationId xmlns:a16="http://schemas.microsoft.com/office/drawing/2014/main"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a16:creationId xmlns:a16="http://schemas.microsoft.com/office/drawing/2014/main"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a16:creationId xmlns:a16="http://schemas.microsoft.com/office/drawing/2014/main"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a16:creationId xmlns:a16="http://schemas.microsoft.com/office/drawing/2014/main"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a16:creationId xmlns:a16="http://schemas.microsoft.com/office/drawing/2014/main"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a16:creationId xmlns:a16="http://schemas.microsoft.com/office/drawing/2014/main"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a16:creationId xmlns:a16="http://schemas.microsoft.com/office/drawing/2014/main"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a16:creationId xmlns:a16="http://schemas.microsoft.com/office/drawing/2014/main"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a16:creationId xmlns:a16="http://schemas.microsoft.com/office/drawing/2014/main"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a16:creationId xmlns:a16="http://schemas.microsoft.com/office/drawing/2014/main"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a16:creationId xmlns:a16="http://schemas.microsoft.com/office/drawing/2014/main"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a16:creationId xmlns:a16="http://schemas.microsoft.com/office/drawing/2014/main"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a16:creationId xmlns:a16="http://schemas.microsoft.com/office/drawing/2014/main"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a16:creationId xmlns:a16="http://schemas.microsoft.com/office/drawing/2014/main"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a16:creationId xmlns:a16="http://schemas.microsoft.com/office/drawing/2014/main"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a16:creationId xmlns:a16="http://schemas.microsoft.com/office/drawing/2014/main"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a16:creationId xmlns:a16="http://schemas.microsoft.com/office/drawing/2014/main"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a16:creationId xmlns:a16="http://schemas.microsoft.com/office/drawing/2014/main"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a16:creationId xmlns:a16="http://schemas.microsoft.com/office/drawing/2014/main"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a16:creationId xmlns:a16="http://schemas.microsoft.com/office/drawing/2014/main"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a16:creationId xmlns:a16="http://schemas.microsoft.com/office/drawing/2014/main"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a16:creationId xmlns:a16="http://schemas.microsoft.com/office/drawing/2014/main"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a16:creationId xmlns:a16="http://schemas.microsoft.com/office/drawing/2014/main"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a16:creationId xmlns:a16="http://schemas.microsoft.com/office/drawing/2014/main"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a16:creationId xmlns:a16="http://schemas.microsoft.com/office/drawing/2014/main"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a16:creationId xmlns:a16="http://schemas.microsoft.com/office/drawing/2014/main"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a16:creationId xmlns:a16="http://schemas.microsoft.com/office/drawing/2014/main"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a16:creationId xmlns:a16="http://schemas.microsoft.com/office/drawing/2014/main"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a16:creationId xmlns:a16="http://schemas.microsoft.com/office/drawing/2014/main"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a16:creationId xmlns:a16="http://schemas.microsoft.com/office/drawing/2014/main"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a16:creationId xmlns:a16="http://schemas.microsoft.com/office/drawing/2014/main"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a16:creationId xmlns:a16="http://schemas.microsoft.com/office/drawing/2014/main"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a16:creationId xmlns:a16="http://schemas.microsoft.com/office/drawing/2014/main"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a16:creationId xmlns:a16="http://schemas.microsoft.com/office/drawing/2014/main"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a16:creationId xmlns:a16="http://schemas.microsoft.com/office/drawing/2014/main"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a16:creationId xmlns:a16="http://schemas.microsoft.com/office/drawing/2014/main"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a16:creationId xmlns:a16="http://schemas.microsoft.com/office/drawing/2014/main"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a16:creationId xmlns:a16="http://schemas.microsoft.com/office/drawing/2014/main"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a16:creationId xmlns:a16="http://schemas.microsoft.com/office/drawing/2014/main"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a16:creationId xmlns:a16="http://schemas.microsoft.com/office/drawing/2014/main"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a16:creationId xmlns:a16="http://schemas.microsoft.com/office/drawing/2014/main"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a16:creationId xmlns:a16="http://schemas.microsoft.com/office/drawing/2014/main"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a16:creationId xmlns:a16="http://schemas.microsoft.com/office/drawing/2014/main"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a16:creationId xmlns:a16="http://schemas.microsoft.com/office/drawing/2014/main"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a16:creationId xmlns:a16="http://schemas.microsoft.com/office/drawing/2014/main"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a16:creationId xmlns:a16="http://schemas.microsoft.com/office/drawing/2014/main"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a16:creationId xmlns:a16="http://schemas.microsoft.com/office/drawing/2014/main"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a16:creationId xmlns:a16="http://schemas.microsoft.com/office/drawing/2014/main"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a16:creationId xmlns:a16="http://schemas.microsoft.com/office/drawing/2014/main"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a16:creationId xmlns:a16="http://schemas.microsoft.com/office/drawing/2014/main"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a16:creationId xmlns:a16="http://schemas.microsoft.com/office/drawing/2014/main"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a16:creationId xmlns:a16="http://schemas.microsoft.com/office/drawing/2014/main"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a16:creationId xmlns:a16="http://schemas.microsoft.com/office/drawing/2014/main"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a16:creationId xmlns:a16="http://schemas.microsoft.com/office/drawing/2014/main"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a16:creationId xmlns:a16="http://schemas.microsoft.com/office/drawing/2014/main"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a16:creationId xmlns:a16="http://schemas.microsoft.com/office/drawing/2014/main"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a16:creationId xmlns:a16="http://schemas.microsoft.com/office/drawing/2014/main"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a16:creationId xmlns:a16="http://schemas.microsoft.com/office/drawing/2014/main"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a16:creationId xmlns:a16="http://schemas.microsoft.com/office/drawing/2014/main"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a16:creationId xmlns:a16="http://schemas.microsoft.com/office/drawing/2014/main"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a16:creationId xmlns:a16="http://schemas.microsoft.com/office/drawing/2014/main"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a16:creationId xmlns:a16="http://schemas.microsoft.com/office/drawing/2014/main"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a16:creationId xmlns:a16="http://schemas.microsoft.com/office/drawing/2014/main"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a16:creationId xmlns:a16="http://schemas.microsoft.com/office/drawing/2014/main"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a16:creationId xmlns:a16="http://schemas.microsoft.com/office/drawing/2014/main"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a16:creationId xmlns:a16="http://schemas.microsoft.com/office/drawing/2014/main"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a16:creationId xmlns:a16="http://schemas.microsoft.com/office/drawing/2014/main"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a16:creationId xmlns:a16="http://schemas.microsoft.com/office/drawing/2014/main"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a16:creationId xmlns:a16="http://schemas.microsoft.com/office/drawing/2014/main"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a16:creationId xmlns:a16="http://schemas.microsoft.com/office/drawing/2014/main"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a16:creationId xmlns:a16="http://schemas.microsoft.com/office/drawing/2014/main"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a16:creationId xmlns:a16="http://schemas.microsoft.com/office/drawing/2014/main"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a16:creationId xmlns:a16="http://schemas.microsoft.com/office/drawing/2014/main"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a16:creationId xmlns:a16="http://schemas.microsoft.com/office/drawing/2014/main"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a16:creationId xmlns:a16="http://schemas.microsoft.com/office/drawing/2014/main"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a16:creationId xmlns:a16="http://schemas.microsoft.com/office/drawing/2014/main"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a16:creationId xmlns:a16="http://schemas.microsoft.com/office/drawing/2014/main"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a16:creationId xmlns:a16="http://schemas.microsoft.com/office/drawing/2014/main"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a16:creationId xmlns:a16="http://schemas.microsoft.com/office/drawing/2014/main"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a16:creationId xmlns:a16="http://schemas.microsoft.com/office/drawing/2014/main"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a16:creationId xmlns:a16="http://schemas.microsoft.com/office/drawing/2014/main"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a16:creationId xmlns:a16="http://schemas.microsoft.com/office/drawing/2014/main"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a16:creationId xmlns:a16="http://schemas.microsoft.com/office/drawing/2014/main"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a16:creationId xmlns:a16="http://schemas.microsoft.com/office/drawing/2014/main"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a16:creationId xmlns:a16="http://schemas.microsoft.com/office/drawing/2014/main"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a16:creationId xmlns:a16="http://schemas.microsoft.com/office/drawing/2014/main"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a16:creationId xmlns:a16="http://schemas.microsoft.com/office/drawing/2014/main"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a16:creationId xmlns:a16="http://schemas.microsoft.com/office/drawing/2014/main"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a16:creationId xmlns:a16="http://schemas.microsoft.com/office/drawing/2014/main"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a16:creationId xmlns:a16="http://schemas.microsoft.com/office/drawing/2014/main"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a16:creationId xmlns:a16="http://schemas.microsoft.com/office/drawing/2014/main"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a16:creationId xmlns:a16="http://schemas.microsoft.com/office/drawing/2014/main"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a16:creationId xmlns:a16="http://schemas.microsoft.com/office/drawing/2014/main"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a16:creationId xmlns:a16="http://schemas.microsoft.com/office/drawing/2014/main"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a16:creationId xmlns:a16="http://schemas.microsoft.com/office/drawing/2014/main"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a16:creationId xmlns:a16="http://schemas.microsoft.com/office/drawing/2014/main"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a16:creationId xmlns:a16="http://schemas.microsoft.com/office/drawing/2014/main"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3619510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a16:creationId xmlns:a16="http://schemas.microsoft.com/office/drawing/2014/main"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a16:creationId xmlns:a16="http://schemas.microsoft.com/office/drawing/2014/main"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a16:creationId xmlns:a16="http://schemas.microsoft.com/office/drawing/2014/main"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a16:creationId xmlns:a16="http://schemas.microsoft.com/office/drawing/2014/main"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a16:creationId xmlns:a16="http://schemas.microsoft.com/office/drawing/2014/main"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a16:creationId xmlns:a16="http://schemas.microsoft.com/office/drawing/2014/main"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a16:creationId xmlns:a16="http://schemas.microsoft.com/office/drawing/2014/main"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a16:creationId xmlns:a16="http://schemas.microsoft.com/office/drawing/2014/main"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a16:creationId xmlns:a16="http://schemas.microsoft.com/office/drawing/2014/main"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a16:creationId xmlns:a16="http://schemas.microsoft.com/office/drawing/2014/main"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a16:creationId xmlns:a16="http://schemas.microsoft.com/office/drawing/2014/main"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a16:creationId xmlns:a16="http://schemas.microsoft.com/office/drawing/2014/main"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a16:creationId xmlns:a16="http://schemas.microsoft.com/office/drawing/2014/main"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a16:creationId xmlns:a16="http://schemas.microsoft.com/office/drawing/2014/main"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a16:creationId xmlns:a16="http://schemas.microsoft.com/office/drawing/2014/main"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40231452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a16:creationId xmlns:a16="http://schemas.microsoft.com/office/drawing/2014/main"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a16:creationId xmlns:a16="http://schemas.microsoft.com/office/drawing/2014/main"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a16:creationId xmlns:a16="http://schemas.microsoft.com/office/drawing/2014/main"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a16:creationId xmlns:a16="http://schemas.microsoft.com/office/drawing/2014/main"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a16:creationId xmlns:a16="http://schemas.microsoft.com/office/drawing/2014/main"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a16:creationId xmlns:a16="http://schemas.microsoft.com/office/drawing/2014/main"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a16:creationId xmlns:a16="http://schemas.microsoft.com/office/drawing/2014/main"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a16:creationId xmlns:a16="http://schemas.microsoft.com/office/drawing/2014/main"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a16:creationId xmlns:a16="http://schemas.microsoft.com/office/drawing/2014/main"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a16:creationId xmlns:a16="http://schemas.microsoft.com/office/drawing/2014/main"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859543933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a16:creationId xmlns:a16="http://schemas.microsoft.com/office/drawing/2014/main"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a16:creationId xmlns:a16="http://schemas.microsoft.com/office/drawing/2014/main"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a16:creationId xmlns:a16="http://schemas.microsoft.com/office/drawing/2014/main"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a16:creationId xmlns:a16="http://schemas.microsoft.com/office/drawing/2014/main"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a16:creationId xmlns:a16="http://schemas.microsoft.com/office/drawing/2014/main"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a16:creationId xmlns:a16="http://schemas.microsoft.com/office/drawing/2014/main"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a16:creationId xmlns:a16="http://schemas.microsoft.com/office/drawing/2014/main"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a16:creationId xmlns:a16="http://schemas.microsoft.com/office/drawing/2014/main"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a16:creationId xmlns:a16="http://schemas.microsoft.com/office/drawing/2014/main"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a16:creationId xmlns:a16="http://schemas.microsoft.com/office/drawing/2014/main"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a16:creationId xmlns:a16="http://schemas.microsoft.com/office/drawing/2014/main"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a16:creationId xmlns:a16="http://schemas.microsoft.com/office/drawing/2014/main"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a16:creationId xmlns:a16="http://schemas.microsoft.com/office/drawing/2014/main"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a16:creationId xmlns:a16="http://schemas.microsoft.com/office/drawing/2014/main"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a16:creationId xmlns:a16="http://schemas.microsoft.com/office/drawing/2014/main"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a16:creationId xmlns:a16="http://schemas.microsoft.com/office/drawing/2014/main"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a16:creationId xmlns:a16="http://schemas.microsoft.com/office/drawing/2014/main"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a16:creationId xmlns:a16="http://schemas.microsoft.com/office/drawing/2014/main"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a16:creationId xmlns:a16="http://schemas.microsoft.com/office/drawing/2014/main"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a16:creationId xmlns:a16="http://schemas.microsoft.com/office/drawing/2014/main"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a16:creationId xmlns:a16="http://schemas.microsoft.com/office/drawing/2014/main"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a16:creationId xmlns:a16="http://schemas.microsoft.com/office/drawing/2014/main"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a16:creationId xmlns:a16="http://schemas.microsoft.com/office/drawing/2014/main"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a16:creationId xmlns:a16="http://schemas.microsoft.com/office/drawing/2014/main"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a16:creationId xmlns:a16="http://schemas.microsoft.com/office/drawing/2014/main"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a16:creationId xmlns:a16="http://schemas.microsoft.com/office/drawing/2014/main"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a16:creationId xmlns:a16="http://schemas.microsoft.com/office/drawing/2014/main"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a16:creationId xmlns:a16="http://schemas.microsoft.com/office/drawing/2014/main"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a16:creationId xmlns:a16="http://schemas.microsoft.com/office/drawing/2014/main"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a16:creationId xmlns:a16="http://schemas.microsoft.com/office/drawing/2014/main"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a16:creationId xmlns:a16="http://schemas.microsoft.com/office/drawing/2014/main"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a16:creationId xmlns:a16="http://schemas.microsoft.com/office/drawing/2014/main"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a16:creationId xmlns:a16="http://schemas.microsoft.com/office/drawing/2014/main"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a16:creationId xmlns:a16="http://schemas.microsoft.com/office/drawing/2014/main"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a16:creationId xmlns:a16="http://schemas.microsoft.com/office/drawing/2014/main"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a16:creationId xmlns:a16="http://schemas.microsoft.com/office/drawing/2014/main"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a16:creationId xmlns:a16="http://schemas.microsoft.com/office/drawing/2014/main"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a16:creationId xmlns:a16="http://schemas.microsoft.com/office/drawing/2014/main"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a16:creationId xmlns:a16="http://schemas.microsoft.com/office/drawing/2014/main"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a16:creationId xmlns:a16="http://schemas.microsoft.com/office/drawing/2014/main"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a16:creationId xmlns:a16="http://schemas.microsoft.com/office/drawing/2014/main"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a16:creationId xmlns:a16="http://schemas.microsoft.com/office/drawing/2014/main"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a16:creationId xmlns:a16="http://schemas.microsoft.com/office/drawing/2014/main"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a16:creationId xmlns:a16="http://schemas.microsoft.com/office/drawing/2014/main"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a16:creationId xmlns:a16="http://schemas.microsoft.com/office/drawing/2014/main"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a16:creationId xmlns:a16="http://schemas.microsoft.com/office/drawing/2014/main"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a16:creationId xmlns:a16="http://schemas.microsoft.com/office/drawing/2014/main"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a16:creationId xmlns:a16="http://schemas.microsoft.com/office/drawing/2014/main"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a16:creationId xmlns:a16="http://schemas.microsoft.com/office/drawing/2014/main"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a16:creationId xmlns:a16="http://schemas.microsoft.com/office/drawing/2014/main"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a16:creationId xmlns:a16="http://schemas.microsoft.com/office/drawing/2014/main"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a16:creationId xmlns:a16="http://schemas.microsoft.com/office/drawing/2014/main"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a16:creationId xmlns:a16="http://schemas.microsoft.com/office/drawing/2014/main"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a16:creationId xmlns:a16="http://schemas.microsoft.com/office/drawing/2014/main"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a16:creationId xmlns:a16="http://schemas.microsoft.com/office/drawing/2014/main"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a16:creationId xmlns:a16="http://schemas.microsoft.com/office/drawing/2014/main"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a16:creationId xmlns:a16="http://schemas.microsoft.com/office/drawing/2014/main"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a16:creationId xmlns:a16="http://schemas.microsoft.com/office/drawing/2014/main"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a16:creationId xmlns:a16="http://schemas.microsoft.com/office/drawing/2014/main"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a16:creationId xmlns:a16="http://schemas.microsoft.com/office/drawing/2014/main"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a16:creationId xmlns:a16="http://schemas.microsoft.com/office/drawing/2014/main"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a16:creationId xmlns:a16="http://schemas.microsoft.com/office/drawing/2014/main"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a16:creationId xmlns:a16="http://schemas.microsoft.com/office/drawing/2014/main"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a16:creationId xmlns:a16="http://schemas.microsoft.com/office/drawing/2014/main"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a16:creationId xmlns:a16="http://schemas.microsoft.com/office/drawing/2014/main"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a16:creationId xmlns:a16="http://schemas.microsoft.com/office/drawing/2014/main"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a16:creationId xmlns:a16="http://schemas.microsoft.com/office/drawing/2014/main"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a16:creationId xmlns:a16="http://schemas.microsoft.com/office/drawing/2014/main"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a16:creationId xmlns:a16="http://schemas.microsoft.com/office/drawing/2014/main"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a16:creationId xmlns:a16="http://schemas.microsoft.com/office/drawing/2014/main"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a16:creationId xmlns:a16="http://schemas.microsoft.com/office/drawing/2014/main"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a16:creationId xmlns:a16="http://schemas.microsoft.com/office/drawing/2014/main"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a16:creationId xmlns:a16="http://schemas.microsoft.com/office/drawing/2014/main"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a16:creationId xmlns:a16="http://schemas.microsoft.com/office/drawing/2014/main"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a16:creationId xmlns:a16="http://schemas.microsoft.com/office/drawing/2014/main"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a16:creationId xmlns:a16="http://schemas.microsoft.com/office/drawing/2014/main"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a16:creationId xmlns:a16="http://schemas.microsoft.com/office/drawing/2014/main"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a16:creationId xmlns:a16="http://schemas.microsoft.com/office/drawing/2014/main"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a16:creationId xmlns:a16="http://schemas.microsoft.com/office/drawing/2014/main"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a16:creationId xmlns:a16="http://schemas.microsoft.com/office/drawing/2014/main"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a16:creationId xmlns:a16="http://schemas.microsoft.com/office/drawing/2014/main"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a16:creationId xmlns:a16="http://schemas.microsoft.com/office/drawing/2014/main"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a16:creationId xmlns:a16="http://schemas.microsoft.com/office/drawing/2014/main"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a16:creationId xmlns:a16="http://schemas.microsoft.com/office/drawing/2014/main"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a16:creationId xmlns:a16="http://schemas.microsoft.com/office/drawing/2014/main"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a16:creationId xmlns:a16="http://schemas.microsoft.com/office/drawing/2014/main"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a16:creationId xmlns:a16="http://schemas.microsoft.com/office/drawing/2014/main"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a16:creationId xmlns:a16="http://schemas.microsoft.com/office/drawing/2014/main"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35056215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a16:creationId xmlns:a16="http://schemas.microsoft.com/office/drawing/2014/main"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a16:creationId xmlns:a16="http://schemas.microsoft.com/office/drawing/2014/main"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a16:creationId xmlns:a16="http://schemas.microsoft.com/office/drawing/2014/main"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a16:creationId xmlns:a16="http://schemas.microsoft.com/office/drawing/2014/main"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a16:creationId xmlns:a16="http://schemas.microsoft.com/office/drawing/2014/main"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a16:creationId xmlns:a16="http://schemas.microsoft.com/office/drawing/2014/main"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a16:creationId xmlns:a16="http://schemas.microsoft.com/office/drawing/2014/main"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a16:creationId xmlns:a16="http://schemas.microsoft.com/office/drawing/2014/main"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a16:creationId xmlns:a16="http://schemas.microsoft.com/office/drawing/2014/main"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a16:creationId xmlns:a16="http://schemas.microsoft.com/office/drawing/2014/main"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a16:creationId xmlns:a16="http://schemas.microsoft.com/office/drawing/2014/main"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a16:creationId xmlns:a16="http://schemas.microsoft.com/office/drawing/2014/main"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a16:creationId xmlns:a16="http://schemas.microsoft.com/office/drawing/2014/main"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a16:creationId xmlns:a16="http://schemas.microsoft.com/office/drawing/2014/main"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a16:creationId xmlns:a16="http://schemas.microsoft.com/office/drawing/2014/main"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a16:creationId xmlns:a16="http://schemas.microsoft.com/office/drawing/2014/main"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a16:creationId xmlns:a16="http://schemas.microsoft.com/office/drawing/2014/main"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a16:creationId xmlns:a16="http://schemas.microsoft.com/office/drawing/2014/main"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a16:creationId xmlns:a16="http://schemas.microsoft.com/office/drawing/2014/main"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a16:creationId xmlns:a16="http://schemas.microsoft.com/office/drawing/2014/main"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a16:creationId xmlns:a16="http://schemas.microsoft.com/office/drawing/2014/main"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a16:creationId xmlns:a16="http://schemas.microsoft.com/office/drawing/2014/main"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a16:creationId xmlns:a16="http://schemas.microsoft.com/office/drawing/2014/main"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a16:creationId xmlns:a16="http://schemas.microsoft.com/office/drawing/2014/main"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a16:creationId xmlns:a16="http://schemas.microsoft.com/office/drawing/2014/main"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a16:creationId xmlns:a16="http://schemas.microsoft.com/office/drawing/2014/main"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a16:creationId xmlns:a16="http://schemas.microsoft.com/office/drawing/2014/main"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a16:creationId xmlns:a16="http://schemas.microsoft.com/office/drawing/2014/main"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a16:creationId xmlns:a16="http://schemas.microsoft.com/office/drawing/2014/main"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a16:creationId xmlns:a16="http://schemas.microsoft.com/office/drawing/2014/main"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488196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a16:creationId xmlns:a16="http://schemas.microsoft.com/office/drawing/2014/main"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a16:creationId xmlns:a16="http://schemas.microsoft.com/office/drawing/2014/main"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>
                    <a:lumMod val="100000"/>
                  </a:schemeClr>
                </a:solidFill>
              </a14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a16:creationId xmlns:a16="http://schemas.microsoft.com/office/drawing/2014/main"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a16:creationId xmlns:a16="http://schemas.microsoft.com/office/drawing/2014/main"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a16:creationId xmlns:a16="http://schemas.microsoft.com/office/drawing/2014/main"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a16:creationId xmlns:a16="http://schemas.microsoft.com/office/drawing/2014/main"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a16:creationId xmlns:a16="http://schemas.microsoft.com/office/drawing/2014/main"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a16:creationId xmlns:a16="http://schemas.microsoft.com/office/drawing/2014/main"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a16:creationId xmlns:a16="http://schemas.microsoft.com/office/drawing/2014/main"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a16:creationId xmlns:a16="http://schemas.microsoft.com/office/drawing/2014/main"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a16:creationId xmlns:a16="http://schemas.microsoft.com/office/drawing/2014/main"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a16:creationId xmlns:a16="http://schemas.microsoft.com/office/drawing/2014/main"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a16:creationId xmlns:a16="http://schemas.microsoft.com/office/drawing/2014/main"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a16:creationId xmlns:a16="http://schemas.microsoft.com/office/drawing/2014/main"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a16:creationId xmlns:a16="http://schemas.microsoft.com/office/drawing/2014/main"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a16:creationId xmlns:a16="http://schemas.microsoft.com/office/drawing/2014/main"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a16:creationId xmlns:a16="http://schemas.microsoft.com/office/drawing/2014/main"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a16:creationId xmlns:a16="http://schemas.microsoft.com/office/drawing/2014/main"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a16:creationId xmlns:a16="http://schemas.microsoft.com/office/drawing/2014/main"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a16:creationId xmlns:a16="http://schemas.microsoft.com/office/drawing/2014/main"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a16:creationId xmlns:a16="http://schemas.microsoft.com/office/drawing/2014/main"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a16:creationId xmlns:a16="http://schemas.microsoft.com/office/drawing/2014/main"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a16:creationId xmlns:a16="http://schemas.microsoft.com/office/drawing/2014/main"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a16:creationId xmlns:a16="http://schemas.microsoft.com/office/drawing/2014/main"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a16:creationId xmlns:a16="http://schemas.microsoft.com/office/drawing/2014/main"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a16:creationId xmlns:a16="http://schemas.microsoft.com/office/drawing/2014/main"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a16:creationId xmlns:a16="http://schemas.microsoft.com/office/drawing/2014/main"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a16:creationId xmlns:a16="http://schemas.microsoft.com/office/drawing/2014/main"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a16:creationId xmlns:a16="http://schemas.microsoft.com/office/drawing/2014/main"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21109386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a16:creationId xmlns:a16="http://schemas.microsoft.com/office/drawing/2014/main"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a16:creationId xmlns:a16="http://schemas.microsoft.com/office/drawing/2014/main"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a16:creationId xmlns:a16="http://schemas.microsoft.com/office/drawing/2014/main"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a16:creationId xmlns:a16="http://schemas.microsoft.com/office/drawing/2014/main"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a16:creationId xmlns:a16="http://schemas.microsoft.com/office/drawing/2014/main"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a16:creationId xmlns:a16="http://schemas.microsoft.com/office/drawing/2014/main"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a16:creationId xmlns:a16="http://schemas.microsoft.com/office/drawing/2014/main"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a16:creationId xmlns:a16="http://schemas.microsoft.com/office/drawing/2014/main"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a16:creationId xmlns:a16="http://schemas.microsoft.com/office/drawing/2014/main"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a16:creationId xmlns:a16="http://schemas.microsoft.com/office/drawing/2014/main"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a16:creationId xmlns:a16="http://schemas.microsoft.com/office/drawing/2014/main"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a16:creationId xmlns:a16="http://schemas.microsoft.com/office/drawing/2014/main"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a16:creationId xmlns:a16="http://schemas.microsoft.com/office/drawing/2014/main"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a16:creationId xmlns:a16="http://schemas.microsoft.com/office/drawing/2014/main"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a16:creationId xmlns:a16="http://schemas.microsoft.com/office/drawing/2014/main"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a16:creationId xmlns:a16="http://schemas.microsoft.com/office/drawing/2014/main"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43510874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a16:creationId xmlns:a16="http://schemas.microsoft.com/office/drawing/2014/main"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a16:creationId xmlns:a16="http://schemas.microsoft.com/office/drawing/2014/main"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a16:creationId xmlns:a16="http://schemas.microsoft.com/office/drawing/2014/main"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a16:creationId xmlns:a16="http://schemas.microsoft.com/office/drawing/2014/main"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a16:creationId xmlns:a16="http://schemas.microsoft.com/office/drawing/2014/main"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a16:creationId xmlns:a16="http://schemas.microsoft.com/office/drawing/2014/main"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a16:creationId xmlns:a16="http://schemas.microsoft.com/office/drawing/2014/main"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a16:creationId xmlns:a16="http://schemas.microsoft.com/office/drawing/2014/main"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a16:creationId xmlns:a16="http://schemas.microsoft.com/office/drawing/2014/main"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a16:creationId xmlns:a16="http://schemas.microsoft.com/office/drawing/2014/main"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a16:creationId xmlns:a16="http://schemas.microsoft.com/office/drawing/2014/main"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a16:creationId xmlns:a16="http://schemas.microsoft.com/office/drawing/2014/main"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a16:creationId xmlns:a16="http://schemas.microsoft.com/office/drawing/2014/main"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a16:creationId xmlns:a16="http://schemas.microsoft.com/office/drawing/2014/main"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a16:creationId xmlns:a16="http://schemas.microsoft.com/office/drawing/2014/main"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a16:creationId xmlns:a16="http://schemas.microsoft.com/office/drawing/2014/main"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a16:creationId xmlns:a16="http://schemas.microsoft.com/office/drawing/2014/main"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a16:creationId xmlns:a16="http://schemas.microsoft.com/office/drawing/2014/main"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a16:creationId xmlns:a16="http://schemas.microsoft.com/office/drawing/2014/main"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a16:creationId xmlns:a16="http://schemas.microsoft.com/office/drawing/2014/main"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a16:creationId xmlns:a16="http://schemas.microsoft.com/office/drawing/2014/main"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a16:creationId xmlns:a16="http://schemas.microsoft.com/office/drawing/2014/main"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a16:creationId xmlns:a16="http://schemas.microsoft.com/office/drawing/2014/main"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a16:creationId xmlns:a16="http://schemas.microsoft.com/office/drawing/2014/main"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2127265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a16:creationId xmlns:a16="http://schemas.microsoft.com/office/drawing/2014/main"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a16:creationId xmlns:a16="http://schemas.microsoft.com/office/drawing/2014/main"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a16:creationId xmlns:a16="http://schemas.microsoft.com/office/drawing/2014/main"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a16:creationId xmlns:a16="http://schemas.microsoft.com/office/drawing/2014/main"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a16:creationId xmlns:a16="http://schemas.microsoft.com/office/drawing/2014/main"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a16:creationId xmlns:a16="http://schemas.microsoft.com/office/drawing/2014/main"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a16:creationId xmlns:a16="http://schemas.microsoft.com/office/drawing/2014/main"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a16:creationId xmlns:a16="http://schemas.microsoft.com/office/drawing/2014/main"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a16:creationId xmlns:a16="http://schemas.microsoft.com/office/drawing/2014/main"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a16:creationId xmlns:a16="http://schemas.microsoft.com/office/drawing/2014/main"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a16:creationId xmlns:a16="http://schemas.microsoft.com/office/drawing/2014/main"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a16:creationId xmlns:a16="http://schemas.microsoft.com/office/drawing/2014/main"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a16:creationId xmlns:a16="http://schemas.microsoft.com/office/drawing/2014/main"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a16:creationId xmlns:a16="http://schemas.microsoft.com/office/drawing/2014/main"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a16:creationId xmlns:a16="http://schemas.microsoft.com/office/drawing/2014/main"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a16:creationId xmlns:a16="http://schemas.microsoft.com/office/drawing/2014/main"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a16:creationId xmlns:a16="http://schemas.microsoft.com/office/drawing/2014/main"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a16:creationId xmlns:a16="http://schemas.microsoft.com/office/drawing/2014/main"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a16:creationId xmlns:a16="http://schemas.microsoft.com/office/drawing/2014/main"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a16:creationId xmlns:a16="http://schemas.microsoft.com/office/drawing/2014/main"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a16:creationId xmlns:a16="http://schemas.microsoft.com/office/drawing/2014/main"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a16:creationId xmlns:a16="http://schemas.microsoft.com/office/drawing/2014/main"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a16:creationId xmlns:a16="http://schemas.microsoft.com/office/drawing/2014/main"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a16:creationId xmlns:a16="http://schemas.microsoft.com/office/drawing/2014/main"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a16:creationId xmlns:a16="http://schemas.microsoft.com/office/drawing/2014/main"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a16:creationId xmlns:a16="http://schemas.microsoft.com/office/drawing/2014/main"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a16:creationId xmlns:a16="http://schemas.microsoft.com/office/drawing/2014/main"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a16:creationId xmlns:a16="http://schemas.microsoft.com/office/drawing/2014/main"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a16:creationId xmlns:a16="http://schemas.microsoft.com/office/drawing/2014/main"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a16:creationId xmlns:a16="http://schemas.microsoft.com/office/drawing/2014/main"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a16:creationId xmlns:a16="http://schemas.microsoft.com/office/drawing/2014/main"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a16:creationId xmlns:a16="http://schemas.microsoft.com/office/drawing/2014/main"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a16:creationId xmlns:a16="http://schemas.microsoft.com/office/drawing/2014/main"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a16:creationId xmlns:a16="http://schemas.microsoft.com/office/drawing/2014/main"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a16:creationId xmlns:a16="http://schemas.microsoft.com/office/drawing/2014/main"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a16:creationId xmlns:a16="http://schemas.microsoft.com/office/drawing/2014/main"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a16:creationId xmlns:a16="http://schemas.microsoft.com/office/drawing/2014/main"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a16:creationId xmlns:a16="http://schemas.microsoft.com/office/drawing/2014/main"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a16:creationId xmlns:a16="http://schemas.microsoft.com/office/drawing/2014/main"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a16:creationId xmlns:a16="http://schemas.microsoft.com/office/drawing/2014/main"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a16:creationId xmlns:a16="http://schemas.microsoft.com/office/drawing/2014/main"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a16:creationId xmlns:a16="http://schemas.microsoft.com/office/drawing/2014/main"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a16:creationId xmlns:a16="http://schemas.microsoft.com/office/drawing/2014/main"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a16:creationId xmlns:a16="http://schemas.microsoft.com/office/drawing/2014/main"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a16:creationId xmlns:a16="http://schemas.microsoft.com/office/drawing/2014/main"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a16:creationId xmlns:a16="http://schemas.microsoft.com/office/drawing/2014/main"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a16:creationId xmlns:a16="http://schemas.microsoft.com/office/drawing/2014/main"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a16:creationId xmlns:a16="http://schemas.microsoft.com/office/drawing/2014/main"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a16:creationId xmlns:a16="http://schemas.microsoft.com/office/drawing/2014/main"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33194008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a16:creationId xmlns:a16="http://schemas.microsoft.com/office/drawing/2014/main"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a16:creationId xmlns:a16="http://schemas.microsoft.com/office/drawing/2014/main"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a16:creationId xmlns:a16="http://schemas.microsoft.com/office/drawing/2014/main"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a16:creationId xmlns:a16="http://schemas.microsoft.com/office/drawing/2014/main"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a16:creationId xmlns:a16="http://schemas.microsoft.com/office/drawing/2014/main"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a16:creationId xmlns:a16="http://schemas.microsoft.com/office/drawing/2014/main"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a16:creationId xmlns:a16="http://schemas.microsoft.com/office/drawing/2014/main"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a16:creationId xmlns:a16="http://schemas.microsoft.com/office/drawing/2014/main"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a16:creationId xmlns:a16="http://schemas.microsoft.com/office/drawing/2014/main"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a16:creationId xmlns:a16="http://schemas.microsoft.com/office/drawing/2014/main"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a16:creationId xmlns:a16="http://schemas.microsoft.com/office/drawing/2014/main"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a16:creationId xmlns:a16="http://schemas.microsoft.com/office/drawing/2014/main"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a16:creationId xmlns:a16="http://schemas.microsoft.com/office/drawing/2014/main"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a16:creationId xmlns:a16="http://schemas.microsoft.com/office/drawing/2014/main"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a16:creationId xmlns:a16="http://schemas.microsoft.com/office/drawing/2014/main"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a16:creationId xmlns:a16="http://schemas.microsoft.com/office/drawing/2014/main"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a16:creationId xmlns:a16="http://schemas.microsoft.com/office/drawing/2014/main"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a16:creationId xmlns:a16="http://schemas.microsoft.com/office/drawing/2014/main"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a16:creationId xmlns:a16="http://schemas.microsoft.com/office/drawing/2014/main"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a16:creationId xmlns:a16="http://schemas.microsoft.com/office/drawing/2014/main"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a16:creationId xmlns:a16="http://schemas.microsoft.com/office/drawing/2014/main"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a16:creationId xmlns:a16="http://schemas.microsoft.com/office/drawing/2014/main"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a16:creationId xmlns:a16="http://schemas.microsoft.com/office/drawing/2014/main"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a16:creationId xmlns:a16="http://schemas.microsoft.com/office/drawing/2014/main"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a16:creationId xmlns:a16="http://schemas.microsoft.com/office/drawing/2014/main"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a16:creationId xmlns:a16="http://schemas.microsoft.com/office/drawing/2014/main"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a16:creationId xmlns:a16="http://schemas.microsoft.com/office/drawing/2014/main"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a16:creationId xmlns:a16="http://schemas.microsoft.com/office/drawing/2014/main"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a16:creationId xmlns:a16="http://schemas.microsoft.com/office/drawing/2014/main"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a16:creationId xmlns:a16="http://schemas.microsoft.com/office/drawing/2014/main"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a16:creationId xmlns:a16="http://schemas.microsoft.com/office/drawing/2014/main"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a16:creationId xmlns:a16="http://schemas.microsoft.com/office/drawing/2014/main"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a16:creationId xmlns:a16="http://schemas.microsoft.com/office/drawing/2014/main"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a16:creationId xmlns:a16="http://schemas.microsoft.com/office/drawing/2014/main"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a16:creationId xmlns:a16="http://schemas.microsoft.com/office/drawing/2014/main"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a16:creationId xmlns:a16="http://schemas.microsoft.com/office/drawing/2014/main"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a16:creationId xmlns:a16="http://schemas.microsoft.com/office/drawing/2014/main"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a16:creationId xmlns:a16="http://schemas.microsoft.com/office/drawing/2014/main"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a16:creationId xmlns:a16="http://schemas.microsoft.com/office/drawing/2014/main"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a16:creationId xmlns:a16="http://schemas.microsoft.com/office/drawing/2014/main"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a16:creationId xmlns:a16="http://schemas.microsoft.com/office/drawing/2014/main"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a16:creationId xmlns:a16="http://schemas.microsoft.com/office/drawing/2014/main"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a16:creationId xmlns:a16="http://schemas.microsoft.com/office/drawing/2014/main"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a16:creationId xmlns:a16="http://schemas.microsoft.com/office/drawing/2014/main"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a16:creationId xmlns:a16="http://schemas.microsoft.com/office/drawing/2014/main"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a16:creationId xmlns:a16="http://schemas.microsoft.com/office/drawing/2014/main"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a16:creationId xmlns:a16="http://schemas.microsoft.com/office/drawing/2014/main"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a16:creationId xmlns:a16="http://schemas.microsoft.com/office/drawing/2014/main"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a16:creationId xmlns:a16="http://schemas.microsoft.com/office/drawing/2014/main"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a16:creationId xmlns:a16="http://schemas.microsoft.com/office/drawing/2014/main"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a16:creationId xmlns:a16="http://schemas.microsoft.com/office/drawing/2014/main"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a16:creationId xmlns:a16="http://schemas.microsoft.com/office/drawing/2014/main"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a16:creationId xmlns:a16="http://schemas.microsoft.com/office/drawing/2014/main"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a16:creationId xmlns:a16="http://schemas.microsoft.com/office/drawing/2014/main"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a16:creationId xmlns:a16="http://schemas.microsoft.com/office/drawing/2014/main"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a16:creationId xmlns:a16="http://schemas.microsoft.com/office/drawing/2014/main"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a16:creationId xmlns:a16="http://schemas.microsoft.com/office/drawing/2014/main"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a16:creationId xmlns:a16="http://schemas.microsoft.com/office/drawing/2014/main"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a16:creationId xmlns:a16="http://schemas.microsoft.com/office/drawing/2014/main"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a16:creationId xmlns:a16="http://schemas.microsoft.com/office/drawing/2014/main"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a16:creationId xmlns:a16="http://schemas.microsoft.com/office/drawing/2014/main"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a16:creationId xmlns:a16="http://schemas.microsoft.com/office/drawing/2014/main"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a16:creationId xmlns:a16="http://schemas.microsoft.com/office/drawing/2014/main"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2344898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a16:creationId xmlns:a16="http://schemas.microsoft.com/office/drawing/2014/main"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a16:creationId xmlns:a16="http://schemas.microsoft.com/office/drawing/2014/main"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a16:creationId xmlns:a16="http://schemas.microsoft.com/office/drawing/2014/main"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a16:creationId xmlns:a16="http://schemas.microsoft.com/office/drawing/2014/main"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a16:creationId xmlns:a16="http://schemas.microsoft.com/office/drawing/2014/main"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a16:creationId xmlns:a16="http://schemas.microsoft.com/office/drawing/2014/main"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a16:creationId xmlns:a16="http://schemas.microsoft.com/office/drawing/2014/main"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a16:creationId xmlns:a16="http://schemas.microsoft.com/office/drawing/2014/main"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a16:creationId xmlns:a16="http://schemas.microsoft.com/office/drawing/2014/main"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a16:creationId xmlns:a16="http://schemas.microsoft.com/office/drawing/2014/main"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a16:creationId xmlns:a16="http://schemas.microsoft.com/office/drawing/2014/main"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a16:creationId xmlns:a16="http://schemas.microsoft.com/office/drawing/2014/main"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a16:creationId xmlns:a16="http://schemas.microsoft.com/office/drawing/2014/main"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a16:creationId xmlns:a16="http://schemas.microsoft.com/office/drawing/2014/main"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a16:creationId xmlns:a16="http://schemas.microsoft.com/office/drawing/2014/main"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a16:creationId xmlns:a16="http://schemas.microsoft.com/office/drawing/2014/main"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a16:creationId xmlns:a16="http://schemas.microsoft.com/office/drawing/2014/main"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a16:creationId xmlns:a16="http://schemas.microsoft.com/office/drawing/2014/main"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a16:creationId xmlns:a16="http://schemas.microsoft.com/office/drawing/2014/main"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a16:creationId xmlns:a16="http://schemas.microsoft.com/office/drawing/2014/main"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a16:creationId xmlns:a16="http://schemas.microsoft.com/office/drawing/2014/main"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a16:creationId xmlns:a16="http://schemas.microsoft.com/office/drawing/2014/main"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a16:creationId xmlns:a16="http://schemas.microsoft.com/office/drawing/2014/main"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a16:creationId xmlns:a16="http://schemas.microsoft.com/office/drawing/2014/main"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a16:creationId xmlns:a16="http://schemas.microsoft.com/office/drawing/2014/main"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a16:creationId xmlns:a16="http://schemas.microsoft.com/office/drawing/2014/main"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a16:creationId xmlns:a16="http://schemas.microsoft.com/office/drawing/2014/main"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a16:creationId xmlns:a16="http://schemas.microsoft.com/office/drawing/2014/main"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a16:creationId xmlns:a16="http://schemas.microsoft.com/office/drawing/2014/main"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a16:creationId xmlns:a16="http://schemas.microsoft.com/office/drawing/2014/main"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a16:creationId xmlns:a16="http://schemas.microsoft.com/office/drawing/2014/main"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a16:creationId xmlns:a16="http://schemas.microsoft.com/office/drawing/2014/main"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a16:creationId xmlns:a16="http://schemas.microsoft.com/office/drawing/2014/main"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a16:creationId xmlns:a16="http://schemas.microsoft.com/office/drawing/2014/main"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a16:creationId xmlns:a16="http://schemas.microsoft.com/office/drawing/2014/main"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a16:creationId xmlns:a16="http://schemas.microsoft.com/office/drawing/2014/main"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a16:creationId xmlns:a16="http://schemas.microsoft.com/office/drawing/2014/main"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a16:creationId xmlns:a16="http://schemas.microsoft.com/office/drawing/2014/main"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a16:creationId xmlns:a16="http://schemas.microsoft.com/office/drawing/2014/main"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a16:creationId xmlns:a16="http://schemas.microsoft.com/office/drawing/2014/main"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a16:creationId xmlns:a16="http://schemas.microsoft.com/office/drawing/2014/main"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0036966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a16:creationId xmlns:a16="http://schemas.microsoft.com/office/drawing/2014/main"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a16:creationId xmlns:a16="http://schemas.microsoft.com/office/drawing/2014/main"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a16:creationId xmlns:a16="http://schemas.microsoft.com/office/drawing/2014/main"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a16:creationId xmlns:a16="http://schemas.microsoft.com/office/drawing/2014/main"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a16:creationId xmlns:a16="http://schemas.microsoft.com/office/drawing/2014/main"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a16:creationId xmlns:a16="http://schemas.microsoft.com/office/drawing/2014/main"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a16:creationId xmlns:a16="http://schemas.microsoft.com/office/drawing/2014/main"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a16:creationId xmlns:a16="http://schemas.microsoft.com/office/drawing/2014/main"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a16:creationId xmlns:a16="http://schemas.microsoft.com/office/drawing/2014/main"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a16:creationId xmlns:a16="http://schemas.microsoft.com/office/drawing/2014/main"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a16:creationId xmlns:a16="http://schemas.microsoft.com/office/drawing/2014/main"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a16:creationId xmlns:a16="http://schemas.microsoft.com/office/drawing/2014/main"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a16:creationId xmlns:a16="http://schemas.microsoft.com/office/drawing/2014/main"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a16:creationId xmlns:a16="http://schemas.microsoft.com/office/drawing/2014/main"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a16:creationId xmlns:a16="http://schemas.microsoft.com/office/drawing/2014/main"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a16:creationId xmlns:a16="http://schemas.microsoft.com/office/drawing/2014/main"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a16:creationId xmlns:a16="http://schemas.microsoft.com/office/drawing/2014/main"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a16:creationId xmlns:a16="http://schemas.microsoft.com/office/drawing/2014/main"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a16:creationId xmlns:a16="http://schemas.microsoft.com/office/drawing/2014/main"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a16:creationId xmlns:a16="http://schemas.microsoft.com/office/drawing/2014/main"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a16:creationId xmlns:a16="http://schemas.microsoft.com/office/drawing/2014/main"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a16:creationId xmlns:a16="http://schemas.microsoft.com/office/drawing/2014/main"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a16:creationId xmlns:a16="http://schemas.microsoft.com/office/drawing/2014/main"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a16:creationId xmlns:a16="http://schemas.microsoft.com/office/drawing/2014/main"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a16:creationId xmlns:a16="http://schemas.microsoft.com/office/drawing/2014/main"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a16:creationId xmlns:a16="http://schemas.microsoft.com/office/drawing/2014/main"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a16:creationId xmlns:a16="http://schemas.microsoft.com/office/drawing/2014/main"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a16:creationId xmlns:a16="http://schemas.microsoft.com/office/drawing/2014/main"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a16:creationId xmlns:a16="http://schemas.microsoft.com/office/drawing/2014/main"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a16:creationId xmlns:a16="http://schemas.microsoft.com/office/drawing/2014/main"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a16:creationId xmlns:a16="http://schemas.microsoft.com/office/drawing/2014/main"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a16:creationId xmlns:a16="http://schemas.microsoft.com/office/drawing/2014/main"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a16:creationId xmlns:a16="http://schemas.microsoft.com/office/drawing/2014/main"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a16:creationId xmlns:a16="http://schemas.microsoft.com/office/drawing/2014/main"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a16:creationId xmlns:a16="http://schemas.microsoft.com/office/drawing/2014/main"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a16:creationId xmlns:a16="http://schemas.microsoft.com/office/drawing/2014/main"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a16:creationId xmlns:a16="http://schemas.microsoft.com/office/drawing/2014/main"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a16:creationId xmlns:a16="http://schemas.microsoft.com/office/drawing/2014/main"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a16:creationId xmlns:a16="http://schemas.microsoft.com/office/drawing/2014/main"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a16:creationId xmlns:a16="http://schemas.microsoft.com/office/drawing/2014/main"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a16:creationId xmlns:a16="http://schemas.microsoft.com/office/drawing/2014/main"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a16:creationId xmlns:a16="http://schemas.microsoft.com/office/drawing/2014/main"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a16:creationId xmlns:a16="http://schemas.microsoft.com/office/drawing/2014/main"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a16:creationId xmlns:a16="http://schemas.microsoft.com/office/drawing/2014/main"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a16:creationId xmlns:a16="http://schemas.microsoft.com/office/drawing/2014/main"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a16:creationId xmlns:a16="http://schemas.microsoft.com/office/drawing/2014/main"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a16:creationId xmlns:a16="http://schemas.microsoft.com/office/drawing/2014/main"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a16:creationId xmlns:a16="http://schemas.microsoft.com/office/drawing/2014/main"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a16:creationId xmlns:a16="http://schemas.microsoft.com/office/drawing/2014/main"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a16:creationId xmlns:a16="http://schemas.microsoft.com/office/drawing/2014/main"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a16:creationId xmlns:a16="http://schemas.microsoft.com/office/drawing/2014/main"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a16:creationId xmlns:a16="http://schemas.microsoft.com/office/drawing/2014/main"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78343891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a16:creationId xmlns:a16="http://schemas.microsoft.com/office/drawing/2014/main"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a16:creationId xmlns:a16="http://schemas.microsoft.com/office/drawing/2014/main"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a16:creationId xmlns:a16="http://schemas.microsoft.com/office/drawing/2014/main"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a16:creationId xmlns:a16="http://schemas.microsoft.com/office/drawing/2014/main"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a16:creationId xmlns:a16="http://schemas.microsoft.com/office/drawing/2014/main"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a16:creationId xmlns:a16="http://schemas.microsoft.com/office/drawing/2014/main"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a16:creationId xmlns:a16="http://schemas.microsoft.com/office/drawing/2014/main"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a16:creationId xmlns:a16="http://schemas.microsoft.com/office/drawing/2014/main"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a16:creationId xmlns:a16="http://schemas.microsoft.com/office/drawing/2014/main"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a16:creationId xmlns:a16="http://schemas.microsoft.com/office/drawing/2014/main"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a16:creationId xmlns:a16="http://schemas.microsoft.com/office/drawing/2014/main"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a16:creationId xmlns:a16="http://schemas.microsoft.com/office/drawing/2014/main"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a16:creationId xmlns:a16="http://schemas.microsoft.com/office/drawing/2014/main"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a16:creationId xmlns:a16="http://schemas.microsoft.com/office/drawing/2014/main"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a16:creationId xmlns:a16="http://schemas.microsoft.com/office/drawing/2014/main"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a16:creationId xmlns:a16="http://schemas.microsoft.com/office/drawing/2014/main"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a16:creationId xmlns:a16="http://schemas.microsoft.com/office/drawing/2014/main"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a16:creationId xmlns:a16="http://schemas.microsoft.com/office/drawing/2014/main"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a16:creationId xmlns:a16="http://schemas.microsoft.com/office/drawing/2014/main"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a16:creationId xmlns:a16="http://schemas.microsoft.com/office/drawing/2014/main"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a16:creationId xmlns:a16="http://schemas.microsoft.com/office/drawing/2014/main"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a16:creationId xmlns:a16="http://schemas.microsoft.com/office/drawing/2014/main"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a16:creationId xmlns:a16="http://schemas.microsoft.com/office/drawing/2014/main"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a16:creationId xmlns:a16="http://schemas.microsoft.com/office/drawing/2014/main"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a16:creationId xmlns:a16="http://schemas.microsoft.com/office/drawing/2014/main"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a16:creationId xmlns:a16="http://schemas.microsoft.com/office/drawing/2014/main"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a16:creationId xmlns:a16="http://schemas.microsoft.com/office/drawing/2014/main"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a16:creationId xmlns:a16="http://schemas.microsoft.com/office/drawing/2014/main"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a16:creationId xmlns:a16="http://schemas.microsoft.com/office/drawing/2014/main"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a16:creationId xmlns:a16="http://schemas.microsoft.com/office/drawing/2014/main"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a16:creationId xmlns:a16="http://schemas.microsoft.com/office/drawing/2014/main"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a16:creationId xmlns:a16="http://schemas.microsoft.com/office/drawing/2014/main"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a16:creationId xmlns:a16="http://schemas.microsoft.com/office/drawing/2014/main"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a16:creationId xmlns:a16="http://schemas.microsoft.com/office/drawing/2014/main"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a16:creationId xmlns:a16="http://schemas.microsoft.com/office/drawing/2014/main"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a16:creationId xmlns:a16="http://schemas.microsoft.com/office/drawing/2014/main"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a16:creationId xmlns:a16="http://schemas.microsoft.com/office/drawing/2014/main"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a16:creationId xmlns:a16="http://schemas.microsoft.com/office/drawing/2014/main"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a16:creationId xmlns:a16="http://schemas.microsoft.com/office/drawing/2014/main"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a16:creationId xmlns:a16="http://schemas.microsoft.com/office/drawing/2014/main"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a16:creationId xmlns:a16="http://schemas.microsoft.com/office/drawing/2014/main"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a16:creationId xmlns:a16="http://schemas.microsoft.com/office/drawing/2014/main"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a16:creationId xmlns:a16="http://schemas.microsoft.com/office/drawing/2014/main"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a16:creationId xmlns:a16="http://schemas.microsoft.com/office/drawing/2014/main"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a16:creationId xmlns:a16="http://schemas.microsoft.com/office/drawing/2014/main"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a16:creationId xmlns:a16="http://schemas.microsoft.com/office/drawing/2014/main"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a16:creationId xmlns:a16="http://schemas.microsoft.com/office/drawing/2014/main"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a16:creationId xmlns:a16="http://schemas.microsoft.com/office/drawing/2014/main"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a16:creationId xmlns:a16="http://schemas.microsoft.com/office/drawing/2014/main"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a16:creationId xmlns:a16="http://schemas.microsoft.com/office/drawing/2014/main"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a16:creationId xmlns:a16="http://schemas.microsoft.com/office/drawing/2014/main"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a16:creationId xmlns:a16="http://schemas.microsoft.com/office/drawing/2014/main"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a16:creationId xmlns:a16="http://schemas.microsoft.com/office/drawing/2014/main"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a16:creationId xmlns:a16="http://schemas.microsoft.com/office/drawing/2014/main"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a16:creationId xmlns:a16="http://schemas.microsoft.com/office/drawing/2014/main"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a16:creationId xmlns:a16="http://schemas.microsoft.com/office/drawing/2014/main"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a16:creationId xmlns:a16="http://schemas.microsoft.com/office/drawing/2014/main"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a16:creationId xmlns:a16="http://schemas.microsoft.com/office/drawing/2014/main"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a16:creationId xmlns:a16="http://schemas.microsoft.com/office/drawing/2014/main"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a16:creationId xmlns:a16="http://schemas.microsoft.com/office/drawing/2014/main"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a16:creationId xmlns:a16="http://schemas.microsoft.com/office/drawing/2014/main"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a16:creationId xmlns:a16="http://schemas.microsoft.com/office/drawing/2014/main"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a16:creationId xmlns:a16="http://schemas.microsoft.com/office/drawing/2014/main"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a16:creationId xmlns:a16="http://schemas.microsoft.com/office/drawing/2014/main"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a16:creationId xmlns:a16="http://schemas.microsoft.com/office/drawing/2014/main"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a16:creationId xmlns:a16="http://schemas.microsoft.com/office/drawing/2014/main"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a16:creationId xmlns:a16="http://schemas.microsoft.com/office/drawing/2014/main"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a16:creationId xmlns:a16="http://schemas.microsoft.com/office/drawing/2014/main"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a16:creationId xmlns:a16="http://schemas.microsoft.com/office/drawing/2014/main"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a16:creationId xmlns:a16="http://schemas.microsoft.com/office/drawing/2014/main"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a16:creationId xmlns:a16="http://schemas.microsoft.com/office/drawing/2014/main"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a16:creationId xmlns:a16="http://schemas.microsoft.com/office/drawing/2014/main"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a16:creationId xmlns:a16="http://schemas.microsoft.com/office/drawing/2014/main"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a16:creationId xmlns:a16="http://schemas.microsoft.com/office/drawing/2014/main"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a16:creationId xmlns:a16="http://schemas.microsoft.com/office/drawing/2014/main"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a16:creationId xmlns:a16="http://schemas.microsoft.com/office/drawing/2014/main"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a16:creationId xmlns:a16="http://schemas.microsoft.com/office/drawing/2014/main"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a16:creationId xmlns:a16="http://schemas.microsoft.com/office/drawing/2014/main"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a16:creationId xmlns:a16="http://schemas.microsoft.com/office/drawing/2014/main"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a16:creationId xmlns:a16="http://schemas.microsoft.com/office/drawing/2014/main"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a16:creationId xmlns:a16="http://schemas.microsoft.com/office/drawing/2014/main"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a16:creationId xmlns:a16="http://schemas.microsoft.com/office/drawing/2014/main"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a16:creationId xmlns:a16="http://schemas.microsoft.com/office/drawing/2014/main"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a16:creationId xmlns:a16="http://schemas.microsoft.com/office/drawing/2014/main"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a16:creationId xmlns:a16="http://schemas.microsoft.com/office/drawing/2014/main"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a16:creationId xmlns:a16="http://schemas.microsoft.com/office/drawing/2014/main"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a16:creationId xmlns:a16="http://schemas.microsoft.com/office/drawing/2014/main"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a16:creationId xmlns:a16="http://schemas.microsoft.com/office/drawing/2014/main"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a16:creationId xmlns:a16="http://schemas.microsoft.com/office/drawing/2014/main"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a16:creationId xmlns:a16="http://schemas.microsoft.com/office/drawing/2014/main"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a16:creationId xmlns:a16="http://schemas.microsoft.com/office/drawing/2014/main"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a16:creationId xmlns:a16="http://schemas.microsoft.com/office/drawing/2014/main"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a16:creationId xmlns:a16="http://schemas.microsoft.com/office/drawing/2014/main"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a16:creationId xmlns:a16="http://schemas.microsoft.com/office/drawing/2014/main"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1579607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a16:creationId xmlns:a16="http://schemas.microsoft.com/office/drawing/2014/main"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a16:creationId xmlns:a16="http://schemas.microsoft.com/office/drawing/2014/main"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a16:creationId xmlns:a16="http://schemas.microsoft.com/office/drawing/2014/main"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a16:creationId xmlns:a16="http://schemas.microsoft.com/office/drawing/2014/main"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a16:creationId xmlns:a16="http://schemas.microsoft.com/office/drawing/2014/main"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a16:creationId xmlns:a16="http://schemas.microsoft.com/office/drawing/2014/main"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a16:creationId xmlns:a16="http://schemas.microsoft.com/office/drawing/2014/main"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a16:creationId xmlns:a16="http://schemas.microsoft.com/office/drawing/2014/main"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a16:creationId xmlns:a16="http://schemas.microsoft.com/office/drawing/2014/main"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a16:creationId xmlns:a16="http://schemas.microsoft.com/office/drawing/2014/main"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a16:creationId xmlns:a16="http://schemas.microsoft.com/office/drawing/2014/main"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a16:creationId xmlns:a16="http://schemas.microsoft.com/office/drawing/2014/main"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a16:creationId xmlns:a16="http://schemas.microsoft.com/office/drawing/2014/main"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a16:creationId xmlns:a16="http://schemas.microsoft.com/office/drawing/2014/main"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a16:creationId xmlns:a16="http://schemas.microsoft.com/office/drawing/2014/main"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a16:creationId xmlns:a16="http://schemas.microsoft.com/office/drawing/2014/main"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a16:creationId xmlns:a16="http://schemas.microsoft.com/office/drawing/2014/main"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a16:creationId xmlns:a16="http://schemas.microsoft.com/office/drawing/2014/main"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a16:creationId xmlns:a16="http://schemas.microsoft.com/office/drawing/2014/main"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a16:creationId xmlns:a16="http://schemas.microsoft.com/office/drawing/2014/main"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a16:creationId xmlns:a16="http://schemas.microsoft.com/office/drawing/2014/main"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a16:creationId xmlns:a16="http://schemas.microsoft.com/office/drawing/2014/main"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a16:creationId xmlns:a16="http://schemas.microsoft.com/office/drawing/2014/main"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3420550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a16:creationId xmlns:a16="http://schemas.microsoft.com/office/drawing/2014/main"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a16:creationId xmlns:a16="http://schemas.microsoft.com/office/drawing/2014/main"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a16:creationId xmlns:a16="http://schemas.microsoft.com/office/drawing/2014/main"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a16:creationId xmlns:a16="http://schemas.microsoft.com/office/drawing/2014/main"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a16:creationId xmlns:a16="http://schemas.microsoft.com/office/drawing/2014/main"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a16:creationId xmlns:a16="http://schemas.microsoft.com/office/drawing/2014/main"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a16:creationId xmlns:a16="http://schemas.microsoft.com/office/drawing/2014/main"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a16:creationId xmlns:a16="http://schemas.microsoft.com/office/drawing/2014/main"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a16:creationId xmlns:a16="http://schemas.microsoft.com/office/drawing/2014/main"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a16:creationId xmlns:a16="http://schemas.microsoft.com/office/drawing/2014/main"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a16:creationId xmlns:a16="http://schemas.microsoft.com/office/drawing/2014/main"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a16:creationId xmlns:a16="http://schemas.microsoft.com/office/drawing/2014/main"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a16:creationId xmlns:a16="http://schemas.microsoft.com/office/drawing/2014/main"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a16:creationId xmlns:a16="http://schemas.microsoft.com/office/drawing/2014/main"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a16:creationId xmlns:a16="http://schemas.microsoft.com/office/drawing/2014/main"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a16:creationId xmlns:a16="http://schemas.microsoft.com/office/drawing/2014/main"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4077210781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a16:creationId xmlns:a16="http://schemas.microsoft.com/office/drawing/2014/main"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a16:creationId xmlns:a16="http://schemas.microsoft.com/office/drawing/2014/main"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a16:creationId xmlns:a16="http://schemas.microsoft.com/office/drawing/2014/main"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a16:creationId xmlns:a16="http://schemas.microsoft.com/office/drawing/2014/main"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a16:creationId xmlns:a16="http://schemas.microsoft.com/office/drawing/2014/main"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a16:creationId xmlns:a16="http://schemas.microsoft.com/office/drawing/2014/main"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a16:creationId xmlns:a16="http://schemas.microsoft.com/office/drawing/2014/main"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a16:creationId xmlns:a16="http://schemas.microsoft.com/office/drawing/2014/main"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a16:creationId xmlns:a16="http://schemas.microsoft.com/office/drawing/2014/main"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a16:creationId xmlns:a16="http://schemas.microsoft.com/office/drawing/2014/main"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a16:creationId xmlns:a16="http://schemas.microsoft.com/office/drawing/2014/main"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a16:creationId xmlns:a16="http://schemas.microsoft.com/office/drawing/2014/main"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a16:creationId xmlns:a16="http://schemas.microsoft.com/office/drawing/2014/main"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a16:creationId xmlns:a16="http://schemas.microsoft.com/office/drawing/2014/main"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a16:creationId xmlns:a16="http://schemas.microsoft.com/office/drawing/2014/main"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a16:creationId xmlns:a16="http://schemas.microsoft.com/office/drawing/2014/main"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a16:creationId xmlns:a16="http://schemas.microsoft.com/office/drawing/2014/main"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a16:creationId xmlns:a16="http://schemas.microsoft.com/office/drawing/2014/main"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a16:creationId xmlns:a16="http://schemas.microsoft.com/office/drawing/2014/main"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a16:creationId xmlns:a16="http://schemas.microsoft.com/office/drawing/2014/main"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a16:creationId xmlns:a16="http://schemas.microsoft.com/office/drawing/2014/main"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a16:creationId xmlns:a16="http://schemas.microsoft.com/office/drawing/2014/main"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a16:creationId xmlns:a16="http://schemas.microsoft.com/office/drawing/2014/main"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a16:creationId xmlns:a16="http://schemas.microsoft.com/office/drawing/2014/main"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a16:creationId xmlns:a16="http://schemas.microsoft.com/office/drawing/2014/main"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a16:creationId xmlns:a16="http://schemas.microsoft.com/office/drawing/2014/main"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a16:creationId xmlns:a16="http://schemas.microsoft.com/office/drawing/2014/main"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a16:creationId xmlns:a16="http://schemas.microsoft.com/office/drawing/2014/main"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a16:creationId xmlns:a16="http://schemas.microsoft.com/office/drawing/2014/main"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a16:creationId xmlns:a16="http://schemas.microsoft.com/office/drawing/2014/main"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a16:creationId xmlns:a16="http://schemas.microsoft.com/office/drawing/2014/main"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a16:creationId xmlns:a16="http://schemas.microsoft.com/office/drawing/2014/main"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a16:creationId xmlns:a16="http://schemas.microsoft.com/office/drawing/2014/main"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a16:creationId xmlns:a16="http://schemas.microsoft.com/office/drawing/2014/main"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a16:creationId xmlns:a16="http://schemas.microsoft.com/office/drawing/2014/main"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a16:creationId xmlns:a16="http://schemas.microsoft.com/office/drawing/2014/main"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a16:creationId xmlns:a16="http://schemas.microsoft.com/office/drawing/2014/main"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7816178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a16:creationId xmlns:a16="http://schemas.microsoft.com/office/drawing/2014/main"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a16:creationId xmlns:a16="http://schemas.microsoft.com/office/drawing/2014/main"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a16:creationId xmlns:a16="http://schemas.microsoft.com/office/drawing/2014/main"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a16:creationId xmlns:a16="http://schemas.microsoft.com/office/drawing/2014/main"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a16:creationId xmlns:a16="http://schemas.microsoft.com/office/drawing/2014/main"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a16:creationId xmlns:a16="http://schemas.microsoft.com/office/drawing/2014/main"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a16:creationId xmlns:a16="http://schemas.microsoft.com/office/drawing/2014/main"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a16:creationId xmlns:a16="http://schemas.microsoft.com/office/drawing/2014/main"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a16:creationId xmlns:a16="http://schemas.microsoft.com/office/drawing/2014/main"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a16:creationId xmlns:a16="http://schemas.microsoft.com/office/drawing/2014/main"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a16:creationId xmlns:a16="http://schemas.microsoft.com/office/drawing/2014/main"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a16:creationId xmlns:a16="http://schemas.microsoft.com/office/drawing/2014/main"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a16:creationId xmlns:a16="http://schemas.microsoft.com/office/drawing/2014/main"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a16:creationId xmlns:a16="http://schemas.microsoft.com/office/drawing/2014/main"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a16:creationId xmlns:a16="http://schemas.microsoft.com/office/drawing/2014/main"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a16:creationId xmlns:a16="http://schemas.microsoft.com/office/drawing/2014/main"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a16:creationId xmlns:a16="http://schemas.microsoft.com/office/drawing/2014/main"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a16:creationId xmlns:a16="http://schemas.microsoft.com/office/drawing/2014/main"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a16:creationId xmlns:a16="http://schemas.microsoft.com/office/drawing/2014/main"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a16:creationId xmlns:a16="http://schemas.microsoft.com/office/drawing/2014/main"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a16:creationId xmlns:a16="http://schemas.microsoft.com/office/drawing/2014/main"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a16:creationId xmlns:a16="http://schemas.microsoft.com/office/drawing/2014/main"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a16:creationId xmlns:a16="http://schemas.microsoft.com/office/drawing/2014/main"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a16:creationId xmlns:a16="http://schemas.microsoft.com/office/drawing/2014/main"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a16:creationId xmlns:a16="http://schemas.microsoft.com/office/drawing/2014/main"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a16:creationId xmlns:a16="http://schemas.microsoft.com/office/drawing/2014/main"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a16:creationId xmlns:a16="http://schemas.microsoft.com/office/drawing/2014/main"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a16:creationId xmlns:a16="http://schemas.microsoft.com/office/drawing/2014/main"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a16:creationId xmlns:a16="http://schemas.microsoft.com/office/drawing/2014/main"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a16:creationId xmlns:a16="http://schemas.microsoft.com/office/drawing/2014/main"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a16:creationId xmlns:a16="http://schemas.microsoft.com/office/drawing/2014/main"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a16:creationId xmlns:a16="http://schemas.microsoft.com/office/drawing/2014/main"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a16:creationId xmlns:a16="http://schemas.microsoft.com/office/drawing/2014/main"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a16:creationId xmlns:a16="http://schemas.microsoft.com/office/drawing/2014/main"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a16:creationId xmlns:a16="http://schemas.microsoft.com/office/drawing/2014/main"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a16:creationId xmlns:a16="http://schemas.microsoft.com/office/drawing/2014/main"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a16:creationId xmlns:a16="http://schemas.microsoft.com/office/drawing/2014/main"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a16:creationId xmlns:a16="http://schemas.microsoft.com/office/drawing/2014/main"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a16:creationId xmlns:a16="http://schemas.microsoft.com/office/drawing/2014/main"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a16:creationId xmlns:a16="http://schemas.microsoft.com/office/drawing/2014/main"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a16:creationId xmlns:a16="http://schemas.microsoft.com/office/drawing/2014/main"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a16:creationId xmlns:a16="http://schemas.microsoft.com/office/drawing/2014/main"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a16:creationId xmlns:a16="http://schemas.microsoft.com/office/drawing/2014/main"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a16:creationId xmlns:a16="http://schemas.microsoft.com/office/drawing/2014/main"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a16:creationId xmlns:a16="http://schemas.microsoft.com/office/drawing/2014/main"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a16:creationId xmlns:a16="http://schemas.microsoft.com/office/drawing/2014/main"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a16:creationId xmlns:a16="http://schemas.microsoft.com/office/drawing/2014/main"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a16:creationId xmlns:a16="http://schemas.microsoft.com/office/drawing/2014/main"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a16:creationId xmlns:a16="http://schemas.microsoft.com/office/drawing/2014/main"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a16:creationId xmlns:a16="http://schemas.microsoft.com/office/drawing/2014/main"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a16:creationId xmlns:a16="http://schemas.microsoft.com/office/drawing/2014/main"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a16:creationId xmlns:a16="http://schemas.microsoft.com/office/drawing/2014/main"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a16:creationId xmlns:a16="http://schemas.microsoft.com/office/drawing/2014/main"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a16:creationId xmlns:a16="http://schemas.microsoft.com/office/drawing/2014/main"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a16:creationId xmlns:a16="http://schemas.microsoft.com/office/drawing/2014/main"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a16:creationId xmlns:a16="http://schemas.microsoft.com/office/drawing/2014/main"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a16:creationId xmlns:a16="http://schemas.microsoft.com/office/drawing/2014/main"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a16:creationId xmlns:a16="http://schemas.microsoft.com/office/drawing/2014/main"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a16:creationId xmlns:a16="http://schemas.microsoft.com/office/drawing/2014/main"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a16:creationId xmlns:a16="http://schemas.microsoft.com/office/drawing/2014/main"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a16:creationId xmlns:a16="http://schemas.microsoft.com/office/drawing/2014/main"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a16:creationId xmlns:a16="http://schemas.microsoft.com/office/drawing/2014/main"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a16:creationId xmlns:a16="http://schemas.microsoft.com/office/drawing/2014/main"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a16:creationId xmlns:a16="http://schemas.microsoft.com/office/drawing/2014/main"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a16:creationId xmlns:a16="http://schemas.microsoft.com/office/drawing/2014/main"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a16:creationId xmlns:a16="http://schemas.microsoft.com/office/drawing/2014/main"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a16:creationId xmlns:a16="http://schemas.microsoft.com/office/drawing/2014/main"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a16:creationId xmlns:a16="http://schemas.microsoft.com/office/drawing/2014/main"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a16:creationId xmlns:a16="http://schemas.microsoft.com/office/drawing/2014/main"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a16:creationId xmlns:a16="http://schemas.microsoft.com/office/drawing/2014/main"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a16:creationId xmlns:a16="http://schemas.microsoft.com/office/drawing/2014/main"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a16:creationId xmlns:a16="http://schemas.microsoft.com/office/drawing/2014/main"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a16:creationId xmlns:a16="http://schemas.microsoft.com/office/drawing/2014/main"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a16:creationId xmlns:a16="http://schemas.microsoft.com/office/drawing/2014/main"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a16:creationId xmlns:a16="http://schemas.microsoft.com/office/drawing/2014/main"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a16:creationId xmlns:a16="http://schemas.microsoft.com/office/drawing/2014/main"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a16:creationId xmlns:a16="http://schemas.microsoft.com/office/drawing/2014/main"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a16:creationId xmlns:a16="http://schemas.microsoft.com/office/drawing/2014/main"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a16:creationId xmlns:a16="http://schemas.microsoft.com/office/drawing/2014/main"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a16:creationId xmlns:a16="http://schemas.microsoft.com/office/drawing/2014/main"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a16:creationId xmlns:a16="http://schemas.microsoft.com/office/drawing/2014/main"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a16:creationId xmlns:a16="http://schemas.microsoft.com/office/drawing/2014/main"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a16:creationId xmlns:a16="http://schemas.microsoft.com/office/drawing/2014/main"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a16:creationId xmlns:a16="http://schemas.microsoft.com/office/drawing/2014/main"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a16:creationId xmlns:a16="http://schemas.microsoft.com/office/drawing/2014/main"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a16:creationId xmlns:a16="http://schemas.microsoft.com/office/drawing/2014/main"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a16:creationId xmlns:a16="http://schemas.microsoft.com/office/drawing/2014/main"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a16:creationId xmlns:a16="http://schemas.microsoft.com/office/drawing/2014/main"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a16:creationId xmlns:a16="http://schemas.microsoft.com/office/drawing/2014/main"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a16:creationId xmlns:a16="http://schemas.microsoft.com/office/drawing/2014/main"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a16:creationId xmlns:a16="http://schemas.microsoft.com/office/drawing/2014/main"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a16:creationId xmlns:a16="http://schemas.microsoft.com/office/drawing/2014/main"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a16:creationId xmlns:a16="http://schemas.microsoft.com/office/drawing/2014/main"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a16:creationId xmlns:a16="http://schemas.microsoft.com/office/drawing/2014/main"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a16:creationId xmlns:a16="http://schemas.microsoft.com/office/drawing/2014/main"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a16:creationId xmlns:a16="http://schemas.microsoft.com/office/drawing/2014/main"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a16:creationId xmlns:a16="http://schemas.microsoft.com/office/drawing/2014/main"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a16:creationId xmlns:a16="http://schemas.microsoft.com/office/drawing/2014/main"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a16:creationId xmlns:a16="http://schemas.microsoft.com/office/drawing/2014/main"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a16:creationId xmlns:a16="http://schemas.microsoft.com/office/drawing/2014/main"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a16:creationId xmlns:a16="http://schemas.microsoft.com/office/drawing/2014/main"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a16:creationId xmlns:a16="http://schemas.microsoft.com/office/drawing/2014/main"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a16:creationId xmlns:a16="http://schemas.microsoft.com/office/drawing/2014/main"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a16:creationId xmlns:a16="http://schemas.microsoft.com/office/drawing/2014/main"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a16:creationId xmlns:a16="http://schemas.microsoft.com/office/drawing/2014/main"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a16:creationId xmlns:a16="http://schemas.microsoft.com/office/drawing/2014/main"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a16:creationId xmlns:a16="http://schemas.microsoft.com/office/drawing/2014/main"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a16:creationId xmlns:a16="http://schemas.microsoft.com/office/drawing/2014/main"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a16:creationId xmlns:a16="http://schemas.microsoft.com/office/drawing/2014/main"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a16:creationId xmlns:a16="http://schemas.microsoft.com/office/drawing/2014/main"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a16:creationId xmlns:a16="http://schemas.microsoft.com/office/drawing/2014/main"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a16:creationId xmlns:a16="http://schemas.microsoft.com/office/drawing/2014/main"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76723624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a16:creationId xmlns:a16="http://schemas.microsoft.com/office/drawing/2014/main"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a16:creationId xmlns:a16="http://schemas.microsoft.com/office/drawing/2014/main"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a16:creationId xmlns:a16="http://schemas.microsoft.com/office/drawing/2014/main"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a16:creationId xmlns:a16="http://schemas.microsoft.com/office/drawing/2014/main"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a16:creationId xmlns:a16="http://schemas.microsoft.com/office/drawing/2014/main"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a16:creationId xmlns:a16="http://schemas.microsoft.com/office/drawing/2014/main"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a16:creationId xmlns:a16="http://schemas.microsoft.com/office/drawing/2014/main"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a16:creationId xmlns:a16="http://schemas.microsoft.com/office/drawing/2014/main"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a16:creationId xmlns:a16="http://schemas.microsoft.com/office/drawing/2014/main"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a16:creationId xmlns:a16="http://schemas.microsoft.com/office/drawing/2014/main"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a16:creationId xmlns:a16="http://schemas.microsoft.com/office/drawing/2014/main"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a16:creationId xmlns:a16="http://schemas.microsoft.com/office/drawing/2014/main"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a16:creationId xmlns:a16="http://schemas.microsoft.com/office/drawing/2014/main"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a16:creationId xmlns:a16="http://schemas.microsoft.com/office/drawing/2014/main"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a16:creationId xmlns:a16="http://schemas.microsoft.com/office/drawing/2014/main"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a16:creationId xmlns:a16="http://schemas.microsoft.com/office/drawing/2014/main"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a16:creationId xmlns:a16="http://schemas.microsoft.com/office/drawing/2014/main"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a16:creationId xmlns:a16="http://schemas.microsoft.com/office/drawing/2014/main"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a16:creationId xmlns:a16="http://schemas.microsoft.com/office/drawing/2014/main"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a16:creationId xmlns:a16="http://schemas.microsoft.com/office/drawing/2014/main"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a16:creationId xmlns:a16="http://schemas.microsoft.com/office/drawing/2014/main"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a16:creationId xmlns:a16="http://schemas.microsoft.com/office/drawing/2014/main"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a16:creationId xmlns:a16="http://schemas.microsoft.com/office/drawing/2014/main"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a16:creationId xmlns:a16="http://schemas.microsoft.com/office/drawing/2014/main"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a16:creationId xmlns:a16="http://schemas.microsoft.com/office/drawing/2014/main"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a16:creationId xmlns:a16="http://schemas.microsoft.com/office/drawing/2014/main"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a16:creationId xmlns:a16="http://schemas.microsoft.com/office/drawing/2014/main"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a16:creationId xmlns:a16="http://schemas.microsoft.com/office/drawing/2014/main"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a16:creationId xmlns:a16="http://schemas.microsoft.com/office/drawing/2014/main"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a16:creationId xmlns:a16="http://schemas.microsoft.com/office/drawing/2014/main"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a16:creationId xmlns:a16="http://schemas.microsoft.com/office/drawing/2014/main"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a16:creationId xmlns:a16="http://schemas.microsoft.com/office/drawing/2014/main"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a16:creationId xmlns:a16="http://schemas.microsoft.com/office/drawing/2014/main"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a16:creationId xmlns:a16="http://schemas.microsoft.com/office/drawing/2014/main"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a16:creationId xmlns:a16="http://schemas.microsoft.com/office/drawing/2014/main"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a16:creationId xmlns:a16="http://schemas.microsoft.com/office/drawing/2014/main"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a16:creationId xmlns:a16="http://schemas.microsoft.com/office/drawing/2014/main"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a16:creationId xmlns:a16="http://schemas.microsoft.com/office/drawing/2014/main"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a16:creationId xmlns:a16="http://schemas.microsoft.com/office/drawing/2014/main"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a16:creationId xmlns:a16="http://schemas.microsoft.com/office/drawing/2014/main"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a16:creationId xmlns:a16="http://schemas.microsoft.com/office/drawing/2014/main"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a16:creationId xmlns:a16="http://schemas.microsoft.com/office/drawing/2014/main"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a16:creationId xmlns:a16="http://schemas.microsoft.com/office/drawing/2014/main"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a16:creationId xmlns:a16="http://schemas.microsoft.com/office/drawing/2014/main"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a16:creationId xmlns:a16="http://schemas.microsoft.com/office/drawing/2014/main"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a16:creationId xmlns:a16="http://schemas.microsoft.com/office/drawing/2014/main"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a16:creationId xmlns:a16="http://schemas.microsoft.com/office/drawing/2014/main"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a16:creationId xmlns:a16="http://schemas.microsoft.com/office/drawing/2014/main"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a16:creationId xmlns:a16="http://schemas.microsoft.com/office/drawing/2014/main"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a16:creationId xmlns:a16="http://schemas.microsoft.com/office/drawing/2014/main"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a16:creationId xmlns:a16="http://schemas.microsoft.com/office/drawing/2014/main"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a16:creationId xmlns:a16="http://schemas.microsoft.com/office/drawing/2014/main"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a16:creationId xmlns:a16="http://schemas.microsoft.com/office/drawing/2014/main"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a16:creationId xmlns:a16="http://schemas.microsoft.com/office/drawing/2014/main"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a16:creationId xmlns:a16="http://schemas.microsoft.com/office/drawing/2014/main"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a16:creationId xmlns:a16="http://schemas.microsoft.com/office/drawing/2014/main"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a16:creationId xmlns:a16="http://schemas.microsoft.com/office/drawing/2014/main"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a16:creationId xmlns:a16="http://schemas.microsoft.com/office/drawing/2014/main"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a16:creationId xmlns:a16="http://schemas.microsoft.com/office/drawing/2014/main"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a16:creationId xmlns:a16="http://schemas.microsoft.com/office/drawing/2014/main"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a16:creationId xmlns:a16="http://schemas.microsoft.com/office/drawing/2014/main"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a16:creationId xmlns:a16="http://schemas.microsoft.com/office/drawing/2014/main"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a16:creationId xmlns:a16="http://schemas.microsoft.com/office/drawing/2014/main"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a16:creationId xmlns:a16="http://schemas.microsoft.com/office/drawing/2014/main"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a16:creationId xmlns:a16="http://schemas.microsoft.com/office/drawing/2014/main"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09823968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a16:creationId xmlns:a16="http://schemas.microsoft.com/office/drawing/2014/main"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a16:creationId xmlns:a16="http://schemas.microsoft.com/office/drawing/2014/main"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a16:creationId xmlns:a16="http://schemas.microsoft.com/office/drawing/2014/main"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a16:creationId xmlns:a16="http://schemas.microsoft.com/office/drawing/2014/main"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a16:creationId xmlns:a16="http://schemas.microsoft.com/office/drawing/2014/main"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a16:creationId xmlns:a16="http://schemas.microsoft.com/office/drawing/2014/main"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a16:creationId xmlns:a16="http://schemas.microsoft.com/office/drawing/2014/main"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a16:creationId xmlns:a16="http://schemas.microsoft.com/office/drawing/2014/main"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a16:creationId xmlns:a16="http://schemas.microsoft.com/office/drawing/2014/main"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a16:creationId xmlns:a16="http://schemas.microsoft.com/office/drawing/2014/main"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a16:creationId xmlns:a16="http://schemas.microsoft.com/office/drawing/2014/main"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a16:creationId xmlns:a16="http://schemas.microsoft.com/office/drawing/2014/main"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581331818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a16:creationId xmlns:a16="http://schemas.microsoft.com/office/drawing/2014/main"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a16:creationId xmlns:a16="http://schemas.microsoft.com/office/drawing/2014/main"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a16:creationId xmlns:a16="http://schemas.microsoft.com/office/drawing/2014/main"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a16:creationId xmlns:a16="http://schemas.microsoft.com/office/drawing/2014/main"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a16:creationId xmlns:a16="http://schemas.microsoft.com/office/drawing/2014/main"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a16:creationId xmlns:a16="http://schemas.microsoft.com/office/drawing/2014/main"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a16:creationId xmlns:a16="http://schemas.microsoft.com/office/drawing/2014/main"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a16:creationId xmlns:a16="http://schemas.microsoft.com/office/drawing/2014/main"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a16:creationId xmlns:a16="http://schemas.microsoft.com/office/drawing/2014/main"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a16:creationId xmlns:a16="http://schemas.microsoft.com/office/drawing/2014/main"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a16:creationId xmlns:a16="http://schemas.microsoft.com/office/drawing/2014/main"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a16:creationId xmlns:a16="http://schemas.microsoft.com/office/drawing/2014/main"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a16:creationId xmlns:a16="http://schemas.microsoft.com/office/drawing/2014/main"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a16:creationId xmlns:a16="http://schemas.microsoft.com/office/drawing/2014/main"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a16:creationId xmlns:a16="http://schemas.microsoft.com/office/drawing/2014/main"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a16:creationId xmlns:a16="http://schemas.microsoft.com/office/drawing/2014/main"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a16:creationId xmlns:a16="http://schemas.microsoft.com/office/drawing/2014/main"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a16:creationId xmlns:a16="http://schemas.microsoft.com/office/drawing/2014/main"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a16:creationId xmlns:a16="http://schemas.microsoft.com/office/drawing/2014/main"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a16:creationId xmlns:a16="http://schemas.microsoft.com/office/drawing/2014/main"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a16:creationId xmlns:a16="http://schemas.microsoft.com/office/drawing/2014/main"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a16:creationId xmlns:a16="http://schemas.microsoft.com/office/drawing/2014/main"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a16:creationId xmlns:a16="http://schemas.microsoft.com/office/drawing/2014/main"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a16:creationId xmlns:a16="http://schemas.microsoft.com/office/drawing/2014/main"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77257362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a16:creationId xmlns:a16="http://schemas.microsoft.com/office/drawing/2014/main"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a16:creationId xmlns:a16="http://schemas.microsoft.com/office/drawing/2014/main"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a16:creationId xmlns:a16="http://schemas.microsoft.com/office/drawing/2014/main"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a16:creationId xmlns:a16="http://schemas.microsoft.com/office/drawing/2014/main"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a16:creationId xmlns:a16="http://schemas.microsoft.com/office/drawing/2014/main"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a16:creationId xmlns:a16="http://schemas.microsoft.com/office/drawing/2014/main"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a16:creationId xmlns:a16="http://schemas.microsoft.com/office/drawing/2014/main"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a16:creationId xmlns:a16="http://schemas.microsoft.com/office/drawing/2014/main"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a16:creationId xmlns:a16="http://schemas.microsoft.com/office/drawing/2014/main"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a16:creationId xmlns:a16="http://schemas.microsoft.com/office/drawing/2014/main"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a16:creationId xmlns:a16="http://schemas.microsoft.com/office/drawing/2014/main"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a16:creationId xmlns:a16="http://schemas.microsoft.com/office/drawing/2014/main"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a16:creationId xmlns:a16="http://schemas.microsoft.com/office/drawing/2014/main"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a16:creationId xmlns:a16="http://schemas.microsoft.com/office/drawing/2014/main"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a16:creationId xmlns:a16="http://schemas.microsoft.com/office/drawing/2014/main"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a16:creationId xmlns:a16="http://schemas.microsoft.com/office/drawing/2014/main"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a16:creationId xmlns:a16="http://schemas.microsoft.com/office/drawing/2014/main"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a16:creationId xmlns:a16="http://schemas.microsoft.com/office/drawing/2014/main"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599673967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a16:creationId xmlns:a16="http://schemas.microsoft.com/office/drawing/2014/main"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a16:creationId xmlns:a16="http://schemas.microsoft.com/office/drawing/2014/main"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a16:creationId xmlns:a16="http://schemas.microsoft.com/office/drawing/2014/main"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a16:creationId xmlns:a16="http://schemas.microsoft.com/office/drawing/2014/main"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a16:creationId xmlns:a16="http://schemas.microsoft.com/office/drawing/2014/main"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a16:creationId xmlns:a16="http://schemas.microsoft.com/office/drawing/2014/main"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a16:creationId xmlns:a16="http://schemas.microsoft.com/office/drawing/2014/main"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a16:creationId xmlns:a16="http://schemas.microsoft.com/office/drawing/2014/main"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a16:creationId xmlns:a16="http://schemas.microsoft.com/office/drawing/2014/main"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a16:creationId xmlns:a16="http://schemas.microsoft.com/office/drawing/2014/main"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a16:creationId xmlns:a16="http://schemas.microsoft.com/office/drawing/2014/main"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a16:creationId xmlns:a16="http://schemas.microsoft.com/office/drawing/2014/main"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a16:creationId xmlns:a16="http://schemas.microsoft.com/office/drawing/2014/main"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a16:creationId xmlns:a16="http://schemas.microsoft.com/office/drawing/2014/main"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a16:creationId xmlns:a16="http://schemas.microsoft.com/office/drawing/2014/main"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a16:creationId xmlns:a16="http://schemas.microsoft.com/office/drawing/2014/main"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a16:creationId xmlns:a16="http://schemas.microsoft.com/office/drawing/2014/main"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a16:creationId xmlns:a16="http://schemas.microsoft.com/office/drawing/2014/main"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a16:creationId xmlns:a16="http://schemas.microsoft.com/office/drawing/2014/main"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a16:creationId xmlns:a16="http://schemas.microsoft.com/office/drawing/2014/main"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a16:creationId xmlns:a16="http://schemas.microsoft.com/office/drawing/2014/main"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a16:creationId xmlns:a16="http://schemas.microsoft.com/office/drawing/2014/main"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a16:creationId xmlns:a16="http://schemas.microsoft.com/office/drawing/2014/main"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a16:creationId xmlns:a16="http://schemas.microsoft.com/office/drawing/2014/main"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a16:creationId xmlns:a16="http://schemas.microsoft.com/office/drawing/2014/main"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a16:creationId xmlns:a16="http://schemas.microsoft.com/office/drawing/2014/main"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a16:creationId xmlns:a16="http://schemas.microsoft.com/office/drawing/2014/main"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a16:creationId xmlns:a16="http://schemas.microsoft.com/office/drawing/2014/main"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a16:creationId xmlns:a16="http://schemas.microsoft.com/office/drawing/2014/main"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a16:creationId xmlns:a16="http://schemas.microsoft.com/office/drawing/2014/main"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a16:creationId xmlns:a16="http://schemas.microsoft.com/office/drawing/2014/main"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a16:creationId xmlns:a16="http://schemas.microsoft.com/office/drawing/2014/main"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a16:creationId xmlns:a16="http://schemas.microsoft.com/office/drawing/2014/main"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a16:creationId xmlns:a16="http://schemas.microsoft.com/office/drawing/2014/main"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a16:creationId xmlns:a16="http://schemas.microsoft.com/office/drawing/2014/main"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a16:creationId xmlns:a16="http://schemas.microsoft.com/office/drawing/2014/main"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a16:creationId xmlns:a16="http://schemas.microsoft.com/office/drawing/2014/main"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a16:creationId xmlns:a16="http://schemas.microsoft.com/office/drawing/2014/main"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a16:creationId xmlns:a16="http://schemas.microsoft.com/office/drawing/2014/main"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a16:creationId xmlns:a16="http://schemas.microsoft.com/office/drawing/2014/main"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a16:creationId xmlns:a16="http://schemas.microsoft.com/office/drawing/2014/main"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a16:creationId xmlns:a16="http://schemas.microsoft.com/office/drawing/2014/main"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62618754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a16:creationId xmlns:a16="http://schemas.microsoft.com/office/drawing/2014/main"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a16:creationId xmlns:a16="http://schemas.microsoft.com/office/drawing/2014/main"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a16:creationId xmlns:a16="http://schemas.microsoft.com/office/drawing/2014/main"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a16:creationId xmlns:a16="http://schemas.microsoft.com/office/drawing/2014/main"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a16:creationId xmlns:a16="http://schemas.microsoft.com/office/drawing/2014/main"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a16:creationId xmlns:a16="http://schemas.microsoft.com/office/drawing/2014/main"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a16:creationId xmlns:a16="http://schemas.microsoft.com/office/drawing/2014/main"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a16:creationId xmlns:a16="http://schemas.microsoft.com/office/drawing/2014/main"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a16:creationId xmlns:a16="http://schemas.microsoft.com/office/drawing/2014/main"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p14:creationId xmlns:p14="http://schemas.microsoft.com/office/powerpoint/2010/main" val="1374939991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a16:creationId xmlns:a16="http://schemas.microsoft.com/office/drawing/2014/main"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a16:creationId xmlns:a16="http://schemas.microsoft.com/office/drawing/2014/main"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a16:creationId xmlns:a16="http://schemas.microsoft.com/office/drawing/2014/main"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a16:creationId xmlns:a16="http://schemas.microsoft.com/office/drawing/2014/main"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a16:creationId xmlns:a16="http://schemas.microsoft.com/office/drawing/2014/main"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a16:creationId xmlns:a16="http://schemas.microsoft.com/office/drawing/2014/main"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a16:creationId xmlns:a16="http://schemas.microsoft.com/office/drawing/2014/main"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a16:creationId xmlns:a16="http://schemas.microsoft.com/office/drawing/2014/main"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a16:creationId xmlns:a16="http://schemas.microsoft.com/office/drawing/2014/main"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a16:creationId xmlns:a16="http://schemas.microsoft.com/office/drawing/2014/main"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a16:creationId xmlns:a16="http://schemas.microsoft.com/office/drawing/2014/main"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7621831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a16:creationId xmlns:a16="http://schemas.microsoft.com/office/drawing/2014/main"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a16:creationId xmlns:a16="http://schemas.microsoft.com/office/drawing/2014/main"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a16:creationId xmlns:a16="http://schemas.microsoft.com/office/drawing/2014/main"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a16:creationId xmlns:a16="http://schemas.microsoft.com/office/drawing/2014/main"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a16:creationId xmlns:a16="http://schemas.microsoft.com/office/drawing/2014/main"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a16:creationId xmlns:a16="http://schemas.microsoft.com/office/drawing/2014/main"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a16:creationId xmlns:a16="http://schemas.microsoft.com/office/drawing/2014/main"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a16:creationId xmlns:a16="http://schemas.microsoft.com/office/drawing/2014/main"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a16:creationId xmlns:a16="http://schemas.microsoft.com/office/drawing/2014/main"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a16:creationId xmlns:a16="http://schemas.microsoft.com/office/drawing/2014/main"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a16:creationId xmlns:a16="http://schemas.microsoft.com/office/drawing/2014/main"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a16:creationId xmlns:a16="http://schemas.microsoft.com/office/drawing/2014/main"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a16:creationId xmlns:a16="http://schemas.microsoft.com/office/drawing/2014/main"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a16:creationId xmlns:a16="http://schemas.microsoft.com/office/drawing/2014/main"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a16:creationId xmlns:a16="http://schemas.microsoft.com/office/drawing/2014/main"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a16:creationId xmlns:a16="http://schemas.microsoft.com/office/drawing/2014/main"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a16:creationId xmlns:a16="http://schemas.microsoft.com/office/drawing/2014/main"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a16:creationId xmlns:a16="http://schemas.microsoft.com/office/drawing/2014/main"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a16:creationId xmlns:a16="http://schemas.microsoft.com/office/drawing/2014/main"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a16:creationId xmlns:a16="http://schemas.microsoft.com/office/drawing/2014/main"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a16:creationId xmlns:a16="http://schemas.microsoft.com/office/drawing/2014/main"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a16:creationId xmlns:a16="http://schemas.microsoft.com/office/drawing/2014/main"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a16:creationId xmlns:a16="http://schemas.microsoft.com/office/drawing/2014/main"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a16:creationId xmlns:a16="http://schemas.microsoft.com/office/drawing/2014/main"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a16:creationId xmlns:a16="http://schemas.microsoft.com/office/drawing/2014/main"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a16:creationId xmlns:a16="http://schemas.microsoft.com/office/drawing/2014/main"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a16:creationId xmlns:a16="http://schemas.microsoft.com/office/drawing/2014/main"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a16:creationId xmlns:a16="http://schemas.microsoft.com/office/drawing/2014/main"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a16:creationId xmlns:a16="http://schemas.microsoft.com/office/drawing/2014/main"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a16:creationId xmlns:a16="http://schemas.microsoft.com/office/drawing/2014/main"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a16:creationId xmlns:a16="http://schemas.microsoft.com/office/drawing/2014/main"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a16:creationId xmlns:a16="http://schemas.microsoft.com/office/drawing/2014/main"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a16:creationId xmlns:a16="http://schemas.microsoft.com/office/drawing/2014/main"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a16:creationId xmlns:a16="http://schemas.microsoft.com/office/drawing/2014/main"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a16:creationId xmlns:a16="http://schemas.microsoft.com/office/drawing/2014/main"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a16:creationId xmlns:a16="http://schemas.microsoft.com/office/drawing/2014/main"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a16:creationId xmlns:a16="http://schemas.microsoft.com/office/drawing/2014/main"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a16:creationId xmlns:a16="http://schemas.microsoft.com/office/drawing/2014/main"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a16:creationId xmlns:a16="http://schemas.microsoft.com/office/drawing/2014/main"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a16:creationId xmlns:a16="http://schemas.microsoft.com/office/drawing/2014/main"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a16:creationId xmlns:a16="http://schemas.microsoft.com/office/drawing/2014/main"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a16:creationId xmlns:a16="http://schemas.microsoft.com/office/drawing/2014/main"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a16:creationId xmlns:a16="http://schemas.microsoft.com/office/drawing/2014/main"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a16:creationId xmlns:a16="http://schemas.microsoft.com/office/drawing/2014/main"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a16:creationId xmlns:a16="http://schemas.microsoft.com/office/drawing/2014/main"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a16:creationId xmlns:a16="http://schemas.microsoft.com/office/drawing/2014/main"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a16:creationId xmlns:a16="http://schemas.microsoft.com/office/drawing/2014/main"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a16:creationId xmlns:a16="http://schemas.microsoft.com/office/drawing/2014/main"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a16:creationId xmlns:a16="http://schemas.microsoft.com/office/drawing/2014/main"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a16:creationId xmlns:a16="http://schemas.microsoft.com/office/drawing/2014/main"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a16:creationId xmlns:a16="http://schemas.microsoft.com/office/drawing/2014/main"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a16:creationId xmlns:a16="http://schemas.microsoft.com/office/drawing/2014/main"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a16:creationId xmlns:a16="http://schemas.microsoft.com/office/drawing/2014/main"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a16:creationId xmlns:a16="http://schemas.microsoft.com/office/drawing/2014/main"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a16:creationId xmlns:a16="http://schemas.microsoft.com/office/drawing/2014/main"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a16:creationId xmlns:a16="http://schemas.microsoft.com/office/drawing/2014/main"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a16:creationId xmlns:a16="http://schemas.microsoft.com/office/drawing/2014/main"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a16:creationId xmlns:a16="http://schemas.microsoft.com/office/drawing/2014/main"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a16:creationId xmlns:a16="http://schemas.microsoft.com/office/drawing/2014/main"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a16:creationId xmlns:a16="http://schemas.microsoft.com/office/drawing/2014/main"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a16:creationId xmlns:a16="http://schemas.microsoft.com/office/drawing/2014/main"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a16:creationId xmlns:a16="http://schemas.microsoft.com/office/drawing/2014/main"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a16:creationId xmlns:a16="http://schemas.microsoft.com/office/drawing/2014/main"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a16:creationId xmlns:a16="http://schemas.microsoft.com/office/drawing/2014/main"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a16:creationId xmlns:a16="http://schemas.microsoft.com/office/drawing/2014/main"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a16:creationId xmlns:a16="http://schemas.microsoft.com/office/drawing/2014/main"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a16:creationId xmlns:a16="http://schemas.microsoft.com/office/drawing/2014/main"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a16:creationId xmlns:a16="http://schemas.microsoft.com/office/drawing/2014/main"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a16:creationId xmlns:a16="http://schemas.microsoft.com/office/drawing/2014/main"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a16:creationId xmlns:a16="http://schemas.microsoft.com/office/drawing/2014/main"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a16:creationId xmlns:a16="http://schemas.microsoft.com/office/drawing/2014/main"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a16:creationId xmlns:a16="http://schemas.microsoft.com/office/drawing/2014/main"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a16:creationId xmlns:a16="http://schemas.microsoft.com/office/drawing/2014/main"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a16:creationId xmlns:a16="http://schemas.microsoft.com/office/drawing/2014/main"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a16:creationId xmlns:a16="http://schemas.microsoft.com/office/drawing/2014/main"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a16:creationId xmlns:a16="http://schemas.microsoft.com/office/drawing/2014/main"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a16:creationId xmlns:a16="http://schemas.microsoft.com/office/drawing/2014/main"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a16:creationId xmlns:a16="http://schemas.microsoft.com/office/drawing/2014/main"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a16:creationId xmlns:a16="http://schemas.microsoft.com/office/drawing/2014/main"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a16:creationId xmlns:a16="http://schemas.microsoft.com/office/drawing/2014/main"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a16:creationId xmlns:a16="http://schemas.microsoft.com/office/drawing/2014/main"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a16:creationId xmlns:a16="http://schemas.microsoft.com/office/drawing/2014/main"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a16:creationId xmlns:a16="http://schemas.microsoft.com/office/drawing/2014/main"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a16:creationId xmlns:a16="http://schemas.microsoft.com/office/drawing/2014/main"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a16:creationId xmlns:a16="http://schemas.microsoft.com/office/drawing/2014/main"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a16:creationId xmlns:a16="http://schemas.microsoft.com/office/drawing/2014/main"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a16:creationId xmlns:a16="http://schemas.microsoft.com/office/drawing/2014/main"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a16:creationId xmlns:a16="http://schemas.microsoft.com/office/drawing/2014/main"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a16:creationId xmlns:a16="http://schemas.microsoft.com/office/drawing/2014/main"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a16:creationId xmlns:a16="http://schemas.microsoft.com/office/drawing/2014/main"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a16:creationId xmlns:a16="http://schemas.microsoft.com/office/drawing/2014/main"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a16:creationId xmlns:a16="http://schemas.microsoft.com/office/drawing/2014/main"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a16:creationId xmlns:a16="http://schemas.microsoft.com/office/drawing/2014/main"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a16:creationId xmlns:a16="http://schemas.microsoft.com/office/drawing/2014/main"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a16:creationId xmlns:a16="http://schemas.microsoft.com/office/drawing/2014/main"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a16:creationId xmlns:a16="http://schemas.microsoft.com/office/drawing/2014/main"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a16:creationId xmlns:a16="http://schemas.microsoft.com/office/drawing/2014/main"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a16:creationId xmlns:a16="http://schemas.microsoft.com/office/drawing/2014/main"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a16:creationId xmlns:a16="http://schemas.microsoft.com/office/drawing/2014/main"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a16:creationId xmlns:a16="http://schemas.microsoft.com/office/drawing/2014/main"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a16:creationId xmlns:a16="http://schemas.microsoft.com/office/drawing/2014/main"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a16:creationId xmlns:a16="http://schemas.microsoft.com/office/drawing/2014/main"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a16:creationId xmlns:a16="http://schemas.microsoft.com/office/drawing/2014/main"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a16:creationId xmlns:a16="http://schemas.microsoft.com/office/drawing/2014/main"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a16:creationId xmlns:a16="http://schemas.microsoft.com/office/drawing/2014/main"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a16:creationId xmlns:a16="http://schemas.microsoft.com/office/drawing/2014/main"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a16:creationId xmlns:a16="http://schemas.microsoft.com/office/drawing/2014/main"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a16:creationId xmlns:a16="http://schemas.microsoft.com/office/drawing/2014/main"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a16:creationId xmlns:a16="http://schemas.microsoft.com/office/drawing/2014/main"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a16:creationId xmlns:a16="http://schemas.microsoft.com/office/drawing/2014/main"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a16:creationId xmlns:a16="http://schemas.microsoft.com/office/drawing/2014/main"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a16:creationId xmlns:a16="http://schemas.microsoft.com/office/drawing/2014/main"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a16:creationId xmlns:a16="http://schemas.microsoft.com/office/drawing/2014/main"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a16:creationId xmlns:a16="http://schemas.microsoft.com/office/drawing/2014/main"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a16:creationId xmlns:a16="http://schemas.microsoft.com/office/drawing/2014/main"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a16:creationId xmlns:a16="http://schemas.microsoft.com/office/drawing/2014/main"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a16:creationId xmlns:a16="http://schemas.microsoft.com/office/drawing/2014/main"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a16:creationId xmlns:a16="http://schemas.microsoft.com/office/drawing/2014/main"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a16:creationId xmlns:a16="http://schemas.microsoft.com/office/drawing/2014/main"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a16:creationId xmlns:a16="http://schemas.microsoft.com/office/drawing/2014/main"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a16:creationId xmlns:a16="http://schemas.microsoft.com/office/drawing/2014/main"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a16:creationId xmlns:a16="http://schemas.microsoft.com/office/drawing/2014/main"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a16:creationId xmlns:a16="http://schemas.microsoft.com/office/drawing/2014/main"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a16:creationId xmlns:a16="http://schemas.microsoft.com/office/drawing/2014/main"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a16:creationId xmlns:a16="http://schemas.microsoft.com/office/drawing/2014/main"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a16:creationId xmlns:a16="http://schemas.microsoft.com/office/drawing/2014/main"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a16:creationId xmlns:a16="http://schemas.microsoft.com/office/drawing/2014/main"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a16:creationId xmlns:a16="http://schemas.microsoft.com/office/drawing/2014/main"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a16:creationId xmlns:a16="http://schemas.microsoft.com/office/drawing/2014/main"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a16:creationId xmlns:a16="http://schemas.microsoft.com/office/drawing/2014/main"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a16:creationId xmlns:a16="http://schemas.microsoft.com/office/drawing/2014/main"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a16:creationId xmlns:a16="http://schemas.microsoft.com/office/drawing/2014/main"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a16:creationId xmlns:a16="http://schemas.microsoft.com/office/drawing/2014/main"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a16:creationId xmlns:a16="http://schemas.microsoft.com/office/drawing/2014/main"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a16:creationId xmlns:a16="http://schemas.microsoft.com/office/drawing/2014/main"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a16:creationId xmlns:a16="http://schemas.microsoft.com/office/drawing/2014/main"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a16:creationId xmlns:a16="http://schemas.microsoft.com/office/drawing/2014/main"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5341711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a16:creationId xmlns:a16="http://schemas.microsoft.com/office/drawing/2014/main"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a16:creationId xmlns:a16="http://schemas.microsoft.com/office/drawing/2014/main"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a16:creationId xmlns:a16="http://schemas.microsoft.com/office/drawing/2014/main"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a16:creationId xmlns:a16="http://schemas.microsoft.com/office/drawing/2014/main"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a16:creationId xmlns:a16="http://schemas.microsoft.com/office/drawing/2014/main"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a16:creationId xmlns:a16="http://schemas.microsoft.com/office/drawing/2014/main"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a16:creationId xmlns:a16="http://schemas.microsoft.com/office/drawing/2014/main"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a16:creationId xmlns:a16="http://schemas.microsoft.com/office/drawing/2014/main"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a16:creationId xmlns:a16="http://schemas.microsoft.com/office/drawing/2014/main"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a16:creationId xmlns:a16="http://schemas.microsoft.com/office/drawing/2014/main"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a16:creationId xmlns:a16="http://schemas.microsoft.com/office/drawing/2014/main"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a16:creationId xmlns:a16="http://schemas.microsoft.com/office/drawing/2014/main"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a16:creationId xmlns:a16="http://schemas.microsoft.com/office/drawing/2014/main"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a16:creationId xmlns:a16="http://schemas.microsoft.com/office/drawing/2014/main"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a16:creationId xmlns:a16="http://schemas.microsoft.com/office/drawing/2014/main"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a16:creationId xmlns:a16="http://schemas.microsoft.com/office/drawing/2014/main"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a16:creationId xmlns:a16="http://schemas.microsoft.com/office/drawing/2014/main"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a16:creationId xmlns:a16="http://schemas.microsoft.com/office/drawing/2014/main"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a16:creationId xmlns:a16="http://schemas.microsoft.com/office/drawing/2014/main"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a16:creationId xmlns:a16="http://schemas.microsoft.com/office/drawing/2014/main"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a16:creationId xmlns:a16="http://schemas.microsoft.com/office/drawing/2014/main"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a16:creationId xmlns:a16="http://schemas.microsoft.com/office/drawing/2014/main"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a16:creationId xmlns:a16="http://schemas.microsoft.com/office/drawing/2014/main"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a16:creationId xmlns:a16="http://schemas.microsoft.com/office/drawing/2014/main"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a16:creationId xmlns:a16="http://schemas.microsoft.com/office/drawing/2014/main"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a16:creationId xmlns:a16="http://schemas.microsoft.com/office/drawing/2014/main"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a16:creationId xmlns:a16="http://schemas.microsoft.com/office/drawing/2014/main"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a16:creationId xmlns:a16="http://schemas.microsoft.com/office/drawing/2014/main"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a16:creationId xmlns:a16="http://schemas.microsoft.com/office/drawing/2014/main"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a16:creationId xmlns:a16="http://schemas.microsoft.com/office/drawing/2014/main"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a16:creationId xmlns:a16="http://schemas.microsoft.com/office/drawing/2014/main"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a16:creationId xmlns:a16="http://schemas.microsoft.com/office/drawing/2014/main"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a16:creationId xmlns:a16="http://schemas.microsoft.com/office/drawing/2014/main"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a16:creationId xmlns:a16="http://schemas.microsoft.com/office/drawing/2014/main"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a16:creationId xmlns:a16="http://schemas.microsoft.com/office/drawing/2014/main"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a16:creationId xmlns:a16="http://schemas.microsoft.com/office/drawing/2014/main"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a16:creationId xmlns:a16="http://schemas.microsoft.com/office/drawing/2014/main"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a16:creationId xmlns:a16="http://schemas.microsoft.com/office/drawing/2014/main"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a16:creationId xmlns:a16="http://schemas.microsoft.com/office/drawing/2014/main"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a16:creationId xmlns:a16="http://schemas.microsoft.com/office/drawing/2014/main"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a16:creationId xmlns:a16="http://schemas.microsoft.com/office/drawing/2014/main"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57400569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a16:creationId xmlns:a16="http://schemas.microsoft.com/office/drawing/2014/main"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a16:creationId xmlns:a16="http://schemas.microsoft.com/office/drawing/2014/main"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a16:creationId xmlns:a16="http://schemas.microsoft.com/office/drawing/2014/main"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a16:creationId xmlns:a16="http://schemas.microsoft.com/office/drawing/2014/main"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a16:creationId xmlns:a16="http://schemas.microsoft.com/office/drawing/2014/main"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a16:creationId xmlns:a16="http://schemas.microsoft.com/office/drawing/2014/main"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a16:creationId xmlns:a16="http://schemas.microsoft.com/office/drawing/2014/main"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a16:creationId xmlns:a16="http://schemas.microsoft.com/office/drawing/2014/main"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a16:creationId xmlns:a16="http://schemas.microsoft.com/office/drawing/2014/main"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a16:creationId xmlns:a16="http://schemas.microsoft.com/office/drawing/2014/main"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a16:creationId xmlns:a16="http://schemas.microsoft.com/office/drawing/2014/main"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a16:creationId xmlns:a16="http://schemas.microsoft.com/office/drawing/2014/main"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a16:creationId xmlns:a16="http://schemas.microsoft.com/office/drawing/2014/main"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a16:creationId xmlns:a16="http://schemas.microsoft.com/office/drawing/2014/main"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a16:creationId xmlns:a16="http://schemas.microsoft.com/office/drawing/2014/main"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a16:creationId xmlns:a16="http://schemas.microsoft.com/office/drawing/2014/main"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a16:creationId xmlns:a16="http://schemas.microsoft.com/office/drawing/2014/main"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a16:creationId xmlns:a16="http://schemas.microsoft.com/office/drawing/2014/main"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a16:creationId xmlns:a16="http://schemas.microsoft.com/office/drawing/2014/main"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a16:creationId xmlns:a16="http://schemas.microsoft.com/office/drawing/2014/main"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a16:creationId xmlns:a16="http://schemas.microsoft.com/office/drawing/2014/main"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a16:creationId xmlns:a16="http://schemas.microsoft.com/office/drawing/2014/main"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a16:creationId xmlns:a16="http://schemas.microsoft.com/office/drawing/2014/main"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a16:creationId xmlns:a16="http://schemas.microsoft.com/office/drawing/2014/main"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a16:creationId xmlns:a16="http://schemas.microsoft.com/office/drawing/2014/main"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a16:creationId xmlns:a16="http://schemas.microsoft.com/office/drawing/2014/main"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a16:creationId xmlns:a16="http://schemas.microsoft.com/office/drawing/2014/main"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a16:creationId xmlns:a16="http://schemas.microsoft.com/office/drawing/2014/main"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a16:creationId xmlns:a16="http://schemas.microsoft.com/office/drawing/2014/main"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a16:creationId xmlns:a16="http://schemas.microsoft.com/office/drawing/2014/main"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a16:creationId xmlns:a16="http://schemas.microsoft.com/office/drawing/2014/main"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a16:creationId xmlns:a16="http://schemas.microsoft.com/office/drawing/2014/main"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a16:creationId xmlns:a16="http://schemas.microsoft.com/office/drawing/2014/main"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a16:creationId xmlns:a16="http://schemas.microsoft.com/office/drawing/2014/main"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a16:creationId xmlns:a16="http://schemas.microsoft.com/office/drawing/2014/main"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a16:creationId xmlns:a16="http://schemas.microsoft.com/office/drawing/2014/main"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a16:creationId xmlns:a16="http://schemas.microsoft.com/office/drawing/2014/main"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a16:creationId xmlns:a16="http://schemas.microsoft.com/office/drawing/2014/main"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a16:creationId xmlns:a16="http://schemas.microsoft.com/office/drawing/2014/main"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a16:creationId xmlns:a16="http://schemas.microsoft.com/office/drawing/2014/main"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a16:creationId xmlns:a16="http://schemas.microsoft.com/office/drawing/2014/main"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a16:creationId xmlns:a16="http://schemas.microsoft.com/office/drawing/2014/main"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a16:creationId xmlns:a16="http://schemas.microsoft.com/office/drawing/2014/main"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a16:creationId xmlns:a16="http://schemas.microsoft.com/office/drawing/2014/main"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a16:creationId xmlns:a16="http://schemas.microsoft.com/office/drawing/2014/main"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a16:creationId xmlns:a16="http://schemas.microsoft.com/office/drawing/2014/main"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a16:creationId xmlns:a16="http://schemas.microsoft.com/office/drawing/2014/main"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a16:creationId xmlns:a16="http://schemas.microsoft.com/office/drawing/2014/main"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a16:creationId xmlns:a16="http://schemas.microsoft.com/office/drawing/2014/main"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a16:creationId xmlns:a16="http://schemas.microsoft.com/office/drawing/2014/main"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a16:creationId xmlns:a16="http://schemas.microsoft.com/office/drawing/2014/main"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a16:creationId xmlns:a16="http://schemas.microsoft.com/office/drawing/2014/main"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a16:creationId xmlns:a16="http://schemas.microsoft.com/office/drawing/2014/main"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a16:creationId xmlns:a16="http://schemas.microsoft.com/office/drawing/2014/main"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a16:creationId xmlns:a16="http://schemas.microsoft.com/office/drawing/2014/main"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a16:creationId xmlns:a16="http://schemas.microsoft.com/office/drawing/2014/main"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77192922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a16:creationId xmlns:a16="http://schemas.microsoft.com/office/drawing/2014/main"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a16:creationId xmlns:a16="http://schemas.microsoft.com/office/drawing/2014/main"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a16:creationId xmlns:a16="http://schemas.microsoft.com/office/drawing/2014/main"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a16:creationId xmlns:a16="http://schemas.microsoft.com/office/drawing/2014/main"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a16:creationId xmlns:a16="http://schemas.microsoft.com/office/drawing/2014/main"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a16:creationId xmlns:a16="http://schemas.microsoft.com/office/drawing/2014/main"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a16:creationId xmlns:a16="http://schemas.microsoft.com/office/drawing/2014/main"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a16:creationId xmlns:a16="http://schemas.microsoft.com/office/drawing/2014/main"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a16:creationId xmlns:a16="http://schemas.microsoft.com/office/drawing/2014/main"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a16:creationId xmlns:a16="http://schemas.microsoft.com/office/drawing/2014/main"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a16:creationId xmlns:a16="http://schemas.microsoft.com/office/drawing/2014/main"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a16:creationId xmlns:a16="http://schemas.microsoft.com/office/drawing/2014/main"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a16:creationId xmlns:a16="http://schemas.microsoft.com/office/drawing/2014/main"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a16:creationId xmlns:a16="http://schemas.microsoft.com/office/drawing/2014/main"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a16:creationId xmlns:a16="http://schemas.microsoft.com/office/drawing/2014/main"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a16:creationId xmlns:a16="http://schemas.microsoft.com/office/drawing/2014/main"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a16:creationId xmlns:a16="http://schemas.microsoft.com/office/drawing/2014/main"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a16:creationId xmlns:a16="http://schemas.microsoft.com/office/drawing/2014/main"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06061719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a16:creationId xmlns:a16="http://schemas.microsoft.com/office/drawing/2014/main"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a16:creationId xmlns:a16="http://schemas.microsoft.com/office/drawing/2014/main"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a16:creationId xmlns:a16="http://schemas.microsoft.com/office/drawing/2014/main"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a16:creationId xmlns:a16="http://schemas.microsoft.com/office/drawing/2014/main"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a16:creationId xmlns:a16="http://schemas.microsoft.com/office/drawing/2014/main"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a16:creationId xmlns:a16="http://schemas.microsoft.com/office/drawing/2014/main"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a16:creationId xmlns:a16="http://schemas.microsoft.com/office/drawing/2014/main"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a16:creationId xmlns:a16="http://schemas.microsoft.com/office/drawing/2014/main"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a16:creationId xmlns:a16="http://schemas.microsoft.com/office/drawing/2014/main"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a16:creationId xmlns:a16="http://schemas.microsoft.com/office/drawing/2014/main"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a16:creationId xmlns:a16="http://schemas.microsoft.com/office/drawing/2014/main"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a16:creationId xmlns:a16="http://schemas.microsoft.com/office/drawing/2014/main"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a16:creationId xmlns:a16="http://schemas.microsoft.com/office/drawing/2014/main"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a16:creationId xmlns:a16="http://schemas.microsoft.com/office/drawing/2014/main"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a16:creationId xmlns:a16="http://schemas.microsoft.com/office/drawing/2014/main"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a16:creationId xmlns:a16="http://schemas.microsoft.com/office/drawing/2014/main"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a16:creationId xmlns:a16="http://schemas.microsoft.com/office/drawing/2014/main"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a16:creationId xmlns:a16="http://schemas.microsoft.com/office/drawing/2014/main"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a16:creationId xmlns:a16="http://schemas.microsoft.com/office/drawing/2014/main"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a16:creationId xmlns:a16="http://schemas.microsoft.com/office/drawing/2014/main"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a16:creationId xmlns:a16="http://schemas.microsoft.com/office/drawing/2014/main"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a16:creationId xmlns:a16="http://schemas.microsoft.com/office/drawing/2014/main"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a16:creationId xmlns:a16="http://schemas.microsoft.com/office/drawing/2014/main"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a16:creationId xmlns:a16="http://schemas.microsoft.com/office/drawing/2014/main"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a16:creationId xmlns:a16="http://schemas.microsoft.com/office/drawing/2014/main"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a16:creationId xmlns:a16="http://schemas.microsoft.com/office/drawing/2014/main"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a16:creationId xmlns:a16="http://schemas.microsoft.com/office/drawing/2014/main"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a16:creationId xmlns:a16="http://schemas.microsoft.com/office/drawing/2014/main"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a16:creationId xmlns:a16="http://schemas.microsoft.com/office/drawing/2014/main"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a16:creationId xmlns:a16="http://schemas.microsoft.com/office/drawing/2014/main"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a16:creationId xmlns:a16="http://schemas.microsoft.com/office/drawing/2014/main"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a16:creationId xmlns:a16="http://schemas.microsoft.com/office/drawing/2014/main"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a16:creationId xmlns:a16="http://schemas.microsoft.com/office/drawing/2014/main"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a16:creationId xmlns:a16="http://schemas.microsoft.com/office/drawing/2014/main"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a16:creationId xmlns:a16="http://schemas.microsoft.com/office/drawing/2014/main"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a16:creationId xmlns:a16="http://schemas.microsoft.com/office/drawing/2014/main"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a16:creationId xmlns:a16="http://schemas.microsoft.com/office/drawing/2014/main"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a16:creationId xmlns:a16="http://schemas.microsoft.com/office/drawing/2014/main"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a16:creationId xmlns:a16="http://schemas.microsoft.com/office/drawing/2014/main"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a16:creationId xmlns:a16="http://schemas.microsoft.com/office/drawing/2014/main"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a16:creationId xmlns:a16="http://schemas.microsoft.com/office/drawing/2014/main"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a16:creationId xmlns:a16="http://schemas.microsoft.com/office/drawing/2014/main"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a16:creationId xmlns:a16="http://schemas.microsoft.com/office/drawing/2014/main"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a16:creationId xmlns:a16="http://schemas.microsoft.com/office/drawing/2014/main"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a16:creationId xmlns:a16="http://schemas.microsoft.com/office/drawing/2014/main"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a16:creationId xmlns:a16="http://schemas.microsoft.com/office/drawing/2014/main"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a16:creationId xmlns:a16="http://schemas.microsoft.com/office/drawing/2014/main"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a16:creationId xmlns:a16="http://schemas.microsoft.com/office/drawing/2014/main"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a16:creationId xmlns:a16="http://schemas.microsoft.com/office/drawing/2014/main"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a16:creationId xmlns:a16="http://schemas.microsoft.com/office/drawing/2014/main"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a16:creationId xmlns:a16="http://schemas.microsoft.com/office/drawing/2014/main"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a16:creationId xmlns:a16="http://schemas.microsoft.com/office/drawing/2014/main"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a16:creationId xmlns:a16="http://schemas.microsoft.com/office/drawing/2014/main"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a16:creationId xmlns:a16="http://schemas.microsoft.com/office/drawing/2014/main"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a16:creationId xmlns:a16="http://schemas.microsoft.com/office/drawing/2014/main"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a16:creationId xmlns:a16="http://schemas.microsoft.com/office/drawing/2014/main"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a16:creationId xmlns:a16="http://schemas.microsoft.com/office/drawing/2014/main"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a16:creationId xmlns:a16="http://schemas.microsoft.com/office/drawing/2014/main"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a16:creationId xmlns:a16="http://schemas.microsoft.com/office/drawing/2014/main"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a16:creationId xmlns:a16="http://schemas.microsoft.com/office/drawing/2014/main"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a16:creationId xmlns:a16="http://schemas.microsoft.com/office/drawing/2014/main"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a16:creationId xmlns:a16="http://schemas.microsoft.com/office/drawing/2014/main"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a16:creationId xmlns:a16="http://schemas.microsoft.com/office/drawing/2014/main"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a16:creationId xmlns:a16="http://schemas.microsoft.com/office/drawing/2014/main"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a16:creationId xmlns:a16="http://schemas.microsoft.com/office/drawing/2014/main"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a16:creationId xmlns:a16="http://schemas.microsoft.com/office/drawing/2014/main"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a16:creationId xmlns:a16="http://schemas.microsoft.com/office/drawing/2014/main"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a16:creationId xmlns:a16="http://schemas.microsoft.com/office/drawing/2014/main"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a16:creationId xmlns:a16="http://schemas.microsoft.com/office/drawing/2014/main"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a16:creationId xmlns:a16="http://schemas.microsoft.com/office/drawing/2014/main"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a16:creationId xmlns:a16="http://schemas.microsoft.com/office/drawing/2014/main"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a16:creationId xmlns:a16="http://schemas.microsoft.com/office/drawing/2014/main"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a16:creationId xmlns:a16="http://schemas.microsoft.com/office/drawing/2014/main"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a16:creationId xmlns:a16="http://schemas.microsoft.com/office/drawing/2014/main"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a16:creationId xmlns:a16="http://schemas.microsoft.com/office/drawing/2014/main"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a16:creationId xmlns:a16="http://schemas.microsoft.com/office/drawing/2014/main"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a16:creationId xmlns:a16="http://schemas.microsoft.com/office/drawing/2014/main"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a16:creationId xmlns:a16="http://schemas.microsoft.com/office/drawing/2014/main"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a16:creationId xmlns:a16="http://schemas.microsoft.com/office/drawing/2014/main"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a16:creationId xmlns:a16="http://schemas.microsoft.com/office/drawing/2014/main"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a16:creationId xmlns:a16="http://schemas.microsoft.com/office/drawing/2014/main"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a16:creationId xmlns:a16="http://schemas.microsoft.com/office/drawing/2014/main"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a16:creationId xmlns:a16="http://schemas.microsoft.com/office/drawing/2014/main"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a16:creationId xmlns:a16="http://schemas.microsoft.com/office/drawing/2014/main"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a16:creationId xmlns:a16="http://schemas.microsoft.com/office/drawing/2014/main"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a16:creationId xmlns:a16="http://schemas.microsoft.com/office/drawing/2014/main"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a16:creationId xmlns:a16="http://schemas.microsoft.com/office/drawing/2014/main"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a16:creationId xmlns:a16="http://schemas.microsoft.com/office/drawing/2014/main"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a16:creationId xmlns:a16="http://schemas.microsoft.com/office/drawing/2014/main"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a16:creationId xmlns:a16="http://schemas.microsoft.com/office/drawing/2014/main"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a16:creationId xmlns:a16="http://schemas.microsoft.com/office/drawing/2014/main"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a16:creationId xmlns:a16="http://schemas.microsoft.com/office/drawing/2014/main"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a16:creationId xmlns:a16="http://schemas.microsoft.com/office/drawing/2014/main"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a16:creationId xmlns:a16="http://schemas.microsoft.com/office/drawing/2014/main"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a16:creationId xmlns:a16="http://schemas.microsoft.com/office/drawing/2014/main"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a16:creationId xmlns:a16="http://schemas.microsoft.com/office/drawing/2014/main"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a16:creationId xmlns:a16="http://schemas.microsoft.com/office/drawing/2014/main"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a16:creationId xmlns:a16="http://schemas.microsoft.com/office/drawing/2014/main"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a16:creationId xmlns:a16="http://schemas.microsoft.com/office/drawing/2014/main"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a16:creationId xmlns:a16="http://schemas.microsoft.com/office/drawing/2014/main"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a16:creationId xmlns:a16="http://schemas.microsoft.com/office/drawing/2014/main"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a16:creationId xmlns:a16="http://schemas.microsoft.com/office/drawing/2014/main"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a16:creationId xmlns:a16="http://schemas.microsoft.com/office/drawing/2014/main"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a16:creationId xmlns:a16="http://schemas.microsoft.com/office/drawing/2014/main"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a16:creationId xmlns:a16="http://schemas.microsoft.com/office/drawing/2014/main"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a16:creationId xmlns:a16="http://schemas.microsoft.com/office/drawing/2014/main"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a16:creationId xmlns:a16="http://schemas.microsoft.com/office/drawing/2014/main"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a16:creationId xmlns:a16="http://schemas.microsoft.com/office/drawing/2014/main"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a16:creationId xmlns:a16="http://schemas.microsoft.com/office/drawing/2014/main"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a16:creationId xmlns:a16="http://schemas.microsoft.com/office/drawing/2014/main"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a16:creationId xmlns:a16="http://schemas.microsoft.com/office/drawing/2014/main"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a16:creationId xmlns:a16="http://schemas.microsoft.com/office/drawing/2014/main"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a16:creationId xmlns:a16="http://schemas.microsoft.com/office/drawing/2014/main"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a16:creationId xmlns:a16="http://schemas.microsoft.com/office/drawing/2014/main"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a16:creationId xmlns:a16="http://schemas.microsoft.com/office/drawing/2014/main"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a16:creationId xmlns:a16="http://schemas.microsoft.com/office/drawing/2014/main"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a16:creationId xmlns:a16="http://schemas.microsoft.com/office/drawing/2014/main"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a16:creationId xmlns:a16="http://schemas.microsoft.com/office/drawing/2014/main"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a16:creationId xmlns:a16="http://schemas.microsoft.com/office/drawing/2014/main"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a16:creationId xmlns:a16="http://schemas.microsoft.com/office/drawing/2014/main"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a16:creationId xmlns:a16="http://schemas.microsoft.com/office/drawing/2014/main"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23512959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a16:creationId xmlns:a16="http://schemas.microsoft.com/office/drawing/2014/main"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a16:creationId xmlns:a16="http://schemas.microsoft.com/office/drawing/2014/main"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a16:creationId xmlns:a16="http://schemas.microsoft.com/office/drawing/2014/main"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a16:creationId xmlns:a16="http://schemas.microsoft.com/office/drawing/2014/main"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a16:creationId xmlns:a16="http://schemas.microsoft.com/office/drawing/2014/main"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a16:creationId xmlns:a16="http://schemas.microsoft.com/office/drawing/2014/main"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a16:creationId xmlns:a16="http://schemas.microsoft.com/office/drawing/2014/main"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a16:creationId xmlns:a16="http://schemas.microsoft.com/office/drawing/2014/main"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a16:creationId xmlns:a16="http://schemas.microsoft.com/office/drawing/2014/main"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a16:creationId xmlns:a16="http://schemas.microsoft.com/office/drawing/2014/main"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a16:creationId xmlns:a16="http://schemas.microsoft.com/office/drawing/2014/main"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a16:creationId xmlns:a16="http://schemas.microsoft.com/office/drawing/2014/main"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a16:creationId xmlns:a16="http://schemas.microsoft.com/office/drawing/2014/main"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a16:creationId xmlns:a16="http://schemas.microsoft.com/office/drawing/2014/main"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a16:creationId xmlns:a16="http://schemas.microsoft.com/office/drawing/2014/main"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a16:creationId xmlns:a16="http://schemas.microsoft.com/office/drawing/2014/main"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a16:creationId xmlns:a16="http://schemas.microsoft.com/office/drawing/2014/main"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a16:creationId xmlns:a16="http://schemas.microsoft.com/office/drawing/2014/main"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a16:creationId xmlns:a16="http://schemas.microsoft.com/office/drawing/2014/main"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a16:creationId xmlns:a16="http://schemas.microsoft.com/office/drawing/2014/main"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a16:creationId xmlns:a16="http://schemas.microsoft.com/office/drawing/2014/main"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a16:creationId xmlns:a16="http://schemas.microsoft.com/office/drawing/2014/main"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a16:creationId xmlns:a16="http://schemas.microsoft.com/office/drawing/2014/main"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a16:creationId xmlns:a16="http://schemas.microsoft.com/office/drawing/2014/main"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a16:creationId xmlns:a16="http://schemas.microsoft.com/office/drawing/2014/main"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a16:creationId xmlns:a16="http://schemas.microsoft.com/office/drawing/2014/main"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a16:creationId xmlns:a16="http://schemas.microsoft.com/office/drawing/2014/main"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a16:creationId xmlns:a16="http://schemas.microsoft.com/office/drawing/2014/main"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a16:creationId xmlns:a16="http://schemas.microsoft.com/office/drawing/2014/main"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2368404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a16:creationId xmlns:a16="http://schemas.microsoft.com/office/drawing/2014/main"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a16:creationId xmlns:a16="http://schemas.microsoft.com/office/drawing/2014/main"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a16:creationId xmlns:a16="http://schemas.microsoft.com/office/drawing/2014/main"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a16:creationId xmlns:a16="http://schemas.microsoft.com/office/drawing/2014/main"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a16:creationId xmlns:a16="http://schemas.microsoft.com/office/drawing/2014/main"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a16:creationId xmlns:a16="http://schemas.microsoft.com/office/drawing/2014/main"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a16:creationId xmlns:a16="http://schemas.microsoft.com/office/drawing/2014/main"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a16:creationId xmlns:a16="http://schemas.microsoft.com/office/drawing/2014/main"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a16:creationId xmlns:a16="http://schemas.microsoft.com/office/drawing/2014/main"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a16:creationId xmlns:a16="http://schemas.microsoft.com/office/drawing/2014/main"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a16:creationId xmlns:a16="http://schemas.microsoft.com/office/drawing/2014/main"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a16:creationId xmlns:a16="http://schemas.microsoft.com/office/drawing/2014/main"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a16:creationId xmlns:a16="http://schemas.microsoft.com/office/drawing/2014/main"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a16:creationId xmlns:a16="http://schemas.microsoft.com/office/drawing/2014/main"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a16:creationId xmlns:a16="http://schemas.microsoft.com/office/drawing/2014/main"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a16:creationId xmlns:a16="http://schemas.microsoft.com/office/drawing/2014/main"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a16:creationId xmlns:a16="http://schemas.microsoft.com/office/drawing/2014/main"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a16:creationId xmlns:a16="http://schemas.microsoft.com/office/drawing/2014/main"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a16:creationId xmlns:a16="http://schemas.microsoft.com/office/drawing/2014/main"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a16:creationId xmlns:a16="http://schemas.microsoft.com/office/drawing/2014/main"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a16:creationId xmlns:a16="http://schemas.microsoft.com/office/drawing/2014/main"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a16:creationId xmlns:a16="http://schemas.microsoft.com/office/drawing/2014/main"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a16:creationId xmlns:a16="http://schemas.microsoft.com/office/drawing/2014/main"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a16:creationId xmlns:a16="http://schemas.microsoft.com/office/drawing/2014/main"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a16:creationId xmlns:a16="http://schemas.microsoft.com/office/drawing/2014/main"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a16:creationId xmlns:a16="http://schemas.microsoft.com/office/drawing/2014/main"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a16:creationId xmlns:a16="http://schemas.microsoft.com/office/drawing/2014/main"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a16:creationId xmlns:a16="http://schemas.microsoft.com/office/drawing/2014/main"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a16:creationId xmlns:a16="http://schemas.microsoft.com/office/drawing/2014/main"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a16:creationId xmlns:a16="http://schemas.microsoft.com/office/drawing/2014/main"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a16:creationId xmlns:a16="http://schemas.microsoft.com/office/drawing/2014/main"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a16:creationId xmlns:a16="http://schemas.microsoft.com/office/drawing/2014/main"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a16:creationId xmlns:a16="http://schemas.microsoft.com/office/drawing/2014/main"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a16:creationId xmlns:a16="http://schemas.microsoft.com/office/drawing/2014/main"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a16:creationId xmlns:a16="http://schemas.microsoft.com/office/drawing/2014/main"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a16:creationId xmlns:a16="http://schemas.microsoft.com/office/drawing/2014/main"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a16:creationId xmlns:a16="http://schemas.microsoft.com/office/drawing/2014/main"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a16:creationId xmlns:a16="http://schemas.microsoft.com/office/drawing/2014/main"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a16:creationId xmlns:a16="http://schemas.microsoft.com/office/drawing/2014/main"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a16:creationId xmlns:a16="http://schemas.microsoft.com/office/drawing/2014/main"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a16:creationId xmlns:a16="http://schemas.microsoft.com/office/drawing/2014/main"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a16:creationId xmlns:a16="http://schemas.microsoft.com/office/drawing/2014/main"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a16:creationId xmlns:a16="http://schemas.microsoft.com/office/drawing/2014/main"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a16:creationId xmlns:a16="http://schemas.microsoft.com/office/drawing/2014/main"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a16:creationId xmlns:a16="http://schemas.microsoft.com/office/drawing/2014/main"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a16:creationId xmlns:a16="http://schemas.microsoft.com/office/drawing/2014/main"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a16:creationId xmlns:a16="http://schemas.microsoft.com/office/drawing/2014/main"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a16:creationId xmlns:a16="http://schemas.microsoft.com/office/drawing/2014/main"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a16:creationId xmlns:a16="http://schemas.microsoft.com/office/drawing/2014/main"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a16:creationId xmlns:a16="http://schemas.microsoft.com/office/drawing/2014/main"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a16:creationId xmlns:a16="http://schemas.microsoft.com/office/drawing/2014/main"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a16:creationId xmlns:a16="http://schemas.microsoft.com/office/drawing/2014/main"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a16:creationId xmlns:a16="http://schemas.microsoft.com/office/drawing/2014/main"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a16:creationId xmlns:a16="http://schemas.microsoft.com/office/drawing/2014/main"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a16:creationId xmlns:a16="http://schemas.microsoft.com/office/drawing/2014/main"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a16:creationId xmlns:a16="http://schemas.microsoft.com/office/drawing/2014/main"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a16:creationId xmlns:a16="http://schemas.microsoft.com/office/drawing/2014/main"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a16:creationId xmlns:a16="http://schemas.microsoft.com/office/drawing/2014/main"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a16:creationId xmlns:a16="http://schemas.microsoft.com/office/drawing/2014/main"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a16:creationId xmlns:a16="http://schemas.microsoft.com/office/drawing/2014/main"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a16:creationId xmlns:a16="http://schemas.microsoft.com/office/drawing/2014/main"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a16:creationId xmlns:a16="http://schemas.microsoft.com/office/drawing/2014/main"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a16:creationId xmlns:a16="http://schemas.microsoft.com/office/drawing/2014/main"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a16:creationId xmlns:a16="http://schemas.microsoft.com/office/drawing/2014/main"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a16:creationId xmlns:a16="http://schemas.microsoft.com/office/drawing/2014/main"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a16:creationId xmlns:a16="http://schemas.microsoft.com/office/drawing/2014/main"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a16:creationId xmlns:a16="http://schemas.microsoft.com/office/drawing/2014/main"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a16:creationId xmlns:a16="http://schemas.microsoft.com/office/drawing/2014/main"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a16:creationId xmlns:a16="http://schemas.microsoft.com/office/drawing/2014/main"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a16:creationId xmlns:a16="http://schemas.microsoft.com/office/drawing/2014/main"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a16:creationId xmlns:a16="http://schemas.microsoft.com/office/drawing/2014/main"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a16:creationId xmlns:a16="http://schemas.microsoft.com/office/drawing/2014/main"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a16:creationId xmlns:a16="http://schemas.microsoft.com/office/drawing/2014/main"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a16:creationId xmlns:a16="http://schemas.microsoft.com/office/drawing/2014/main"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a16:creationId xmlns:a16="http://schemas.microsoft.com/office/drawing/2014/main"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a16:creationId xmlns:a16="http://schemas.microsoft.com/office/drawing/2014/main"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a16:creationId xmlns:a16="http://schemas.microsoft.com/office/drawing/2014/main"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a16:creationId xmlns:a16="http://schemas.microsoft.com/office/drawing/2014/main"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a16:creationId xmlns:a16="http://schemas.microsoft.com/office/drawing/2014/main"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a16:creationId xmlns:a16="http://schemas.microsoft.com/office/drawing/2014/main"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a16:creationId xmlns:a16="http://schemas.microsoft.com/office/drawing/2014/main"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a16:creationId xmlns:a16="http://schemas.microsoft.com/office/drawing/2014/main"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a16:creationId xmlns:a16="http://schemas.microsoft.com/office/drawing/2014/main"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a16:creationId xmlns:a16="http://schemas.microsoft.com/office/drawing/2014/main"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a16:creationId xmlns:a16="http://schemas.microsoft.com/office/drawing/2014/main"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a16:creationId xmlns:a16="http://schemas.microsoft.com/office/drawing/2014/main"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a16:creationId xmlns:a16="http://schemas.microsoft.com/office/drawing/2014/main"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a16:creationId xmlns:a16="http://schemas.microsoft.com/office/drawing/2014/main"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a16:creationId xmlns:a16="http://schemas.microsoft.com/office/drawing/2014/main"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a16:creationId xmlns:a16="http://schemas.microsoft.com/office/drawing/2014/main"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a16:creationId xmlns:a16="http://schemas.microsoft.com/office/drawing/2014/main"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a16:creationId xmlns:a16="http://schemas.microsoft.com/office/drawing/2014/main"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a16:creationId xmlns:a16="http://schemas.microsoft.com/office/drawing/2014/main"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a16:creationId xmlns:a16="http://schemas.microsoft.com/office/drawing/2014/main"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a16:creationId xmlns:a16="http://schemas.microsoft.com/office/drawing/2014/main"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a16:creationId xmlns:a16="http://schemas.microsoft.com/office/drawing/2014/main"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a16:creationId xmlns:a16="http://schemas.microsoft.com/office/drawing/2014/main"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a16:creationId xmlns:a16="http://schemas.microsoft.com/office/drawing/2014/main"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a16:creationId xmlns:a16="http://schemas.microsoft.com/office/drawing/2014/main"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a16:creationId xmlns:a16="http://schemas.microsoft.com/office/drawing/2014/main"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a16:creationId xmlns:a16="http://schemas.microsoft.com/office/drawing/2014/main"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a16:creationId xmlns:a16="http://schemas.microsoft.com/office/drawing/2014/main"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a16:creationId xmlns:a16="http://schemas.microsoft.com/office/drawing/2014/main"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a16:creationId xmlns:a16="http://schemas.microsoft.com/office/drawing/2014/main"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a16:creationId xmlns:a16="http://schemas.microsoft.com/office/drawing/2014/main"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a16:creationId xmlns:a16="http://schemas.microsoft.com/office/drawing/2014/main"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a16:creationId xmlns:a16="http://schemas.microsoft.com/office/drawing/2014/main"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a16:creationId xmlns:a16="http://schemas.microsoft.com/office/drawing/2014/main"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a16:creationId xmlns:a16="http://schemas.microsoft.com/office/drawing/2014/main"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a16:creationId xmlns:a16="http://schemas.microsoft.com/office/drawing/2014/main"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a16:creationId xmlns:a16="http://schemas.microsoft.com/office/drawing/2014/main"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a16:creationId xmlns:a16="http://schemas.microsoft.com/office/drawing/2014/main"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a16:creationId xmlns:a16="http://schemas.microsoft.com/office/drawing/2014/main"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a16:creationId xmlns:a16="http://schemas.microsoft.com/office/drawing/2014/main"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a16:creationId xmlns:a16="http://schemas.microsoft.com/office/drawing/2014/main"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a16:creationId xmlns:a16="http://schemas.microsoft.com/office/drawing/2014/main"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a16:creationId xmlns:a16="http://schemas.microsoft.com/office/drawing/2014/main"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a16:creationId xmlns:a16="http://schemas.microsoft.com/office/drawing/2014/main"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a16:creationId xmlns:a16="http://schemas.microsoft.com/office/drawing/2014/main"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a16:creationId xmlns:a16="http://schemas.microsoft.com/office/drawing/2014/main"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a16:creationId xmlns:a16="http://schemas.microsoft.com/office/drawing/2014/main"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a16:creationId xmlns:a16="http://schemas.microsoft.com/office/drawing/2014/main"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a16:creationId xmlns:a16="http://schemas.microsoft.com/office/drawing/2014/main"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a16:creationId xmlns:a16="http://schemas.microsoft.com/office/drawing/2014/main"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a16:creationId xmlns:a16="http://schemas.microsoft.com/office/drawing/2014/main"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a16:creationId xmlns:a16="http://schemas.microsoft.com/office/drawing/2014/main"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a16:creationId xmlns:a16="http://schemas.microsoft.com/office/drawing/2014/main"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a16:creationId xmlns:a16="http://schemas.microsoft.com/office/drawing/2014/main"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a16:creationId xmlns:a16="http://schemas.microsoft.com/office/drawing/2014/main"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a16:creationId xmlns:a16="http://schemas.microsoft.com/office/drawing/2014/main"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a16:creationId xmlns:a16="http://schemas.microsoft.com/office/drawing/2014/main"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a16:creationId xmlns:a16="http://schemas.microsoft.com/office/drawing/2014/main"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a16:creationId xmlns:a16="http://schemas.microsoft.com/office/drawing/2014/main"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a16:creationId xmlns:a16="http://schemas.microsoft.com/office/drawing/2014/main"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a16:creationId xmlns:a16="http://schemas.microsoft.com/office/drawing/2014/main"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a16:creationId xmlns:a16="http://schemas.microsoft.com/office/drawing/2014/main"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a16:creationId xmlns:a16="http://schemas.microsoft.com/office/drawing/2014/main"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a16:creationId xmlns:a16="http://schemas.microsoft.com/office/drawing/2014/main"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a16:creationId xmlns:a16="http://schemas.microsoft.com/office/drawing/2014/main"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a16:creationId xmlns:a16="http://schemas.microsoft.com/office/drawing/2014/main"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a16:creationId xmlns:a16="http://schemas.microsoft.com/office/drawing/2014/main"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a16:creationId xmlns:a16="http://schemas.microsoft.com/office/drawing/2014/main"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a16:creationId xmlns:a16="http://schemas.microsoft.com/office/drawing/2014/main"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a16:creationId xmlns:a16="http://schemas.microsoft.com/office/drawing/2014/main"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a16:creationId xmlns:a16="http://schemas.microsoft.com/office/drawing/2014/main"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a16:creationId xmlns:a16="http://schemas.microsoft.com/office/drawing/2014/main"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a16:creationId xmlns:a16="http://schemas.microsoft.com/office/drawing/2014/main"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a16:creationId xmlns:a16="http://schemas.microsoft.com/office/drawing/2014/main"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a16:creationId xmlns:a16="http://schemas.microsoft.com/office/drawing/2014/main"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a16:creationId xmlns:a16="http://schemas.microsoft.com/office/drawing/2014/main"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a16:creationId xmlns:a16="http://schemas.microsoft.com/office/drawing/2014/main"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a16:creationId xmlns:a16="http://schemas.microsoft.com/office/drawing/2014/main"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a16:creationId xmlns:a16="http://schemas.microsoft.com/office/drawing/2014/main"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a16:creationId xmlns:a16="http://schemas.microsoft.com/office/drawing/2014/main"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a16:creationId xmlns:a16="http://schemas.microsoft.com/office/drawing/2014/main"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a16:creationId xmlns:a16="http://schemas.microsoft.com/office/drawing/2014/main"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a16:creationId xmlns:a16="http://schemas.microsoft.com/office/drawing/2014/main"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a16:creationId xmlns:a16="http://schemas.microsoft.com/office/drawing/2014/main"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a16:creationId xmlns:a16="http://schemas.microsoft.com/office/drawing/2014/main"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a16:creationId xmlns:a16="http://schemas.microsoft.com/office/drawing/2014/main"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a16:creationId xmlns:a16="http://schemas.microsoft.com/office/drawing/2014/main"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a16:creationId xmlns:a16="http://schemas.microsoft.com/office/drawing/2014/main"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a16:creationId xmlns:a16="http://schemas.microsoft.com/office/drawing/2014/main"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a16:creationId xmlns:a16="http://schemas.microsoft.com/office/drawing/2014/main"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a16:creationId xmlns:a16="http://schemas.microsoft.com/office/drawing/2014/main"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a16:creationId xmlns:a16="http://schemas.microsoft.com/office/drawing/2014/main"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a16:creationId xmlns:a16="http://schemas.microsoft.com/office/drawing/2014/main"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a16:creationId xmlns:a16="http://schemas.microsoft.com/office/drawing/2014/main"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a16:creationId xmlns:a16="http://schemas.microsoft.com/office/drawing/2014/main"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a16:creationId xmlns:a16="http://schemas.microsoft.com/office/drawing/2014/main"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a16:creationId xmlns:a16="http://schemas.microsoft.com/office/drawing/2014/main"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a16:creationId xmlns:a16="http://schemas.microsoft.com/office/drawing/2014/main"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a16:creationId xmlns:a16="http://schemas.microsoft.com/office/drawing/2014/main"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a16:creationId xmlns:a16="http://schemas.microsoft.com/office/drawing/2014/main"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a16:creationId xmlns:a16="http://schemas.microsoft.com/office/drawing/2014/main"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a16:creationId xmlns:a16="http://schemas.microsoft.com/office/drawing/2014/main"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a16:creationId xmlns:a16="http://schemas.microsoft.com/office/drawing/2014/main"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a16:creationId xmlns:a16="http://schemas.microsoft.com/office/drawing/2014/main"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a16:creationId xmlns:a16="http://schemas.microsoft.com/office/drawing/2014/main"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a16:creationId xmlns:a16="http://schemas.microsoft.com/office/drawing/2014/main"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a16:creationId xmlns:a16="http://schemas.microsoft.com/office/drawing/2014/main"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a16:creationId xmlns:a16="http://schemas.microsoft.com/office/drawing/2014/main"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a16:creationId xmlns:a16="http://schemas.microsoft.com/office/drawing/2014/main"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a16:creationId xmlns:a16="http://schemas.microsoft.com/office/drawing/2014/main"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a16:creationId xmlns:a16="http://schemas.microsoft.com/office/drawing/2014/main"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a16:creationId xmlns:a16="http://schemas.microsoft.com/office/drawing/2014/main"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a16:creationId xmlns:a16="http://schemas.microsoft.com/office/drawing/2014/main"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a16:creationId xmlns:a16="http://schemas.microsoft.com/office/drawing/2014/main"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a16:creationId xmlns:a16="http://schemas.microsoft.com/office/drawing/2014/main"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a16:creationId xmlns:a16="http://schemas.microsoft.com/office/drawing/2014/main"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a16:creationId xmlns:a16="http://schemas.microsoft.com/office/drawing/2014/main"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a16:creationId xmlns:a16="http://schemas.microsoft.com/office/drawing/2014/main"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a16:creationId xmlns:a16="http://schemas.microsoft.com/office/drawing/2014/main"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a16:creationId xmlns:a16="http://schemas.microsoft.com/office/drawing/2014/main"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a16:creationId xmlns:a16="http://schemas.microsoft.com/office/drawing/2014/main"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a16:creationId xmlns:a16="http://schemas.microsoft.com/office/drawing/2014/main"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a16:creationId xmlns:a16="http://schemas.microsoft.com/office/drawing/2014/main"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a16:creationId xmlns:a16="http://schemas.microsoft.com/office/drawing/2014/main"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a16:creationId xmlns:a16="http://schemas.microsoft.com/office/drawing/2014/main"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a16:creationId xmlns:a16="http://schemas.microsoft.com/office/drawing/2014/main"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a16:creationId xmlns:a16="http://schemas.microsoft.com/office/drawing/2014/main"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a16:creationId xmlns:a16="http://schemas.microsoft.com/office/drawing/2014/main"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a16:creationId xmlns:a16="http://schemas.microsoft.com/office/drawing/2014/main"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a16:creationId xmlns:a16="http://schemas.microsoft.com/office/drawing/2014/main"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a16:creationId xmlns:a16="http://schemas.microsoft.com/office/drawing/2014/main"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a16:creationId xmlns:a16="http://schemas.microsoft.com/office/drawing/2014/main"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a16:creationId xmlns:a16="http://schemas.microsoft.com/office/drawing/2014/main"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a16:creationId xmlns:a16="http://schemas.microsoft.com/office/drawing/2014/main"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a16:creationId xmlns:a16="http://schemas.microsoft.com/office/drawing/2014/main"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a16:creationId xmlns:a16="http://schemas.microsoft.com/office/drawing/2014/main"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a16:creationId xmlns:a16="http://schemas.microsoft.com/office/drawing/2014/main"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a16:creationId xmlns:a16="http://schemas.microsoft.com/office/drawing/2014/main"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a16:creationId xmlns:a16="http://schemas.microsoft.com/office/drawing/2014/main"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a16:creationId xmlns:a16="http://schemas.microsoft.com/office/drawing/2014/main"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a16:creationId xmlns:a16="http://schemas.microsoft.com/office/drawing/2014/main"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a16:creationId xmlns:a16="http://schemas.microsoft.com/office/drawing/2014/main"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a16:creationId xmlns:a16="http://schemas.microsoft.com/office/drawing/2014/main"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a16:creationId xmlns:a16="http://schemas.microsoft.com/office/drawing/2014/main"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a16:creationId xmlns:a16="http://schemas.microsoft.com/office/drawing/2014/main"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a16:creationId xmlns:a16="http://schemas.microsoft.com/office/drawing/2014/main"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a16:creationId xmlns:a16="http://schemas.microsoft.com/office/drawing/2014/main"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a16:creationId xmlns:a16="http://schemas.microsoft.com/office/drawing/2014/main"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a16:creationId xmlns:a16="http://schemas.microsoft.com/office/drawing/2014/main"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a16:creationId xmlns:a16="http://schemas.microsoft.com/office/drawing/2014/main"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a16:creationId xmlns:a16="http://schemas.microsoft.com/office/drawing/2014/main"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a16:creationId xmlns:a16="http://schemas.microsoft.com/office/drawing/2014/main"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a16:creationId xmlns:a16="http://schemas.microsoft.com/office/drawing/2014/main"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a16:creationId xmlns:a16="http://schemas.microsoft.com/office/drawing/2014/main"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a16:creationId xmlns:a16="http://schemas.microsoft.com/office/drawing/2014/main"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a16:creationId xmlns:a16="http://schemas.microsoft.com/office/drawing/2014/main"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a16:creationId xmlns:a16="http://schemas.microsoft.com/office/drawing/2014/main"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a16:creationId xmlns:a16="http://schemas.microsoft.com/office/drawing/2014/main"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a16:creationId xmlns:a16="http://schemas.microsoft.com/office/drawing/2014/main"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a16:creationId xmlns:a16="http://schemas.microsoft.com/office/drawing/2014/main"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a16:creationId xmlns:a16="http://schemas.microsoft.com/office/drawing/2014/main"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a16:creationId xmlns:a16="http://schemas.microsoft.com/office/drawing/2014/main"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a16:creationId xmlns:a16="http://schemas.microsoft.com/office/drawing/2014/main"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a16:creationId xmlns:a16="http://schemas.microsoft.com/office/drawing/2014/main"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a16:creationId xmlns:a16="http://schemas.microsoft.com/office/drawing/2014/main"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a16:creationId xmlns:a16="http://schemas.microsoft.com/office/drawing/2014/main"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a16:creationId xmlns:a16="http://schemas.microsoft.com/office/drawing/2014/main"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a16:creationId xmlns:a16="http://schemas.microsoft.com/office/drawing/2014/main"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a16:creationId xmlns:a16="http://schemas.microsoft.com/office/drawing/2014/main"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a16:creationId xmlns:a16="http://schemas.microsoft.com/office/drawing/2014/main"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a16:creationId xmlns:a16="http://schemas.microsoft.com/office/drawing/2014/main"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a16:creationId xmlns:a16="http://schemas.microsoft.com/office/drawing/2014/main"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a16:creationId xmlns:a16="http://schemas.microsoft.com/office/drawing/2014/main"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a16:creationId xmlns:a16="http://schemas.microsoft.com/office/drawing/2014/main"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a16:creationId xmlns:a16="http://schemas.microsoft.com/office/drawing/2014/main"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a16:creationId xmlns:a16="http://schemas.microsoft.com/office/drawing/2014/main"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a16:creationId xmlns:a16="http://schemas.microsoft.com/office/drawing/2014/main"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a16:creationId xmlns:a16="http://schemas.microsoft.com/office/drawing/2014/main"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a16:creationId xmlns:a16="http://schemas.microsoft.com/office/drawing/2014/main"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a16:creationId xmlns:a16="http://schemas.microsoft.com/office/drawing/2014/main"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a16:creationId xmlns:a16="http://schemas.microsoft.com/office/drawing/2014/main"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a16:creationId xmlns:a16="http://schemas.microsoft.com/office/drawing/2014/main"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a16:creationId xmlns:a16="http://schemas.microsoft.com/office/drawing/2014/main"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a16:creationId xmlns:a16="http://schemas.microsoft.com/office/drawing/2014/main"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a16:creationId xmlns:a16="http://schemas.microsoft.com/office/drawing/2014/main"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a16:creationId xmlns:a16="http://schemas.microsoft.com/office/drawing/2014/main"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a16:creationId xmlns:a16="http://schemas.microsoft.com/office/drawing/2014/main"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a16:creationId xmlns:a16="http://schemas.microsoft.com/office/drawing/2014/main"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a16:creationId xmlns:a16="http://schemas.microsoft.com/office/drawing/2014/main"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a16:creationId xmlns:a16="http://schemas.microsoft.com/office/drawing/2014/main"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a16:creationId xmlns:a16="http://schemas.microsoft.com/office/drawing/2014/main"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a16:creationId xmlns:a16="http://schemas.microsoft.com/office/drawing/2014/main"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a16:creationId xmlns:a16="http://schemas.microsoft.com/office/drawing/2014/main"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a16:creationId xmlns:a16="http://schemas.microsoft.com/office/drawing/2014/main"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a16:creationId xmlns:a16="http://schemas.microsoft.com/office/drawing/2014/main"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a16:creationId xmlns:a16="http://schemas.microsoft.com/office/drawing/2014/main"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a16:creationId xmlns:a16="http://schemas.microsoft.com/office/drawing/2014/main"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a16:creationId xmlns:a16="http://schemas.microsoft.com/office/drawing/2014/main"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a16:creationId xmlns:a16="http://schemas.microsoft.com/office/drawing/2014/main"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a16:creationId xmlns:a16="http://schemas.microsoft.com/office/drawing/2014/main"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a16:creationId xmlns:a16="http://schemas.microsoft.com/office/drawing/2014/main"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a16:creationId xmlns:a16="http://schemas.microsoft.com/office/drawing/2014/main"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a16:creationId xmlns:a16="http://schemas.microsoft.com/office/drawing/2014/main"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a16:creationId xmlns:a16="http://schemas.microsoft.com/office/drawing/2014/main"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a16:creationId xmlns:a16="http://schemas.microsoft.com/office/drawing/2014/main"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a16:creationId xmlns:a16="http://schemas.microsoft.com/office/drawing/2014/main"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a16:creationId xmlns:a16="http://schemas.microsoft.com/office/drawing/2014/main"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a16:creationId xmlns:a16="http://schemas.microsoft.com/office/drawing/2014/main"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a16:creationId xmlns:a16="http://schemas.microsoft.com/office/drawing/2014/main"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a16:creationId xmlns:a16="http://schemas.microsoft.com/office/drawing/2014/main"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a16:creationId xmlns:a16="http://schemas.microsoft.com/office/drawing/2014/main"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a16:creationId xmlns:a16="http://schemas.microsoft.com/office/drawing/2014/main"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a16:creationId xmlns:a16="http://schemas.microsoft.com/office/drawing/2014/main"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a16:creationId xmlns:a16="http://schemas.microsoft.com/office/drawing/2014/main"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a16:creationId xmlns:a16="http://schemas.microsoft.com/office/drawing/2014/main"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a16:creationId xmlns:a16="http://schemas.microsoft.com/office/drawing/2014/main"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a16:creationId xmlns:a16="http://schemas.microsoft.com/office/drawing/2014/main"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a16:creationId xmlns:a16="http://schemas.microsoft.com/office/drawing/2014/main"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a16:creationId xmlns:a16="http://schemas.microsoft.com/office/drawing/2014/main"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a16:creationId xmlns:a16="http://schemas.microsoft.com/office/drawing/2014/main"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a16:creationId xmlns:a16="http://schemas.microsoft.com/office/drawing/2014/main"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a16:creationId xmlns:a16="http://schemas.microsoft.com/office/drawing/2014/main"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a16:creationId xmlns:a16="http://schemas.microsoft.com/office/drawing/2014/main"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a16:creationId xmlns:a16="http://schemas.microsoft.com/office/drawing/2014/main"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a16:creationId xmlns:a16="http://schemas.microsoft.com/office/drawing/2014/main"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a16:creationId xmlns:a16="http://schemas.microsoft.com/office/drawing/2014/main"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a16:creationId xmlns:a16="http://schemas.microsoft.com/office/drawing/2014/main"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a16:creationId xmlns:a16="http://schemas.microsoft.com/office/drawing/2014/main"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a16:creationId xmlns:a16="http://schemas.microsoft.com/office/drawing/2014/main"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a16:creationId xmlns:a16="http://schemas.microsoft.com/office/drawing/2014/main"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a16:creationId xmlns:a16="http://schemas.microsoft.com/office/drawing/2014/main"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a16:creationId xmlns:a16="http://schemas.microsoft.com/office/drawing/2014/main"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a16:creationId xmlns:a16="http://schemas.microsoft.com/office/drawing/2014/main"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a16:creationId xmlns:a16="http://schemas.microsoft.com/office/drawing/2014/main"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a16:creationId xmlns:a16="http://schemas.microsoft.com/office/drawing/2014/main"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a16:creationId xmlns:a16="http://schemas.microsoft.com/office/drawing/2014/main"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a16:creationId xmlns:a16="http://schemas.microsoft.com/office/drawing/2014/main"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a16:creationId xmlns:a16="http://schemas.microsoft.com/office/drawing/2014/main"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a16:creationId xmlns:a16="http://schemas.microsoft.com/office/drawing/2014/main"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a16:creationId xmlns:a16="http://schemas.microsoft.com/office/drawing/2014/main"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a16:creationId xmlns:a16="http://schemas.microsoft.com/office/drawing/2014/main"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a16:creationId xmlns:a16="http://schemas.microsoft.com/office/drawing/2014/main"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a16:creationId xmlns:a16="http://schemas.microsoft.com/office/drawing/2014/main"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a16:creationId xmlns:a16="http://schemas.microsoft.com/office/drawing/2014/main"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a16:creationId xmlns:a16="http://schemas.microsoft.com/office/drawing/2014/main"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a16:creationId xmlns:a16="http://schemas.microsoft.com/office/drawing/2014/main"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a16:creationId xmlns:a16="http://schemas.microsoft.com/office/drawing/2014/main"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a16:creationId xmlns:a16="http://schemas.microsoft.com/office/drawing/2014/main"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a16:creationId xmlns:a16="http://schemas.microsoft.com/office/drawing/2014/main"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a16:creationId xmlns:a16="http://schemas.microsoft.com/office/drawing/2014/main"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a16:creationId xmlns:a16="http://schemas.microsoft.com/office/drawing/2014/main"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a16:creationId xmlns:a16="http://schemas.microsoft.com/office/drawing/2014/main"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a16:creationId xmlns:a16="http://schemas.microsoft.com/office/drawing/2014/main"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a16:creationId xmlns:a16="http://schemas.microsoft.com/office/drawing/2014/main"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a16:creationId xmlns:a16="http://schemas.microsoft.com/office/drawing/2014/main"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a16:creationId xmlns:a16="http://schemas.microsoft.com/office/drawing/2014/main"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a16:creationId xmlns:a16="http://schemas.microsoft.com/office/drawing/2014/main"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a16:creationId xmlns:a16="http://schemas.microsoft.com/office/drawing/2014/main"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a16:creationId xmlns:a16="http://schemas.microsoft.com/office/drawing/2014/main"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a16:creationId xmlns:a16="http://schemas.microsoft.com/office/drawing/2014/main"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a16:creationId xmlns:a16="http://schemas.microsoft.com/office/drawing/2014/main"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a16:creationId xmlns:a16="http://schemas.microsoft.com/office/drawing/2014/main"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a16:creationId xmlns:a16="http://schemas.microsoft.com/office/drawing/2014/main"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a16:creationId xmlns:a16="http://schemas.microsoft.com/office/drawing/2014/main"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a16:creationId xmlns:a16="http://schemas.microsoft.com/office/drawing/2014/main"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a16:creationId xmlns:a16="http://schemas.microsoft.com/office/drawing/2014/main"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a16:creationId xmlns:a16="http://schemas.microsoft.com/office/drawing/2014/main"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a16:creationId xmlns:a16="http://schemas.microsoft.com/office/drawing/2014/main"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a16:creationId xmlns:a16="http://schemas.microsoft.com/office/drawing/2014/main"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a16:creationId xmlns:a16="http://schemas.microsoft.com/office/drawing/2014/main"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a16:creationId xmlns:a16="http://schemas.microsoft.com/office/drawing/2014/main"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a16:creationId xmlns:a16="http://schemas.microsoft.com/office/drawing/2014/main"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a16:creationId xmlns:a16="http://schemas.microsoft.com/office/drawing/2014/main"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a16:creationId xmlns:a16="http://schemas.microsoft.com/office/drawing/2014/main"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a16:creationId xmlns:a16="http://schemas.microsoft.com/office/drawing/2014/main"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a16:creationId xmlns:a16="http://schemas.microsoft.com/office/drawing/2014/main"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a16:creationId xmlns:a16="http://schemas.microsoft.com/office/drawing/2014/main"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a16:creationId xmlns:a16="http://schemas.microsoft.com/office/drawing/2014/main"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a16:creationId xmlns:a16="http://schemas.microsoft.com/office/drawing/2014/main"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a16:creationId xmlns:a16="http://schemas.microsoft.com/office/drawing/2014/main"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a16:creationId xmlns:a16="http://schemas.microsoft.com/office/drawing/2014/main"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a16:creationId xmlns:a16="http://schemas.microsoft.com/office/drawing/2014/main"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a16:creationId xmlns:a16="http://schemas.microsoft.com/office/drawing/2014/main"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a16:creationId xmlns:a16="http://schemas.microsoft.com/office/drawing/2014/main"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a16:creationId xmlns:a16="http://schemas.microsoft.com/office/drawing/2014/main"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a16:creationId xmlns:a16="http://schemas.microsoft.com/office/drawing/2014/main"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a16:creationId xmlns:a16="http://schemas.microsoft.com/office/drawing/2014/main"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a16:creationId xmlns:a16="http://schemas.microsoft.com/office/drawing/2014/main"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a16:creationId xmlns:a16="http://schemas.microsoft.com/office/drawing/2014/main"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a16:creationId xmlns:a16="http://schemas.microsoft.com/office/drawing/2014/main"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a16:creationId xmlns:a16="http://schemas.microsoft.com/office/drawing/2014/main"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a16:creationId xmlns:a16="http://schemas.microsoft.com/office/drawing/2014/main"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a16:creationId xmlns:a16="http://schemas.microsoft.com/office/drawing/2014/main"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a16:creationId xmlns:a16="http://schemas.microsoft.com/office/drawing/2014/main"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a16:creationId xmlns:a16="http://schemas.microsoft.com/office/drawing/2014/main"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a16:creationId xmlns:a16="http://schemas.microsoft.com/office/drawing/2014/main"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a16:creationId xmlns:a16="http://schemas.microsoft.com/office/drawing/2014/main"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a16:creationId xmlns:a16="http://schemas.microsoft.com/office/drawing/2014/main"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a16:creationId xmlns:a16="http://schemas.microsoft.com/office/drawing/2014/main"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a16:creationId xmlns:a16="http://schemas.microsoft.com/office/drawing/2014/main"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a16:creationId xmlns:a16="http://schemas.microsoft.com/office/drawing/2014/main"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a16:creationId xmlns:a16="http://schemas.microsoft.com/office/drawing/2014/main"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a16:creationId xmlns:a16="http://schemas.microsoft.com/office/drawing/2014/main"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a16:creationId xmlns:a16="http://schemas.microsoft.com/office/drawing/2014/main"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a16:creationId xmlns:a16="http://schemas.microsoft.com/office/drawing/2014/main"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a16:creationId xmlns:a16="http://schemas.microsoft.com/office/drawing/2014/main"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a16:creationId xmlns:a16="http://schemas.microsoft.com/office/drawing/2014/main"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a16:creationId xmlns:a16="http://schemas.microsoft.com/office/drawing/2014/main"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a16:creationId xmlns:a16="http://schemas.microsoft.com/office/drawing/2014/main"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a16:creationId xmlns:a16="http://schemas.microsoft.com/office/drawing/2014/main"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a16:creationId xmlns:a16="http://schemas.microsoft.com/office/drawing/2014/main"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a16:creationId xmlns:a16="http://schemas.microsoft.com/office/drawing/2014/main"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a16:creationId xmlns:a16="http://schemas.microsoft.com/office/drawing/2014/main"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a16:creationId xmlns:a16="http://schemas.microsoft.com/office/drawing/2014/main"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a16:creationId xmlns:a16="http://schemas.microsoft.com/office/drawing/2014/main"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a16:creationId xmlns:a16="http://schemas.microsoft.com/office/drawing/2014/main"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a16:creationId xmlns:a16="http://schemas.microsoft.com/office/drawing/2014/main"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a16:creationId xmlns:a16="http://schemas.microsoft.com/office/drawing/2014/main"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a16:creationId xmlns:a16="http://schemas.microsoft.com/office/drawing/2014/main"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a16:creationId xmlns:a16="http://schemas.microsoft.com/office/drawing/2014/main"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a16:creationId xmlns:a16="http://schemas.microsoft.com/office/drawing/2014/main"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a16:creationId xmlns:a16="http://schemas.microsoft.com/office/drawing/2014/main"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a16:creationId xmlns:a16="http://schemas.microsoft.com/office/drawing/2014/main"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a16:creationId xmlns:a16="http://schemas.microsoft.com/office/drawing/2014/main"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a16:creationId xmlns:a16="http://schemas.microsoft.com/office/drawing/2014/main"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a16:creationId xmlns:a16="http://schemas.microsoft.com/office/drawing/2014/main"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a16:creationId xmlns:a16="http://schemas.microsoft.com/office/drawing/2014/main"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a16:creationId xmlns:a16="http://schemas.microsoft.com/office/drawing/2014/main"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a16:creationId xmlns:a16="http://schemas.microsoft.com/office/drawing/2014/main"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a16:creationId xmlns:a16="http://schemas.microsoft.com/office/drawing/2014/main"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a16:creationId xmlns:a16="http://schemas.microsoft.com/office/drawing/2014/main"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a16:creationId xmlns:a16="http://schemas.microsoft.com/office/drawing/2014/main"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a16:creationId xmlns:a16="http://schemas.microsoft.com/office/drawing/2014/main"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a16:creationId xmlns:a16="http://schemas.microsoft.com/office/drawing/2014/main"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a16:creationId xmlns:a16="http://schemas.microsoft.com/office/drawing/2014/main"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a16:creationId xmlns:a16="http://schemas.microsoft.com/office/drawing/2014/main"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a16:creationId xmlns:a16="http://schemas.microsoft.com/office/drawing/2014/main"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a16:creationId xmlns:a16="http://schemas.microsoft.com/office/drawing/2014/main"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a16:creationId xmlns:a16="http://schemas.microsoft.com/office/drawing/2014/main"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a16:creationId xmlns:a16="http://schemas.microsoft.com/office/drawing/2014/main"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a16:creationId xmlns:a16="http://schemas.microsoft.com/office/drawing/2014/main"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a16:creationId xmlns:a16="http://schemas.microsoft.com/office/drawing/2014/main"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a16:creationId xmlns:a16="http://schemas.microsoft.com/office/drawing/2014/main"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a16:creationId xmlns:a16="http://schemas.microsoft.com/office/drawing/2014/main"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a16:creationId xmlns:a16="http://schemas.microsoft.com/office/drawing/2014/main"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a16:creationId xmlns:a16="http://schemas.microsoft.com/office/drawing/2014/main"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a16:creationId xmlns:a16="http://schemas.microsoft.com/office/drawing/2014/main"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a16:creationId xmlns:a16="http://schemas.microsoft.com/office/drawing/2014/main"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a16:creationId xmlns:a16="http://schemas.microsoft.com/office/drawing/2014/main"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a16:creationId xmlns:a16="http://schemas.microsoft.com/office/drawing/2014/main"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a16:creationId xmlns:a16="http://schemas.microsoft.com/office/drawing/2014/main"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a16:creationId xmlns:a16="http://schemas.microsoft.com/office/drawing/2014/main"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a16:creationId xmlns:a16="http://schemas.microsoft.com/office/drawing/2014/main"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a16:creationId xmlns:a16="http://schemas.microsoft.com/office/drawing/2014/main"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a16:creationId xmlns:a16="http://schemas.microsoft.com/office/drawing/2014/main"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a16:creationId xmlns:a16="http://schemas.microsoft.com/office/drawing/2014/main"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a16:creationId xmlns:a16="http://schemas.microsoft.com/office/drawing/2014/main"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a16:creationId xmlns:a16="http://schemas.microsoft.com/office/drawing/2014/main"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a16:creationId xmlns:a16="http://schemas.microsoft.com/office/drawing/2014/main"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a16:creationId xmlns:a16="http://schemas.microsoft.com/office/drawing/2014/main"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a16:creationId xmlns:a16="http://schemas.microsoft.com/office/drawing/2014/main"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a16:creationId xmlns:a16="http://schemas.microsoft.com/office/drawing/2014/main"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a16:creationId xmlns:a16="http://schemas.microsoft.com/office/drawing/2014/main"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a16:creationId xmlns:a16="http://schemas.microsoft.com/office/drawing/2014/main"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a16:creationId xmlns:a16="http://schemas.microsoft.com/office/drawing/2014/main"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a16:creationId xmlns:a16="http://schemas.microsoft.com/office/drawing/2014/main"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a16:creationId xmlns:a16="http://schemas.microsoft.com/office/drawing/2014/main"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a16:creationId xmlns:a16="http://schemas.microsoft.com/office/drawing/2014/main"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a16:creationId xmlns:a16="http://schemas.microsoft.com/office/drawing/2014/main"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a16:creationId xmlns:a16="http://schemas.microsoft.com/office/drawing/2014/main"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a16:creationId xmlns:a16="http://schemas.microsoft.com/office/drawing/2014/main"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a16:creationId xmlns:a16="http://schemas.microsoft.com/office/drawing/2014/main"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6490794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a16:creationId xmlns:a16="http://schemas.microsoft.com/office/drawing/2014/main"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a16:creationId xmlns:a16="http://schemas.microsoft.com/office/drawing/2014/main"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a16:creationId xmlns:a16="http://schemas.microsoft.com/office/drawing/2014/main"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a16:creationId xmlns:a16="http://schemas.microsoft.com/office/drawing/2014/main"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a16:creationId xmlns:a16="http://schemas.microsoft.com/office/drawing/2014/main"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a16:creationId xmlns:a16="http://schemas.microsoft.com/office/drawing/2014/main"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a16:creationId xmlns:a16="http://schemas.microsoft.com/office/drawing/2014/main"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a16:creationId xmlns:a16="http://schemas.microsoft.com/office/drawing/2014/main"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a16:creationId xmlns:a16="http://schemas.microsoft.com/office/drawing/2014/main"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a16:creationId xmlns:a16="http://schemas.microsoft.com/office/drawing/2014/main"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a16:creationId xmlns:a16="http://schemas.microsoft.com/office/drawing/2014/main"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a16:creationId xmlns:a16="http://schemas.microsoft.com/office/drawing/2014/main"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a16:creationId xmlns:a16="http://schemas.microsoft.com/office/drawing/2014/main"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a16:creationId xmlns:a16="http://schemas.microsoft.com/office/drawing/2014/main"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a16:creationId xmlns:a16="http://schemas.microsoft.com/office/drawing/2014/main"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a16:creationId xmlns:a16="http://schemas.microsoft.com/office/drawing/2014/main"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a16:creationId xmlns:a16="http://schemas.microsoft.com/office/drawing/2014/main"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a16:creationId xmlns:a16="http://schemas.microsoft.com/office/drawing/2014/main"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a16:creationId xmlns:a16="http://schemas.microsoft.com/office/drawing/2014/main"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a16:creationId xmlns:a16="http://schemas.microsoft.com/office/drawing/2014/main"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a16:creationId xmlns:a16="http://schemas.microsoft.com/office/drawing/2014/main"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a16:creationId xmlns:a16="http://schemas.microsoft.com/office/drawing/2014/main"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a16:creationId xmlns:a16="http://schemas.microsoft.com/office/drawing/2014/main"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a16:creationId xmlns:a16="http://schemas.microsoft.com/office/drawing/2014/main"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a16:creationId xmlns:a16="http://schemas.microsoft.com/office/drawing/2014/main"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a16:creationId xmlns:a16="http://schemas.microsoft.com/office/drawing/2014/main"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a16:creationId xmlns:a16="http://schemas.microsoft.com/office/drawing/2014/main"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a16:creationId xmlns:a16="http://schemas.microsoft.com/office/drawing/2014/main"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a16:creationId xmlns:a16="http://schemas.microsoft.com/office/drawing/2014/main"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a16:creationId xmlns:a16="http://schemas.microsoft.com/office/drawing/2014/main"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a16:creationId xmlns:a16="http://schemas.microsoft.com/office/drawing/2014/main"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a16:creationId xmlns:a16="http://schemas.microsoft.com/office/drawing/2014/main"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a16:creationId xmlns:a16="http://schemas.microsoft.com/office/drawing/2014/main"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a16:creationId xmlns:a16="http://schemas.microsoft.com/office/drawing/2014/main"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a16:creationId xmlns:a16="http://schemas.microsoft.com/office/drawing/2014/main"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a16:creationId xmlns:a16="http://schemas.microsoft.com/office/drawing/2014/main"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a16:creationId xmlns:a16="http://schemas.microsoft.com/office/drawing/2014/main"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p14:creationId xmlns:p14="http://schemas.microsoft.com/office/powerpoint/2010/main" val="2839059389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a16:creationId xmlns:a16="http://schemas.microsoft.com/office/drawing/2014/main"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a16:creationId xmlns:a16="http://schemas.microsoft.com/office/drawing/2014/main"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a16:creationId xmlns:a16="http://schemas.microsoft.com/office/drawing/2014/main"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a16:creationId xmlns:a16="http://schemas.microsoft.com/office/drawing/2014/main"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a16:creationId xmlns:a16="http://schemas.microsoft.com/office/drawing/2014/main"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a16:creationId xmlns:a16="http://schemas.microsoft.com/office/drawing/2014/main"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a16:creationId xmlns:a16="http://schemas.microsoft.com/office/drawing/2014/main"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a16:creationId xmlns:a16="http://schemas.microsoft.com/office/drawing/2014/main"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a16:creationId xmlns:a16="http://schemas.microsoft.com/office/drawing/2014/main"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a16:creationId xmlns:a16="http://schemas.microsoft.com/office/drawing/2014/main"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a16:creationId xmlns:a16="http://schemas.microsoft.com/office/drawing/2014/main"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a16:creationId xmlns:a16="http://schemas.microsoft.com/office/drawing/2014/main"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a16:creationId xmlns:a16="http://schemas.microsoft.com/office/drawing/2014/main"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a16:creationId xmlns:a16="http://schemas.microsoft.com/office/drawing/2014/main"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a16:creationId xmlns:a16="http://schemas.microsoft.com/office/drawing/2014/main"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a16:creationId xmlns:a16="http://schemas.microsoft.com/office/drawing/2014/main"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a16:creationId xmlns:a16="http://schemas.microsoft.com/office/drawing/2014/main"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a16:creationId xmlns:a16="http://schemas.microsoft.com/office/drawing/2014/main"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a16:creationId xmlns:a16="http://schemas.microsoft.com/office/drawing/2014/main"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a16:creationId xmlns:a16="http://schemas.microsoft.com/office/drawing/2014/main"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a16:creationId xmlns:a16="http://schemas.microsoft.com/office/drawing/2014/main"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a16:creationId xmlns:a16="http://schemas.microsoft.com/office/drawing/2014/main"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a16:creationId xmlns:a16="http://schemas.microsoft.com/office/drawing/2014/main"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a16:creationId xmlns:a16="http://schemas.microsoft.com/office/drawing/2014/main"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75458031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a16:creationId xmlns:a16="http://schemas.microsoft.com/office/drawing/2014/main"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a16:creationId xmlns:a16="http://schemas.microsoft.com/office/drawing/2014/main"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a16:creationId xmlns:a16="http://schemas.microsoft.com/office/drawing/2014/main"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a16:creationId xmlns:a16="http://schemas.microsoft.com/office/drawing/2014/main"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a16:creationId xmlns:a16="http://schemas.microsoft.com/office/drawing/2014/main"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a16:creationId xmlns:a16="http://schemas.microsoft.com/office/drawing/2014/main"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a16:creationId xmlns:a16="http://schemas.microsoft.com/office/drawing/2014/main"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a16:creationId xmlns:a16="http://schemas.microsoft.com/office/drawing/2014/main"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a16:creationId xmlns:a16="http://schemas.microsoft.com/office/drawing/2014/main"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a16:creationId xmlns:a16="http://schemas.microsoft.com/office/drawing/2014/main"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a16:creationId xmlns:a16="http://schemas.microsoft.com/office/drawing/2014/main"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a16:creationId xmlns:a16="http://schemas.microsoft.com/office/drawing/2014/main"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a16:creationId xmlns:a16="http://schemas.microsoft.com/office/drawing/2014/main"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a16:creationId xmlns:a16="http://schemas.microsoft.com/office/drawing/2014/main"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a16:creationId xmlns:a16="http://schemas.microsoft.com/office/drawing/2014/main"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a16:creationId xmlns:a16="http://schemas.microsoft.com/office/drawing/2014/main"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a16:creationId xmlns:a16="http://schemas.microsoft.com/office/drawing/2014/main"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a16:creationId xmlns:a16="http://schemas.microsoft.com/office/drawing/2014/main"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42894728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a16:creationId xmlns:a16="http://schemas.microsoft.com/office/drawing/2014/main"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a16:creationId xmlns:a16="http://schemas.microsoft.com/office/drawing/2014/main"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a16:creationId xmlns:a16="http://schemas.microsoft.com/office/drawing/2014/main"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a16:creationId xmlns:a16="http://schemas.microsoft.com/office/drawing/2014/main"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a16:creationId xmlns:a16="http://schemas.microsoft.com/office/drawing/2014/main"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a16:creationId xmlns:a16="http://schemas.microsoft.com/office/drawing/2014/main"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a16:creationId xmlns:a16="http://schemas.microsoft.com/office/drawing/2014/main"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a16:creationId xmlns:a16="http://schemas.microsoft.com/office/drawing/2014/main"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a16:creationId xmlns:a16="http://schemas.microsoft.com/office/drawing/2014/main"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a16:creationId xmlns:a16="http://schemas.microsoft.com/office/drawing/2014/main"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a16:creationId xmlns:a16="http://schemas.microsoft.com/office/drawing/2014/main"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a16:creationId xmlns:a16="http://schemas.microsoft.com/office/drawing/2014/main"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a16:creationId xmlns:a16="http://schemas.microsoft.com/office/drawing/2014/main"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a16:creationId xmlns:a16="http://schemas.microsoft.com/office/drawing/2014/main"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a16:creationId xmlns:a16="http://schemas.microsoft.com/office/drawing/2014/main"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a16:creationId xmlns:a16="http://schemas.microsoft.com/office/drawing/2014/main"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a16:creationId xmlns:a16="http://schemas.microsoft.com/office/drawing/2014/main"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a16:creationId xmlns:a16="http://schemas.microsoft.com/office/drawing/2014/main"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a16:creationId xmlns:a16="http://schemas.microsoft.com/office/drawing/2014/main"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a16:creationId xmlns:a16="http://schemas.microsoft.com/office/drawing/2014/main"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a16:creationId xmlns:a16="http://schemas.microsoft.com/office/drawing/2014/main"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a16:creationId xmlns:a16="http://schemas.microsoft.com/office/drawing/2014/main"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a16:creationId xmlns:a16="http://schemas.microsoft.com/office/drawing/2014/main"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a16:creationId xmlns:a16="http://schemas.microsoft.com/office/drawing/2014/main"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a16:creationId xmlns:a16="http://schemas.microsoft.com/office/drawing/2014/main"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a16:creationId xmlns:a16="http://schemas.microsoft.com/office/drawing/2014/main"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88922836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a16:creationId xmlns:a16="http://schemas.microsoft.com/office/drawing/2014/main"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a16:creationId xmlns:a16="http://schemas.microsoft.com/office/drawing/2014/main"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a16:creationId xmlns:a16="http://schemas.microsoft.com/office/drawing/2014/main"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a16:creationId xmlns:a16="http://schemas.microsoft.com/office/drawing/2014/main"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a16:creationId xmlns:a16="http://schemas.microsoft.com/office/drawing/2014/main"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a16:creationId xmlns:a16="http://schemas.microsoft.com/office/drawing/2014/main"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a16:creationId xmlns:a16="http://schemas.microsoft.com/office/drawing/2014/main"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a16:creationId xmlns:a16="http://schemas.microsoft.com/office/drawing/2014/main"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a16:creationId xmlns:a16="http://schemas.microsoft.com/office/drawing/2014/main"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a16:creationId xmlns:a16="http://schemas.microsoft.com/office/drawing/2014/main"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a16:creationId xmlns:a16="http://schemas.microsoft.com/office/drawing/2014/main"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a16:creationId xmlns:a16="http://schemas.microsoft.com/office/drawing/2014/main"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a16:creationId xmlns:a16="http://schemas.microsoft.com/office/drawing/2014/main"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a16:creationId xmlns:a16="http://schemas.microsoft.com/office/drawing/2014/main"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a16:creationId xmlns:a16="http://schemas.microsoft.com/office/drawing/2014/main"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a16:creationId xmlns:a16="http://schemas.microsoft.com/office/drawing/2014/main"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a16:creationId xmlns:a16="http://schemas.microsoft.com/office/drawing/2014/main"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a16:creationId xmlns:a16="http://schemas.microsoft.com/office/drawing/2014/main"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a16:creationId xmlns:a16="http://schemas.microsoft.com/office/drawing/2014/main"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a16:creationId xmlns:a16="http://schemas.microsoft.com/office/drawing/2014/main"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a16:creationId xmlns:a16="http://schemas.microsoft.com/office/drawing/2014/main"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a16:creationId xmlns:a16="http://schemas.microsoft.com/office/drawing/2014/main"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22311121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a16:creationId xmlns:a16="http://schemas.microsoft.com/office/drawing/2014/main"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a16:creationId xmlns:a16="http://schemas.microsoft.com/office/drawing/2014/main"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a16:creationId xmlns:a16="http://schemas.microsoft.com/office/drawing/2014/main"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a16:creationId xmlns:a16="http://schemas.microsoft.com/office/drawing/2014/main"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a16:creationId xmlns:a16="http://schemas.microsoft.com/office/drawing/2014/main"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a16:creationId xmlns:a16="http://schemas.microsoft.com/office/drawing/2014/main"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a16:creationId xmlns:a16="http://schemas.microsoft.com/office/drawing/2014/main"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a16:creationId xmlns:a16="http://schemas.microsoft.com/office/drawing/2014/main"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a16:creationId xmlns:a16="http://schemas.microsoft.com/office/drawing/2014/main"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a16:creationId xmlns:a16="http://schemas.microsoft.com/office/drawing/2014/main"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a16:creationId xmlns:a16="http://schemas.microsoft.com/office/drawing/2014/main"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a16:creationId xmlns:a16="http://schemas.microsoft.com/office/drawing/2014/main"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a16:creationId xmlns:a16="http://schemas.microsoft.com/office/drawing/2014/main"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a16:creationId xmlns:a16="http://schemas.microsoft.com/office/drawing/2014/main"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a16:creationId xmlns:a16="http://schemas.microsoft.com/office/drawing/2014/main"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a16:creationId xmlns:a16="http://schemas.microsoft.com/office/drawing/2014/main"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a16:creationId xmlns:a16="http://schemas.microsoft.com/office/drawing/2014/main"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a16:creationId xmlns:a16="http://schemas.microsoft.com/office/drawing/2014/main"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a16:creationId xmlns:a16="http://schemas.microsoft.com/office/drawing/2014/main"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a16:creationId xmlns:a16="http://schemas.microsoft.com/office/drawing/2014/main"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a16:creationId xmlns:a16="http://schemas.microsoft.com/office/drawing/2014/main"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a16:creationId xmlns:a16="http://schemas.microsoft.com/office/drawing/2014/main"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a16:creationId xmlns:a16="http://schemas.microsoft.com/office/drawing/2014/main"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a16:creationId xmlns:a16="http://schemas.microsoft.com/office/drawing/2014/main"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78769986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348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a16:creationId xmlns:a16="http://schemas.microsoft.com/office/drawing/2014/main"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a16:creationId xmlns:a16="http://schemas.microsoft.com/office/drawing/2014/main"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a16:creationId xmlns:a16="http://schemas.microsoft.com/office/drawing/2014/main"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a16:creationId xmlns:a16="http://schemas.microsoft.com/office/drawing/2014/main"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a16:creationId xmlns:a16="http://schemas.microsoft.com/office/drawing/2014/main"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a16:creationId xmlns:a16="http://schemas.microsoft.com/office/drawing/2014/main"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a16:creationId xmlns:a16="http://schemas.microsoft.com/office/drawing/2014/main"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a16:creationId xmlns:a16="http://schemas.microsoft.com/office/drawing/2014/main"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a16:creationId xmlns:a16="http://schemas.microsoft.com/office/drawing/2014/main"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a16:creationId xmlns:a16="http://schemas.microsoft.com/office/drawing/2014/main"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a16:creationId xmlns:a16="http://schemas.microsoft.com/office/drawing/2014/main"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a16:creationId xmlns:a16="http://schemas.microsoft.com/office/drawing/2014/main"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a16:creationId xmlns:a16="http://schemas.microsoft.com/office/drawing/2014/main"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a16:creationId xmlns:a16="http://schemas.microsoft.com/office/drawing/2014/main"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a16:creationId xmlns:a16="http://schemas.microsoft.com/office/drawing/2014/main"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a16:creationId xmlns:a16="http://schemas.microsoft.com/office/drawing/2014/main"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a16:creationId xmlns:a16="http://schemas.microsoft.com/office/drawing/2014/main"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a16:creationId xmlns:a16="http://schemas.microsoft.com/office/drawing/2014/main"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a16:creationId xmlns:a16="http://schemas.microsoft.com/office/drawing/2014/main"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67992686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349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a16:creationId xmlns:a16="http://schemas.microsoft.com/office/drawing/2014/main"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a16:creationId xmlns:a16="http://schemas.microsoft.com/office/drawing/2014/main"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a16:creationId xmlns:a16="http://schemas.microsoft.com/office/drawing/2014/main"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a16:creationId xmlns:a16="http://schemas.microsoft.com/office/drawing/2014/main"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a16:creationId xmlns:a16="http://schemas.microsoft.com/office/drawing/2014/main"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a16:creationId xmlns:a16="http://schemas.microsoft.com/office/drawing/2014/main"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a16:creationId xmlns:a16="http://schemas.microsoft.com/office/drawing/2014/main"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a16:creationId xmlns:a16="http://schemas.microsoft.com/office/drawing/2014/main"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a16:creationId xmlns:a16="http://schemas.microsoft.com/office/drawing/2014/main"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a16:creationId xmlns:a16="http://schemas.microsoft.com/office/drawing/2014/main"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a16:creationId xmlns:a16="http://schemas.microsoft.com/office/drawing/2014/main"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a16:creationId xmlns:a16="http://schemas.microsoft.com/office/drawing/2014/main"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a16:creationId xmlns:a16="http://schemas.microsoft.com/office/drawing/2014/main"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a16:creationId xmlns:a16="http://schemas.microsoft.com/office/drawing/2014/main"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a16:creationId xmlns:a16="http://schemas.microsoft.com/office/drawing/2014/main"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a16:creationId xmlns:a16="http://schemas.microsoft.com/office/drawing/2014/main"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a16:creationId xmlns:a16="http://schemas.microsoft.com/office/drawing/2014/main"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a16:creationId xmlns:a16="http://schemas.microsoft.com/office/drawing/2014/main"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a16:creationId xmlns:a16="http://schemas.microsoft.com/office/drawing/2014/main"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a16:creationId xmlns:a16="http://schemas.microsoft.com/office/drawing/2014/main"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a16:creationId xmlns:a16="http://schemas.microsoft.com/office/drawing/2014/main"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a16:creationId xmlns:a16="http://schemas.microsoft.com/office/drawing/2014/main"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a16:creationId xmlns:a16="http://schemas.microsoft.com/office/drawing/2014/main"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a16:creationId xmlns:a16="http://schemas.microsoft.com/office/drawing/2014/main"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a16:creationId xmlns:a16="http://schemas.microsoft.com/office/drawing/2014/main"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a16:creationId xmlns:a16="http://schemas.microsoft.com/office/drawing/2014/main"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a16:creationId xmlns:a16="http://schemas.microsoft.com/office/drawing/2014/main"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109147371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a16:creationId xmlns:a16="http://schemas.microsoft.com/office/drawing/2014/main"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a16:creationId xmlns:a16="http://schemas.microsoft.com/office/drawing/2014/main"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a16:creationId xmlns:a16="http://schemas.microsoft.com/office/drawing/2014/main"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a16:creationId xmlns:a16="http://schemas.microsoft.com/office/drawing/2014/main"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a16:creationId xmlns:a16="http://schemas.microsoft.com/office/drawing/2014/main"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a16:creationId xmlns:a16="http://schemas.microsoft.com/office/drawing/2014/main"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a16:creationId xmlns:a16="http://schemas.microsoft.com/office/drawing/2014/main"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a16:creationId xmlns:a16="http://schemas.microsoft.com/office/drawing/2014/main"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a16:creationId xmlns:a16="http://schemas.microsoft.com/office/drawing/2014/main"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a16:creationId xmlns:a16="http://schemas.microsoft.com/office/drawing/2014/main"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a16:creationId xmlns:a16="http://schemas.microsoft.com/office/drawing/2014/main"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a16:creationId xmlns:a16="http://schemas.microsoft.com/office/drawing/2014/main"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a16:creationId xmlns:a16="http://schemas.microsoft.com/office/drawing/2014/main"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a16:creationId xmlns:a16="http://schemas.microsoft.com/office/drawing/2014/main"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a16:creationId xmlns:a16="http://schemas.microsoft.com/office/drawing/2014/main"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a16:creationId xmlns:a16="http://schemas.microsoft.com/office/drawing/2014/main"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a16:creationId xmlns:a16="http://schemas.microsoft.com/office/drawing/2014/main"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a16:creationId xmlns:a16="http://schemas.microsoft.com/office/drawing/2014/main"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a16:creationId xmlns:a16="http://schemas.microsoft.com/office/drawing/2014/main"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a16:creationId xmlns:a16="http://schemas.microsoft.com/office/drawing/2014/main"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a16:creationId xmlns:a16="http://schemas.microsoft.com/office/drawing/2014/main"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a16:creationId xmlns:a16="http://schemas.microsoft.com/office/drawing/2014/main"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a16:creationId xmlns:a16="http://schemas.microsoft.com/office/drawing/2014/main"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a16:creationId xmlns:a16="http://schemas.microsoft.com/office/drawing/2014/main"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a16:creationId xmlns:a16="http://schemas.microsoft.com/office/drawing/2014/main"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a16:creationId xmlns:a16="http://schemas.microsoft.com/office/drawing/2014/main"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a16:creationId xmlns:a16="http://schemas.microsoft.com/office/drawing/2014/main"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a16:creationId xmlns:a16="http://schemas.microsoft.com/office/drawing/2014/main"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a16:creationId xmlns:a16="http://schemas.microsoft.com/office/drawing/2014/main"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a16:creationId xmlns:a16="http://schemas.microsoft.com/office/drawing/2014/main"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a16:creationId xmlns:a16="http://schemas.microsoft.com/office/drawing/2014/main"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a16:creationId xmlns:a16="http://schemas.microsoft.com/office/drawing/2014/main"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a16:creationId xmlns:a16="http://schemas.microsoft.com/office/drawing/2014/main"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a16:creationId xmlns:a16="http://schemas.microsoft.com/office/drawing/2014/main"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a16:creationId xmlns:a16="http://schemas.microsoft.com/office/drawing/2014/main"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a16:creationId xmlns:a16="http://schemas.microsoft.com/office/drawing/2014/main"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a16:creationId xmlns:a16="http://schemas.microsoft.com/office/drawing/2014/main"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a16:creationId xmlns:a16="http://schemas.microsoft.com/office/drawing/2014/main"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a16:creationId xmlns:a16="http://schemas.microsoft.com/office/drawing/2014/main"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a16:creationId xmlns:a16="http://schemas.microsoft.com/office/drawing/2014/main"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a16:creationId xmlns:a16="http://schemas.microsoft.com/office/drawing/2014/main"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a16:creationId xmlns:a16="http://schemas.microsoft.com/office/drawing/2014/main"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a16:creationId xmlns:a16="http://schemas.microsoft.com/office/drawing/2014/main"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a16:creationId xmlns:a16="http://schemas.microsoft.com/office/drawing/2014/main"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a16:creationId xmlns:a16="http://schemas.microsoft.com/office/drawing/2014/main"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a16:creationId xmlns:a16="http://schemas.microsoft.com/office/drawing/2014/main"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a16:creationId xmlns:a16="http://schemas.microsoft.com/office/drawing/2014/main"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a16:creationId xmlns:a16="http://schemas.microsoft.com/office/drawing/2014/main"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a16:creationId xmlns:a16="http://schemas.microsoft.com/office/drawing/2014/main"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a16:creationId xmlns:a16="http://schemas.microsoft.com/office/drawing/2014/main"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p14:creationId xmlns:p14="http://schemas.microsoft.com/office/powerpoint/2010/main" val="376133733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a16:creationId xmlns:a16="http://schemas.microsoft.com/office/drawing/2014/main"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a16:creationId xmlns:a16="http://schemas.microsoft.com/office/drawing/2014/main"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a16:creationId xmlns:a16="http://schemas.microsoft.com/office/drawing/2014/main"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a16:creationId xmlns:a16="http://schemas.microsoft.com/office/drawing/2014/main"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a16:creationId xmlns:a16="http://schemas.microsoft.com/office/drawing/2014/main"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a16:creationId xmlns:a16="http://schemas.microsoft.com/office/drawing/2014/main"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a16:creationId xmlns:a16="http://schemas.microsoft.com/office/drawing/2014/main"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a16:creationId xmlns:a16="http://schemas.microsoft.com/office/drawing/2014/main"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a16:creationId xmlns:a16="http://schemas.microsoft.com/office/drawing/2014/main"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a16:creationId xmlns:a16="http://schemas.microsoft.com/office/drawing/2014/main"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a16:creationId xmlns:a16="http://schemas.microsoft.com/office/drawing/2014/main"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a16:creationId xmlns:a16="http://schemas.microsoft.com/office/drawing/2014/main"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a16:creationId xmlns:a16="http://schemas.microsoft.com/office/drawing/2014/main"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a16:creationId xmlns:a16="http://schemas.microsoft.com/office/drawing/2014/main"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a16:creationId xmlns:a16="http://schemas.microsoft.com/office/drawing/2014/main"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a16:creationId xmlns:a16="http://schemas.microsoft.com/office/drawing/2014/main"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a16:creationId xmlns:a16="http://schemas.microsoft.com/office/drawing/2014/main"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a16:creationId xmlns:a16="http://schemas.microsoft.com/office/drawing/2014/main"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a16:creationId xmlns:a16="http://schemas.microsoft.com/office/drawing/2014/main"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a16:creationId xmlns:a16="http://schemas.microsoft.com/office/drawing/2014/main"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a16:creationId xmlns:a16="http://schemas.microsoft.com/office/drawing/2014/main"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a16:creationId xmlns:a16="http://schemas.microsoft.com/office/drawing/2014/main"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a16:creationId xmlns:a16="http://schemas.microsoft.com/office/drawing/2014/main"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a16:creationId xmlns:a16="http://schemas.microsoft.com/office/drawing/2014/main"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a16:creationId xmlns:a16="http://schemas.microsoft.com/office/drawing/2014/main"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a16:creationId xmlns:a16="http://schemas.microsoft.com/office/drawing/2014/main"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a16:creationId xmlns:a16="http://schemas.microsoft.com/office/drawing/2014/main"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a16:creationId xmlns:a16="http://schemas.microsoft.com/office/drawing/2014/main"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a16:creationId xmlns:a16="http://schemas.microsoft.com/office/drawing/2014/main"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a16:creationId xmlns:a16="http://schemas.microsoft.com/office/drawing/2014/main"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a16:creationId xmlns:a16="http://schemas.microsoft.com/office/drawing/2014/main"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a16:creationId xmlns:a16="http://schemas.microsoft.com/office/drawing/2014/main"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a16:creationId xmlns:a16="http://schemas.microsoft.com/office/drawing/2014/main"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a16:creationId xmlns:a16="http://schemas.microsoft.com/office/drawing/2014/main"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a16:creationId xmlns:a16="http://schemas.microsoft.com/office/drawing/2014/main"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a16:creationId xmlns:a16="http://schemas.microsoft.com/office/drawing/2014/main"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a16:creationId xmlns:a16="http://schemas.microsoft.com/office/drawing/2014/main"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a16:creationId xmlns:a16="http://schemas.microsoft.com/office/drawing/2014/main"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a16:creationId xmlns:a16="http://schemas.microsoft.com/office/drawing/2014/main"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a16:creationId xmlns:a16="http://schemas.microsoft.com/office/drawing/2014/main"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a16:creationId xmlns:a16="http://schemas.microsoft.com/office/drawing/2014/main"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a16:creationId xmlns:a16="http://schemas.microsoft.com/office/drawing/2014/main"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a16:creationId xmlns:a16="http://schemas.microsoft.com/office/drawing/2014/main"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a16:creationId xmlns:a16="http://schemas.microsoft.com/office/drawing/2014/main"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a16:creationId xmlns:a16="http://schemas.microsoft.com/office/drawing/2014/main"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a16:creationId xmlns:a16="http://schemas.microsoft.com/office/drawing/2014/main"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a16:creationId xmlns:a16="http://schemas.microsoft.com/office/drawing/2014/main"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a16:creationId xmlns:a16="http://schemas.microsoft.com/office/drawing/2014/main"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a16:creationId xmlns:a16="http://schemas.microsoft.com/office/drawing/2014/main"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a16:creationId xmlns:a16="http://schemas.microsoft.com/office/drawing/2014/main"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a16:creationId xmlns:a16="http://schemas.microsoft.com/office/drawing/2014/main"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a16:creationId xmlns:a16="http://schemas.microsoft.com/office/drawing/2014/main"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a16:creationId xmlns:a16="http://schemas.microsoft.com/office/drawing/2014/main"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a16:creationId xmlns:a16="http://schemas.microsoft.com/office/drawing/2014/main"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a16:creationId xmlns:a16="http://schemas.microsoft.com/office/drawing/2014/main"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a16:creationId xmlns:a16="http://schemas.microsoft.com/office/drawing/2014/main"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a16:creationId xmlns:a16="http://schemas.microsoft.com/office/drawing/2014/main"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a16:creationId xmlns:a16="http://schemas.microsoft.com/office/drawing/2014/main"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a16:creationId xmlns:a16="http://schemas.microsoft.com/office/drawing/2014/main"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a16:creationId xmlns:a16="http://schemas.microsoft.com/office/drawing/2014/main"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a16:creationId xmlns:a16="http://schemas.microsoft.com/office/drawing/2014/main"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a16:creationId xmlns:a16="http://schemas.microsoft.com/office/drawing/2014/main"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a16:creationId xmlns:a16="http://schemas.microsoft.com/office/drawing/2014/main"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a16:creationId xmlns:a16="http://schemas.microsoft.com/office/drawing/2014/main"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a16:creationId xmlns:a16="http://schemas.microsoft.com/office/drawing/2014/main"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9098514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a16:creationId xmlns:a16="http://schemas.microsoft.com/office/drawing/2014/main"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a16:creationId xmlns:a16="http://schemas.microsoft.com/office/drawing/2014/main"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a16:creationId xmlns:a16="http://schemas.microsoft.com/office/drawing/2014/main"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a16:creationId xmlns:a16="http://schemas.microsoft.com/office/drawing/2014/main"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a16:creationId xmlns:a16="http://schemas.microsoft.com/office/drawing/2014/main"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a16:creationId xmlns:a16="http://schemas.microsoft.com/office/drawing/2014/main"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a16:creationId xmlns:a16="http://schemas.microsoft.com/office/drawing/2014/main"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a16:creationId xmlns:a16="http://schemas.microsoft.com/office/drawing/2014/main"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a16:creationId xmlns:a16="http://schemas.microsoft.com/office/drawing/2014/main"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a16:creationId xmlns:a16="http://schemas.microsoft.com/office/drawing/2014/main"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a16:creationId xmlns:a16="http://schemas.microsoft.com/office/drawing/2014/main"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a16:creationId xmlns:a16="http://schemas.microsoft.com/office/drawing/2014/main"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a16:creationId xmlns:a16="http://schemas.microsoft.com/office/drawing/2014/main"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a16:creationId xmlns:a16="http://schemas.microsoft.com/office/drawing/2014/main"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a16:creationId xmlns:a16="http://schemas.microsoft.com/office/drawing/2014/main"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a16:creationId xmlns:a16="http://schemas.microsoft.com/office/drawing/2014/main"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a16:creationId xmlns:a16="http://schemas.microsoft.com/office/drawing/2014/main"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a16:creationId xmlns:a16="http://schemas.microsoft.com/office/drawing/2014/main"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a16:creationId xmlns:a16="http://schemas.microsoft.com/office/drawing/2014/main"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a16:creationId xmlns:a16="http://schemas.microsoft.com/office/drawing/2014/main"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a16:creationId xmlns:a16="http://schemas.microsoft.com/office/drawing/2014/main"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a16:creationId xmlns:a16="http://schemas.microsoft.com/office/drawing/2014/main"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a16:creationId xmlns:a16="http://schemas.microsoft.com/office/drawing/2014/main"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a16:creationId xmlns:a16="http://schemas.microsoft.com/office/drawing/2014/main"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a16:creationId xmlns:a16="http://schemas.microsoft.com/office/drawing/2014/main"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a16:creationId xmlns:a16="http://schemas.microsoft.com/office/drawing/2014/main"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a16:creationId xmlns:a16="http://schemas.microsoft.com/office/drawing/2014/main"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a16:creationId xmlns:a16="http://schemas.microsoft.com/office/drawing/2014/main"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013352158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a16:creationId xmlns:a16="http://schemas.microsoft.com/office/drawing/2014/main"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a16:creationId xmlns:a16="http://schemas.microsoft.com/office/drawing/2014/main"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a16:creationId xmlns:a16="http://schemas.microsoft.com/office/drawing/2014/main"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a16:creationId xmlns:a16="http://schemas.microsoft.com/office/drawing/2014/main"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a16:creationId xmlns:a16="http://schemas.microsoft.com/office/drawing/2014/main"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a16:creationId xmlns:a16="http://schemas.microsoft.com/office/drawing/2014/main"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a16:creationId xmlns:a16="http://schemas.microsoft.com/office/drawing/2014/main"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027913876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a16:creationId xmlns:a16="http://schemas.microsoft.com/office/drawing/2014/main"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a16:creationId xmlns:a16="http://schemas.microsoft.com/office/drawing/2014/main"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a16:creationId xmlns:a16="http://schemas.microsoft.com/office/drawing/2014/main"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a16:creationId xmlns:a16="http://schemas.microsoft.com/office/drawing/2014/main"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a16:creationId xmlns:a16="http://schemas.microsoft.com/office/drawing/2014/main"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a16:creationId xmlns:a16="http://schemas.microsoft.com/office/drawing/2014/main"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a16:creationId xmlns:a16="http://schemas.microsoft.com/office/drawing/2014/main"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a16:creationId xmlns:a16="http://schemas.microsoft.com/office/drawing/2014/main"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a16:creationId xmlns:a16="http://schemas.microsoft.com/office/drawing/2014/main"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a16:creationId xmlns:a16="http://schemas.microsoft.com/office/drawing/2014/main"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a16:creationId xmlns:a16="http://schemas.microsoft.com/office/drawing/2014/main"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a16:creationId xmlns:a16="http://schemas.microsoft.com/office/drawing/2014/main"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a16:creationId xmlns:a16="http://schemas.microsoft.com/office/drawing/2014/main"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a16:creationId xmlns:a16="http://schemas.microsoft.com/office/drawing/2014/main"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a16:creationId xmlns:a16="http://schemas.microsoft.com/office/drawing/2014/main"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a16:creationId xmlns:a16="http://schemas.microsoft.com/office/drawing/2014/main"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a16:creationId xmlns:a16="http://schemas.microsoft.com/office/drawing/2014/main"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a16:creationId xmlns:a16="http://schemas.microsoft.com/office/drawing/2014/main"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a16:creationId xmlns:a16="http://schemas.microsoft.com/office/drawing/2014/main"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a16:creationId xmlns:a16="http://schemas.microsoft.com/office/drawing/2014/main"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a16:creationId xmlns:a16="http://schemas.microsoft.com/office/drawing/2014/main"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a16:creationId xmlns:a16="http://schemas.microsoft.com/office/drawing/2014/main"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a16:creationId xmlns:a16="http://schemas.microsoft.com/office/drawing/2014/main"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a16:creationId xmlns:a16="http://schemas.microsoft.com/office/drawing/2014/main"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a16:creationId xmlns:a16="http://schemas.microsoft.com/office/drawing/2014/main"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a16:creationId xmlns:a16="http://schemas.microsoft.com/office/drawing/2014/main"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507703623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a16:creationId xmlns:a16="http://schemas.microsoft.com/office/drawing/2014/main"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a16:creationId xmlns:a16="http://schemas.microsoft.com/office/drawing/2014/main"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a16:creationId xmlns:a16="http://schemas.microsoft.com/office/drawing/2014/main"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a16:creationId xmlns:a16="http://schemas.microsoft.com/office/drawing/2014/main"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a16:creationId xmlns:a16="http://schemas.microsoft.com/office/drawing/2014/main"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a16:creationId xmlns:a16="http://schemas.microsoft.com/office/drawing/2014/main"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a16:creationId xmlns:a16="http://schemas.microsoft.com/office/drawing/2014/main"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a16:creationId xmlns:a16="http://schemas.microsoft.com/office/drawing/2014/main"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a16:creationId xmlns:a16="http://schemas.microsoft.com/office/drawing/2014/main"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a16:creationId xmlns:a16="http://schemas.microsoft.com/office/drawing/2014/main"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a16:creationId xmlns:a16="http://schemas.microsoft.com/office/drawing/2014/main"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a16:creationId xmlns:a16="http://schemas.microsoft.com/office/drawing/2014/main"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a16:creationId xmlns:a16="http://schemas.microsoft.com/office/drawing/2014/main"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a16:creationId xmlns:a16="http://schemas.microsoft.com/office/drawing/2014/main"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a16:creationId xmlns:a16="http://schemas.microsoft.com/office/drawing/2014/main"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a16:creationId xmlns:a16="http://schemas.microsoft.com/office/drawing/2014/main"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a16:creationId xmlns:a16="http://schemas.microsoft.com/office/drawing/2014/main"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a16:creationId xmlns:a16="http://schemas.microsoft.com/office/drawing/2014/main"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a16:creationId xmlns:a16="http://schemas.microsoft.com/office/drawing/2014/main"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a16:creationId xmlns:a16="http://schemas.microsoft.com/office/drawing/2014/main"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a16:creationId xmlns:a16="http://schemas.microsoft.com/office/drawing/2014/main"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a16:creationId xmlns:a16="http://schemas.microsoft.com/office/drawing/2014/main"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26706</TotalTime>
  <Words>50693</Words>
  <Application>Microsoft Office PowerPoint</Application>
  <PresentationFormat>ワイド画面</PresentationFormat>
  <Paragraphs>22988</Paragraphs>
  <Slides>355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355</vt:i4>
      </vt:variant>
    </vt:vector>
  </HeadingPairs>
  <TitlesOfParts>
    <vt:vector size="375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XX</vt:lpstr>
      <vt:lpstr>XX</vt:lpstr>
      <vt:lpstr>PowerPoint プレゼンテーション</vt:lpstr>
      <vt:lpstr>XX</vt:lpstr>
      <vt:lpstr>XX</vt:lpstr>
      <vt:lpstr>XX</vt:lpstr>
      <vt:lpstr>XX XX</vt:lpstr>
      <vt:lpstr>XX</vt:lpstr>
      <vt:lpstr>XX</vt:lpstr>
      <vt:lpstr>XX</vt:lpstr>
      <vt:lpstr>XX</vt:lpstr>
      <vt:lpstr>XX</vt:lpstr>
      <vt:lpstr>XX</vt:lpstr>
      <vt:lpstr>XX</vt:lpstr>
      <vt:lpstr>XX</vt:lpstr>
      <vt:lpstr>XXXXXX</vt:lpstr>
      <vt:lpstr>XX</vt:lpstr>
      <vt:lpstr>XX</vt:lpstr>
      <vt:lpstr>(参考) XX</vt:lpstr>
      <vt:lpstr>(参考) XX</vt:lpstr>
      <vt:lpstr>XX</vt:lpstr>
      <vt:lpstr>XXDX</vt:lpstr>
      <vt:lpstr>XX</vt:lpstr>
      <vt:lpstr>XX XXXX</vt:lpstr>
      <vt:lpstr>XX</vt:lpstr>
      <vt:lpstr>XX</vt:lpstr>
      <vt:lpstr>XX XX</vt:lpstr>
      <vt:lpstr>XX XX</vt:lpstr>
      <vt:lpstr>XX XX</vt:lpstr>
      <vt:lpstr>XX XX</vt:lpstr>
      <vt:lpstr>XX XX</vt:lpstr>
      <vt:lpstr>XX XX)XXAIXX</vt:lpstr>
      <vt:lpstr>XX</vt:lpstr>
      <vt:lpstr>XX</vt:lpstr>
      <vt:lpstr>XX</vt:lpstr>
      <vt:lpstr>XX XX</vt:lpstr>
      <vt:lpstr>XX</vt:lpstr>
      <vt:lpstr>XX</vt:lpstr>
      <vt:lpstr>XXXX</vt:lpstr>
      <vt:lpstr>XXXX(XX</vt:lpstr>
      <vt:lpstr>XX</vt:lpstr>
      <vt:lpstr>DXXX</vt:lpstr>
      <vt:lpstr>XXXXXXXX(XX/ XX)</vt:lpstr>
      <vt:lpstr>XX XX</vt:lpstr>
      <vt:lpstr>XX</vt:lpstr>
      <vt:lpstr>XX XX</vt:lpstr>
      <vt:lpstr>XX XX</vt:lpstr>
      <vt:lpstr>XX</vt:lpstr>
      <vt:lpstr>XX XX</vt:lpstr>
      <vt:lpstr>XX</vt:lpstr>
      <vt:lpstr>XX</vt:lpstr>
      <vt:lpstr>XX</vt:lpstr>
      <vt:lpstr>XX</vt:lpstr>
      <vt:lpstr>XXBIXX XX</vt:lpstr>
      <vt:lpstr>PowerPoint プレゼンテーション</vt:lpstr>
      <vt:lpstr>XXXX XX</vt:lpstr>
      <vt:lpstr>XXXX</vt:lpstr>
      <vt:lpstr>XX</vt:lpstr>
      <vt:lpstr>XX</vt:lpstr>
      <vt:lpstr>XX</vt:lpstr>
      <vt:lpstr>XX XX</vt:lpstr>
      <vt:lpstr>XX</vt:lpstr>
      <vt:lpstr>XX</vt:lpstr>
      <vt:lpstr>XX</vt:lpstr>
      <vt:lpstr>XX</vt:lpstr>
      <vt:lpstr>PowerPoint プレゼンテーション</vt:lpstr>
      <vt:lpstr>XXXX  XXXX(XX)</vt:lpstr>
      <vt:lpstr>【XX】XX</vt:lpstr>
      <vt:lpstr>【XXXXXX(XX)</vt:lpstr>
      <vt:lpstr>XX</vt:lpstr>
      <vt:lpstr>XX: XX</vt:lpstr>
      <vt:lpstr>XXXX XX XXXX(XX)</vt:lpstr>
      <vt:lpstr>XX</vt:lpstr>
      <vt:lpstr>XX</vt:lpstr>
      <vt:lpstr>PowerPoint プレゼンテーション</vt:lpstr>
      <vt:lpstr>PowerPoint プレゼンテーション</vt:lpstr>
      <vt:lpstr>XXXX</vt:lpstr>
      <vt:lpstr>XX XX(XX) XX</vt:lpstr>
      <vt:lpstr>PowerPoint プレゼンテーション</vt:lpstr>
      <vt:lpstr>XX XXXXXX</vt:lpstr>
      <vt:lpstr>XX XXXXXX</vt:lpstr>
      <vt:lpstr>XX XXXXXXXX</vt:lpstr>
      <vt:lpstr>XX XX</vt:lpstr>
      <vt:lpstr>XX</vt:lpstr>
      <vt:lpstr>XX XX</vt:lpstr>
      <vt:lpstr>XXXX XX</vt:lpstr>
      <vt:lpstr>XXXX XX</vt:lpstr>
      <vt:lpstr>XX(XX/XX)</vt:lpstr>
      <vt:lpstr>XXXX XX</vt:lpstr>
      <vt:lpstr>XXXX XXXX</vt:lpstr>
      <vt:lpstr>XX</vt:lpstr>
      <vt:lpstr>AIXXXXXX</vt:lpstr>
      <vt:lpstr>XX</vt:lpstr>
      <vt:lpstr>XX</vt:lpstr>
      <vt:lpstr>PowerPoint プレゼンテーション</vt:lpstr>
      <vt:lpstr>PowerPoint プレゼンテーション</vt:lpstr>
      <vt:lpstr>XX XXXXXX</vt:lpstr>
      <vt:lpstr>XXXX</vt:lpstr>
      <vt:lpstr>XX</vt:lpstr>
      <vt:lpstr>XX/XX</vt:lpstr>
      <vt:lpstr>XX</vt:lpstr>
      <vt:lpstr>XX</vt:lpstr>
      <vt:lpstr>XX</vt:lpstr>
      <vt:lpstr>XX</vt:lpstr>
      <vt:lpstr>XX</vt:lpstr>
      <vt:lpstr>XX/XX</vt:lpstr>
      <vt:lpstr>XX</vt:lpstr>
      <vt:lpstr>XX</vt:lpstr>
      <vt:lpstr>XX</vt:lpstr>
      <vt:lpstr>XX</vt:lpstr>
      <vt:lpstr>XX</vt:lpstr>
      <vt:lpstr>XX</vt:lpstr>
      <vt:lpstr>XX</vt:lpstr>
      <vt:lpstr>XX</vt:lpstr>
      <vt:lpstr>XX</vt:lpstr>
      <vt:lpstr>XX</vt:lpstr>
      <vt:lpstr>XXXXXXXX</vt:lpstr>
      <vt:lpstr>OKRXX</vt:lpstr>
      <vt:lpstr>XXXX</vt:lpstr>
      <vt:lpstr>XX</vt:lpstr>
      <vt:lpstr>XX</vt:lpstr>
      <vt:lpstr>XXXX</vt:lpstr>
      <vt:lpstr>【XX】XX/XX XX</vt:lpstr>
      <vt:lpstr>【XX】XX/ XX XX</vt:lpstr>
      <vt:lpstr>【XX】XX/XX XX</vt:lpstr>
      <vt:lpstr>XX</vt:lpstr>
      <vt:lpstr>XXXXXXXX</vt:lpstr>
      <vt:lpstr>XXXX XXDXXXXXXXXX</vt:lpstr>
      <vt:lpstr>XXPLXX</vt:lpstr>
      <vt:lpstr>AIXX</vt:lpstr>
      <vt:lpstr>XXXXXX(XX</vt:lpstr>
      <vt:lpstr>XX XX</vt:lpstr>
      <vt:lpstr>XX/XX XX</vt:lpstr>
      <vt:lpstr>XX/XX XX</vt:lpstr>
      <vt:lpstr>XX(XXXX) </vt:lpstr>
      <vt:lpstr>XX(XXXX) </vt:lpstr>
      <vt:lpstr>XX</vt:lpstr>
      <vt:lpstr>XX</vt:lpstr>
      <vt:lpstr>XX (XX) XX</vt:lpstr>
      <vt:lpstr>XX</vt:lpstr>
      <vt:lpstr>XX</vt:lpstr>
      <vt:lpstr>XX XX</vt:lpstr>
      <vt:lpstr>XX XX</vt:lpstr>
      <vt:lpstr>XX</vt:lpstr>
      <vt:lpstr>AIXXXXXX</vt:lpstr>
      <vt:lpstr>PowerPoint プレゼンテーション</vt:lpstr>
      <vt:lpstr>XX</vt:lpstr>
      <vt:lpstr>XX</vt:lpstr>
      <vt:lpstr>XXDXXX</vt:lpstr>
      <vt:lpstr>XXXX: XX</vt:lpstr>
      <vt:lpstr>XXXX</vt:lpstr>
      <vt:lpstr>XX</vt:lpstr>
      <vt:lpstr>PowerPoint プレゼンテーション</vt:lpstr>
      <vt:lpstr>PowerPoint プレゼンテーション</vt:lpstr>
      <vt:lpstr>PowerPoint プレゼンテーション</vt:lpstr>
      <vt:lpstr>XX</vt:lpstr>
      <vt:lpstr>XX XX(XX) XX</vt:lpstr>
      <vt:lpstr>XXXX</vt:lpstr>
      <vt:lpstr>XX</vt:lpstr>
      <vt:lpstr> XX</vt:lpstr>
      <vt:lpstr>XX XX</vt:lpstr>
      <vt:lpstr>XX XX</vt:lpstr>
      <vt:lpstr>XX/XX XX</vt:lpstr>
      <vt:lpstr>XX</vt:lpstr>
      <vt:lpstr>XX XX</vt:lpstr>
      <vt:lpstr>XXXX XX</vt:lpstr>
      <vt:lpstr>XXXX XX</vt:lpstr>
      <vt:lpstr>XX(XX/XX)</vt:lpstr>
      <vt:lpstr>XX(XXXX) </vt:lpstr>
      <vt:lpstr>XXXX XX</vt:lpstr>
      <vt:lpstr>XXXX XXXX</vt:lpstr>
      <vt:lpstr>XX</vt:lpstr>
      <vt:lpstr>XX</vt:lpstr>
      <vt:lpstr>XX</vt:lpstr>
      <vt:lpstr>XX (XX) XX</vt:lpstr>
      <vt:lpstr>XX</vt:lpstr>
      <vt:lpstr>XX</vt:lpstr>
      <vt:lpstr>XXXXXX(XX</vt:lpstr>
      <vt:lpstr>XX XX</vt:lpstr>
      <vt:lpstr>XX XX</vt:lpstr>
      <vt:lpstr>XX</vt:lpstr>
      <vt:lpstr>AIXXXXXX</vt:lpstr>
      <vt:lpstr>PowerPoint プレゼンテーション</vt:lpstr>
      <vt:lpstr>PowerPoint プレゼンテーション</vt:lpstr>
      <vt:lpstr>XX</vt:lpstr>
      <vt:lpstr>XX</vt:lpstr>
      <vt:lpstr>XXXX</vt:lpstr>
      <vt:lpstr>XXXXXXXXXXXX) </vt:lpstr>
      <vt:lpstr>XX</vt:lpstr>
      <vt:lpstr>XXXX XXXXXX) XXXXXX</vt:lpstr>
      <vt:lpstr>XXXXXXXX) XX</vt:lpstr>
      <vt:lpstr>XXXX XXXXXX</vt:lpstr>
      <vt:lpstr>XXXX XXXXXX) XXXXXX</vt:lpstr>
      <vt:lpstr>XXXX(XX) XXPLXXXXXX×XXXX</vt:lpstr>
      <vt:lpstr>XXXX XXXXXXXXXX</vt:lpstr>
      <vt:lpstr>XXXX XX×XXXXXXXXXX</vt:lpstr>
      <vt:lpstr>XXXXAIXX XXAIXX</vt:lpstr>
      <vt:lpstr>XXXX XXXXXXXXXX</vt:lpstr>
      <vt:lpstr>XX</vt:lpstr>
      <vt:lpstr>XX</vt:lpstr>
      <vt:lpstr>XX</vt:lpstr>
      <vt:lpstr>XX</vt:lpstr>
      <vt:lpstr>XX</vt:lpstr>
      <vt:lpstr>XXXX</vt:lpstr>
      <vt:lpstr>XX</vt:lpstr>
      <vt:lpstr>XXXX：XX XX</vt:lpstr>
      <vt:lpstr>XX :XX XX</vt:lpstr>
      <vt:lpstr>XXDXXX XX</vt:lpstr>
      <vt:lpstr>XXDXXX: XX XXXXXX</vt:lpstr>
      <vt:lpstr>XXDXXX: XX XXXXXXXXXX</vt:lpstr>
      <vt:lpstr>XXDXXXXXXXXX） XXXXXXKPIXX</vt:lpstr>
      <vt:lpstr>XXXXXXXXXX)</vt:lpstr>
      <vt:lpstr>XX XXXXXX</vt:lpstr>
      <vt:lpstr>XXXXXX XXXXXX</vt:lpstr>
      <vt:lpstr>XX XXXXXXXXXX(XXXX XX) </vt:lpstr>
      <vt:lpstr>XXXXXXXXXX) XX XXXXXX</vt:lpstr>
      <vt:lpstr>XXXXXXXXXXXX XXXXXX</vt:lpstr>
      <vt:lpstr>XXDXXX XXXXXXXXXXXX(XX: XXXXXXXXXXXX)</vt:lpstr>
      <vt:lpstr>XX</vt:lpstr>
      <vt:lpstr>XX</vt:lpstr>
      <vt:lpstr>XX</vt:lpstr>
      <vt:lpstr>XX</vt:lpstr>
      <vt:lpstr>XX XXXX』XXXXXX</vt:lpstr>
      <vt:lpstr>XX</vt:lpstr>
      <vt:lpstr>XX</vt:lpstr>
      <vt:lpstr>XX/XX/XX</vt:lpstr>
      <vt:lpstr>XXXXXX</vt:lpstr>
      <vt:lpstr>XX</vt:lpstr>
      <vt:lpstr>XX</vt:lpstr>
      <vt:lpstr>XX / XX / XX</vt:lpstr>
      <vt:lpstr>XX</vt:lpstr>
      <vt:lpstr>参考) XXXXXX</vt:lpstr>
      <vt:lpstr>XX XX / XX (XXXX)</vt:lpstr>
      <vt:lpstr>XX XX</vt:lpstr>
      <vt:lpstr>XX XX</vt:lpstr>
      <vt:lpstr>KPIXXROI</vt:lpstr>
      <vt:lpstr>XXXXXXXXXXXXXX</vt:lpstr>
      <vt:lpstr>XX</vt:lpstr>
      <vt:lpstr>XXXXXXXXXX</vt:lpstr>
      <vt:lpstr>XXXXXXXXXXXX</vt:lpstr>
      <vt:lpstr>XX XXDXXXXX</vt:lpstr>
      <vt:lpstr>XXXX</vt:lpstr>
      <vt:lpstr>XXXXXXXXKPIXXKPI</vt:lpstr>
      <vt:lpstr>XX XX</vt:lpstr>
      <vt:lpstr>XX</vt:lpstr>
      <vt:lpstr>DXXX</vt:lpstr>
      <vt:lpstr>XXXXXX</vt:lpstr>
      <vt:lpstr>XX XXXXXX</vt:lpstr>
      <vt:lpstr>XXXX</vt:lpstr>
      <vt:lpstr>XX XX  XX</vt:lpstr>
      <vt:lpstr>XXXX XX</vt:lpstr>
      <vt:lpstr>XXXX XX</vt:lpstr>
      <vt:lpstr>XXXXXXXXXXXX、XXXX(XX)</vt:lpstr>
      <vt:lpstr>XX</vt:lpstr>
      <vt:lpstr>XX</vt:lpstr>
      <vt:lpstr>XXXXXXXX</vt:lpstr>
      <vt:lpstr>XXXX(XX× XX)</vt:lpstr>
      <vt:lpstr>XXXXXX</vt:lpstr>
      <vt:lpstr>XX</vt:lpstr>
      <vt:lpstr>XXXXXX) </vt:lpstr>
      <vt:lpstr> XX</vt:lpstr>
      <vt:lpstr>XX</vt:lpstr>
      <vt:lpstr> XX</vt:lpstr>
      <vt:lpstr>XX</vt:lpstr>
      <vt:lpstr>XX</vt:lpstr>
      <vt:lpstr>AIXX</vt:lpstr>
      <vt:lpstr>AIXX</vt:lpstr>
      <vt:lpstr>XXAIXX XXAIXX(XX)XX</vt:lpstr>
      <vt:lpstr>XX XXXX(XX: XX)</vt:lpstr>
      <vt:lpstr>(XX) XX XX/XXXXXX</vt:lpstr>
      <vt:lpstr>XXXX) XX XX/ XXXXXX/ XX</vt:lpstr>
      <vt:lpstr>XXXX) XX XXXXXX</vt:lpstr>
      <vt:lpstr>XXXX) XX XX</vt:lpstr>
      <vt:lpstr>XX</vt:lpstr>
      <vt:lpstr>XX XX</vt:lpstr>
      <vt:lpstr>XX XX(XX) XX(XX) XX</vt:lpstr>
      <vt:lpstr>XX(XX× XX/ XX) XX= XX(XXXXXX(XX)</vt:lpstr>
      <vt:lpstr>XXXX</vt:lpstr>
      <vt:lpstr>XX</vt:lpstr>
      <vt:lpstr>XXXX XX</vt:lpstr>
      <vt:lpstr>XXXX XX</vt:lpstr>
      <vt:lpstr>XXXX XX/XX</vt:lpstr>
      <vt:lpstr>XXXX XX</vt:lpstr>
      <vt:lpstr>XXXX</vt:lpstr>
      <vt:lpstr>DXXXXXXX XXXX)</vt:lpstr>
      <vt:lpstr>XX</vt:lpstr>
      <vt:lpstr>XX</vt:lpstr>
      <vt:lpstr>XX(XX)</vt:lpstr>
      <vt:lpstr>XX(XX)</vt:lpstr>
      <vt:lpstr>XX</vt:lpstr>
      <vt:lpstr>XX</vt:lpstr>
      <vt:lpstr>XX</vt:lpstr>
      <vt:lpstr>XXDXXX</vt:lpstr>
      <vt:lpstr>XXXX</vt:lpstr>
      <vt:lpstr>XXXX</vt:lpstr>
      <vt:lpstr>XX</vt:lpstr>
      <vt:lpstr>XX</vt:lpstr>
      <vt:lpstr>XX</vt:lpstr>
      <vt:lpstr>XXXX</vt:lpstr>
      <vt:lpstr>XXXX</vt:lpstr>
      <vt:lpstr>XXXX</vt:lpstr>
      <vt:lpstr>XXXX例</vt:lpstr>
      <vt:lpstr>XXXX）</vt:lpstr>
      <vt:lpstr>XXXX）</vt:lpstr>
      <vt:lpstr>XX</vt:lpstr>
      <vt:lpstr>XX</vt:lpstr>
      <vt:lpstr>XX</vt:lpstr>
      <vt:lpstr>XX</vt:lpstr>
      <vt:lpstr>XXXXXX</vt:lpstr>
      <vt:lpstr>XX XX</vt:lpstr>
      <vt:lpstr>XX</vt:lpstr>
      <vt:lpstr>XX</vt:lpstr>
      <vt:lpstr>XX</vt:lpstr>
      <vt:lpstr>XXXXXXXX</vt:lpstr>
      <vt:lpstr>XX/ XX</vt:lpstr>
      <vt:lpstr>XXXX</vt:lpstr>
      <vt:lpstr>XX XX</vt:lpstr>
      <vt:lpstr>XX</vt:lpstr>
      <vt:lpstr>XXXX</vt:lpstr>
      <vt:lpstr>XXXX</vt:lpstr>
      <vt:lpstr>XX XXXXXX</vt:lpstr>
      <vt:lpstr>XX : XX (XX)</vt:lpstr>
      <vt:lpstr>XX</vt:lpstr>
      <vt:lpstr>XXXXXX</vt:lpstr>
      <vt:lpstr>PowerPoint プレゼンテーション</vt:lpstr>
      <vt:lpstr>XXXX</vt:lpstr>
      <vt:lpstr>XX XX</vt:lpstr>
      <vt:lpstr>XX XX</vt:lpstr>
      <vt:lpstr>XXXXXXXX</vt:lpstr>
      <vt:lpstr>XXXX XXDXXXXXXXXX</vt:lpstr>
      <vt:lpstr>XXPLXX</vt:lpstr>
      <vt:lpstr>XX</vt:lpstr>
      <vt:lpstr>【XX】XX/XX XX</vt:lpstr>
      <vt:lpstr>【XX】XX/ XX XX</vt:lpstr>
      <vt:lpstr>【XX】XX/XX XX</vt:lpstr>
      <vt:lpstr>XX</vt:lpstr>
      <vt:lpstr>XXXX</vt:lpstr>
      <vt:lpstr>OKRXX</vt:lpstr>
      <vt:lpstr>XXXX</vt:lpstr>
      <vt:lpstr>XX</vt:lpstr>
      <vt:lpstr>XX</vt:lpstr>
      <vt:lpstr>XX</vt:lpstr>
      <vt:lpstr>XXXX</vt:lpstr>
      <vt:lpstr>XX</vt:lpstr>
      <vt:lpstr>XX</vt:lpstr>
      <vt:lpstr>XX</vt:lpstr>
      <vt:lpstr>XX</vt:lpstr>
      <vt:lpstr>XX</vt:lpstr>
      <vt:lpstr>XX</vt:lpstr>
      <vt:lpstr>XX(XX) XX</vt:lpstr>
      <vt:lpstr>XX</vt:lpstr>
      <vt:lpstr>XXXXXXXXXXXXXX</vt:lpstr>
      <vt:lpstr>XXROIXXXX・XX・XXXX</vt:lpstr>
      <vt:lpstr>XX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59</cp:revision>
  <dcterms:created xsi:type="dcterms:W3CDTF">2024-12-27T03:42:11Z</dcterms:created>
  <dcterms:modified xsi:type="dcterms:W3CDTF">2026-09-28T13:18:53Z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